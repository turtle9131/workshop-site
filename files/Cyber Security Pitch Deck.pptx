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03" r:id="rId2"/>
    <p:sldId id="284" r:id="rId3"/>
    <p:sldId id="304" r:id="rId4"/>
    <p:sldId id="285" r:id="rId5"/>
    <p:sldId id="288" r:id="rId6"/>
    <p:sldId id="305" r:id="rId7"/>
    <p:sldId id="298" r:id="rId8"/>
    <p:sldId id="301" r:id="rId9"/>
    <p:sldId id="306" r:id="rId10"/>
    <p:sldId id="283" r:id="rId11"/>
    <p:sldId id="308" r:id="rId12"/>
    <p:sldId id="307" r:id="rId13"/>
    <p:sldId id="297" r:id="rId14"/>
    <p:sldId id="300" r:id="rId15"/>
    <p:sldId id="3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91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  <p15:guide id="5" pos="384" userDrawn="1">
          <p15:clr>
            <a:srgbClr val="A4A3A4"/>
          </p15:clr>
        </p15:guide>
        <p15:guide id="6" pos="7355" userDrawn="1">
          <p15:clr>
            <a:srgbClr val="A4A3A4"/>
          </p15:clr>
        </p15:guide>
        <p15:guide id="7" pos="642" userDrawn="1">
          <p15:clr>
            <a:srgbClr val="A4A3A4"/>
          </p15:clr>
        </p15:guide>
        <p15:guide id="8" pos="70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44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510" y="78"/>
      </p:cViewPr>
      <p:guideLst>
        <p:guide orient="horz" pos="2160"/>
        <p:guide pos="3840"/>
        <p:guide orient="horz" pos="391"/>
        <p:guide orient="horz" pos="3997"/>
        <p:guide pos="384"/>
        <p:guide pos="7355"/>
        <p:guide pos="642"/>
        <p:guide pos="703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216"/>
    </p:cViewPr>
  </p:sorterViewPr>
  <p:notesViewPr>
    <p:cSldViewPr snapToGrid="0" showGuides="1">
      <p:cViewPr varScale="1">
        <p:scale>
          <a:sx n="52" d="100"/>
          <a:sy n="52" d="100"/>
        </p:scale>
        <p:origin x="26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Sheet1!$A$2:$A$77</cx:f>
        <cx:lvl ptCount="76" formatCode="General">
          <cx:pt idx="0">1</cx:pt>
          <cx:pt idx="1">3</cx:pt>
          <cx:pt idx="2">3</cx:pt>
          <cx:pt idx="3">3</cx:pt>
          <cx:pt idx="4">5</cx:pt>
          <cx:pt idx="5">6</cx:pt>
          <cx:pt idx="6">6</cx:pt>
          <cx:pt idx="7">6</cx:pt>
          <cx:pt idx="8">7</cx:pt>
          <cx:pt idx="9">8</cx:pt>
          <cx:pt idx="10">8</cx:pt>
          <cx:pt idx="11">9</cx:pt>
          <cx:pt idx="12">9</cx:pt>
          <cx:pt idx="13">9</cx:pt>
          <cx:pt idx="14">9</cx:pt>
          <cx:pt idx="15">9</cx:pt>
          <cx:pt idx="16">10</cx:pt>
          <cx:pt idx="17">10</cx:pt>
          <cx:pt idx="18">10</cx:pt>
          <cx:pt idx="19">10</cx:pt>
          <cx:pt idx="20">10</cx:pt>
          <cx:pt idx="21">10</cx:pt>
          <cx:pt idx="22">11</cx:pt>
          <cx:pt idx="23">11</cx:pt>
          <cx:pt idx="24">11</cx:pt>
          <cx:pt idx="25">11</cx:pt>
          <cx:pt idx="26">11</cx:pt>
          <cx:pt idx="27">11</cx:pt>
          <cx:pt idx="28">12</cx:pt>
          <cx:pt idx="29">12</cx:pt>
          <cx:pt idx="30">12</cx:pt>
          <cx:pt idx="31">12</cx:pt>
          <cx:pt idx="32">12</cx:pt>
          <cx:pt idx="33">12</cx:pt>
          <cx:pt idx="34">13</cx:pt>
          <cx:pt idx="35">13</cx:pt>
          <cx:pt idx="36">13</cx:pt>
          <cx:pt idx="37">13</cx:pt>
          <cx:pt idx="38">13</cx:pt>
          <cx:pt idx="39">14</cx:pt>
          <cx:pt idx="40">14</cx:pt>
          <cx:pt idx="41">14</cx:pt>
          <cx:pt idx="42">14</cx:pt>
          <cx:pt idx="43">14</cx:pt>
          <cx:pt idx="44">14</cx:pt>
          <cx:pt idx="45">15</cx:pt>
          <cx:pt idx="46">15</cx:pt>
          <cx:pt idx="47">15</cx:pt>
          <cx:pt idx="48">15</cx:pt>
          <cx:pt idx="49">15</cx:pt>
          <cx:pt idx="50">15</cx:pt>
          <cx:pt idx="51">15</cx:pt>
          <cx:pt idx="52">15</cx:pt>
          <cx:pt idx="53">16</cx:pt>
          <cx:pt idx="54">16</cx:pt>
          <cx:pt idx="55">16</cx:pt>
          <cx:pt idx="56">16</cx:pt>
          <cx:pt idx="57">17</cx:pt>
          <cx:pt idx="58">17</cx:pt>
          <cx:pt idx="59">17</cx:pt>
          <cx:pt idx="60">17</cx:pt>
          <cx:pt idx="61">17</cx:pt>
          <cx:pt idx="62">17</cx:pt>
          <cx:pt idx="63">18</cx:pt>
          <cx:pt idx="64">18</cx:pt>
          <cx:pt idx="65">18</cx:pt>
          <cx:pt idx="66">18</cx:pt>
          <cx:pt idx="67">19</cx:pt>
          <cx:pt idx="68">19</cx:pt>
          <cx:pt idx="69">19</cx:pt>
          <cx:pt idx="70">20</cx:pt>
          <cx:pt idx="71">21</cx:pt>
          <cx:pt idx="72">22</cx:pt>
          <cx:pt idx="73">22</cx:pt>
          <cx:pt idx="74">24</cx:pt>
          <cx:pt idx="75">24</cx:pt>
        </cx:lvl>
      </cx:numDim>
    </cx:data>
  </cx:chartData>
  <cx:chart>
    <cx:plotArea>
      <cx:plotAreaRegion>
        <cx:series layoutId="clusteredColumn" uniqueId="{925DF6DA-F3C1-4F0F-B112-18E558FCAC7F}">
          <cx:tx>
            <cx:txData>
              <cx:f>Sheet1!$A$1</cx:f>
              <cx:v>Series1</cx:v>
            </cx:txData>
          </cx:tx>
          <cx:dataPt idx="1">
            <cx:spPr>
              <a:solidFill>
                <a:srgbClr val="3FBA9C">
                  <a:lumMod val="20000"/>
                  <a:lumOff val="80000"/>
                </a:srgbClr>
              </a:solidFill>
            </cx:spPr>
          </cx:dataPt>
          <cx:dataPt idx="3">
            <cx:spPr>
              <a:solidFill>
                <a:srgbClr val="3FBA9C">
                  <a:lumMod val="20000"/>
                  <a:lumOff val="80000"/>
                </a:srgbClr>
              </a:solidFill>
            </cx:spPr>
          </cx:dataPt>
          <cx:dataPt idx="5">
            <cx:spPr>
              <a:solidFill>
                <a:srgbClr val="3FBA9C">
                  <a:lumMod val="20000"/>
                  <a:lumOff val="80000"/>
                </a:srgbClr>
              </a:solidFill>
            </cx:spPr>
          </cx:dataPt>
          <cx:dataId val="0"/>
          <cx:layoutPr>
            <cx:binning intervalClosed="r"/>
          </cx:layoutPr>
        </cx:series>
      </cx:plotAreaRegion>
      <cx:axis id="0">
        <cx:catScaling gapWidth="0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bg1"/>
                </a:solidFill>
              </a:defRPr>
            </a:pPr>
            <a:endParaRPr lang="en-US" sz="1197" b="0" i="0" u="none" strike="noStrike" baseline="0">
              <a:solidFill>
                <a:schemeClr val="bg1"/>
              </a:solidFill>
              <a:latin typeface="Exo"/>
            </a:endParaRPr>
          </a:p>
        </cx:txPr>
      </cx:axis>
      <cx:axis id="1">
        <cx:valScaling/>
        <cx:majorGridlines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bg1"/>
                </a:solidFill>
              </a:defRPr>
            </a:pPr>
            <a:endParaRPr lang="en-US" sz="1197" b="0" i="0" u="none" strike="noStrike" baseline="0">
              <a:solidFill>
                <a:schemeClr val="bg1"/>
              </a:solidFill>
              <a:latin typeface="Exo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B6019-E696-49BC-9568-34BD6F97CAA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9D9A9-CA8E-46C0-9FA9-8C6D3F953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879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EC561-DE10-4526-994E-ECE32AF7B68C}" type="datetimeFigureOut">
              <a:rPr lang="en-ID" smtClean="0"/>
              <a:t>09/07/2026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589C6-71A0-4AE2-8973-852E182E628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947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598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16">
            <a:extLst>
              <a:ext uri="{FF2B5EF4-FFF2-40B4-BE49-F238E27FC236}">
                <a16:creationId xmlns:a16="http://schemas.microsoft.com/office/drawing/2014/main" id="{367088C5-6F99-6AAF-C2D3-0C11224F70BD}"/>
              </a:ext>
            </a:extLst>
          </p:cNvPr>
          <p:cNvGrpSpPr/>
          <p:nvPr userDrawn="1"/>
        </p:nvGrpSpPr>
        <p:grpSpPr>
          <a:xfrm>
            <a:off x="-3181448" y="4557847"/>
            <a:ext cx="18592604" cy="2770896"/>
            <a:chOff x="4306249" y="4678348"/>
            <a:chExt cx="3874773" cy="599237"/>
          </a:xfrm>
          <a:noFill/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AD08D0C-3860-D613-814E-70574A591D1D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A7B54C1-D562-0295-54B3-2F1ED6BE9561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25DAB3E-5210-31AF-8E1E-A67EC56B8503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CEF5DA3-3F77-D9BD-BE4D-A31B2F60410B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E9EABC7-94B0-00AB-1FD3-A7FE67485EA8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D804446-C0F2-86EA-5A4D-45065892C5F0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01DDC6D-D94B-A1C2-E288-AAA098E8DB2A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A05F9C-26DC-1D2E-81B1-7B07DD026FB5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52A9995-22A5-E4D0-9AB4-7546C875B797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" name="Graphic 16">
            <a:extLst>
              <a:ext uri="{FF2B5EF4-FFF2-40B4-BE49-F238E27FC236}">
                <a16:creationId xmlns:a16="http://schemas.microsoft.com/office/drawing/2014/main" id="{90EE7F33-9019-48EC-7F60-5CDC67A735CC}"/>
              </a:ext>
            </a:extLst>
          </p:cNvPr>
          <p:cNvGrpSpPr/>
          <p:nvPr userDrawn="1"/>
        </p:nvGrpSpPr>
        <p:grpSpPr>
          <a:xfrm rot="20959244">
            <a:off x="-9963248" y="-1033536"/>
            <a:ext cx="18592604" cy="2770896"/>
            <a:chOff x="4306249" y="4678348"/>
            <a:chExt cx="3874773" cy="599237"/>
          </a:xfrm>
          <a:noFill/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34ED9EF-CF41-9798-F236-F8A24F6EAEDF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CC39574-8549-D84A-C5F7-BEDB88FB9F67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353C1C5-5836-7049-EC62-EE57FD36DD24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3D8C5DF-9F4F-07B4-A009-23C1F2736BB3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821370-52EE-721F-4B27-7AD117E8A05F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38F6F68-A811-1796-0EB8-6AA1A43624EA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786E899-8868-728C-44EC-73438F24CCCA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FBCA6FF-41F0-B5EF-F98C-0622FAFF58A3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014113B-2B7E-A15E-E7A2-4698F0A048B2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456F96-CD2F-35E5-A810-58071BCA49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18896" y="1563155"/>
            <a:ext cx="3676452" cy="3731690"/>
          </a:xfrm>
          <a:prstGeom prst="roundRect">
            <a:avLst>
              <a:gd name="adj" fmla="val 8708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90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aphic 16">
            <a:extLst>
              <a:ext uri="{FF2B5EF4-FFF2-40B4-BE49-F238E27FC236}">
                <a16:creationId xmlns:a16="http://schemas.microsoft.com/office/drawing/2014/main" id="{CF711C8A-1740-4E9D-D7EB-71E5A13AC89F}"/>
              </a:ext>
            </a:extLst>
          </p:cNvPr>
          <p:cNvGrpSpPr/>
          <p:nvPr userDrawn="1"/>
        </p:nvGrpSpPr>
        <p:grpSpPr>
          <a:xfrm rot="12881054">
            <a:off x="1207672" y="208056"/>
            <a:ext cx="18592604" cy="2770896"/>
            <a:chOff x="4306249" y="4678348"/>
            <a:chExt cx="3874773" cy="59923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CE3E41B-036B-584C-9D39-D8557EF9FAAE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5B0FEA4-6032-8BEC-13B6-E90DB123D84C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4779A58-6275-AAB2-B3D2-EBFDD942B249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C93EBC1-8DA3-9E8E-87E6-D731531478D1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46FB0AE-A51B-F904-F526-59CF0E9FCF79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A25B76B-CC64-DD08-7207-A34889DAA2C6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EE929F0-42FE-CD59-8EAE-BDD8CEFC892F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FD3AADC-F530-67D3-9F55-3B9C814F3756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F64ACEB-4887-A136-FEF0-346CD1989575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34D35D3-5557-C0AD-6402-75FDCEA9D6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1350" y="1324231"/>
            <a:ext cx="3738020" cy="373802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0E46A51-E063-4742-E192-5AF634FB28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13090" y="3504034"/>
            <a:ext cx="1903118" cy="190311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2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75D59C0-2DEE-C980-75C6-A4537981C9F5}"/>
              </a:ext>
            </a:extLst>
          </p:cNvPr>
          <p:cNvSpPr/>
          <p:nvPr userDrawn="1"/>
        </p:nvSpPr>
        <p:spPr>
          <a:xfrm>
            <a:off x="2780952" y="2493047"/>
            <a:ext cx="1737304" cy="1737304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3D6707-21D7-5219-842F-8580071AC69D}"/>
              </a:ext>
            </a:extLst>
          </p:cNvPr>
          <p:cNvSpPr/>
          <p:nvPr userDrawn="1"/>
        </p:nvSpPr>
        <p:spPr>
          <a:xfrm>
            <a:off x="7673744" y="2493047"/>
            <a:ext cx="1737304" cy="1737304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aphic 16">
            <a:extLst>
              <a:ext uri="{FF2B5EF4-FFF2-40B4-BE49-F238E27FC236}">
                <a16:creationId xmlns:a16="http://schemas.microsoft.com/office/drawing/2014/main" id="{7A8E0F4A-E0B1-6DE8-468F-5BCA049E36E5}"/>
              </a:ext>
            </a:extLst>
          </p:cNvPr>
          <p:cNvGrpSpPr/>
          <p:nvPr userDrawn="1"/>
        </p:nvGrpSpPr>
        <p:grpSpPr>
          <a:xfrm rot="12881054">
            <a:off x="1207672" y="208056"/>
            <a:ext cx="18592604" cy="2770896"/>
            <a:chOff x="4306249" y="4678348"/>
            <a:chExt cx="3874773" cy="599237"/>
          </a:xfrm>
          <a:noFill/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884E65A-E28F-10E0-9446-2E32DDD6CED6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8736915-97FB-412A-DDE3-3083F46998B9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2D46721-8A45-D3EC-4443-02426697965E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D522FD9-A567-11BD-7E72-67CD6F26FE34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BA7F529-904C-CB6F-C775-F8A7F0FC9725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9A91D83-3583-CA5A-55B3-7185F83E576A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6D7ACE2-5982-68C4-6745-BB46ADB0F770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4D7C4DC-BB19-6B35-C23F-EB836542E807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D54C4E6-4BAE-05E4-1EF4-F424B2C26751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" name="Graphic 16">
            <a:extLst>
              <a:ext uri="{FF2B5EF4-FFF2-40B4-BE49-F238E27FC236}">
                <a16:creationId xmlns:a16="http://schemas.microsoft.com/office/drawing/2014/main" id="{6C1C538D-773A-5B9D-9A6C-46A8A00229F4}"/>
              </a:ext>
            </a:extLst>
          </p:cNvPr>
          <p:cNvGrpSpPr/>
          <p:nvPr userDrawn="1"/>
        </p:nvGrpSpPr>
        <p:grpSpPr>
          <a:xfrm rot="13456056">
            <a:off x="-7420022" y="4776969"/>
            <a:ext cx="18592604" cy="2770896"/>
            <a:chOff x="4306249" y="4678348"/>
            <a:chExt cx="3874773" cy="599237"/>
          </a:xfrm>
          <a:noFill/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546633C-CC71-A6D8-824B-73FC25546774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FB37472-21B0-4D25-056D-444B87A27343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BDFA2CB-A3D1-EE18-14E1-E0B3A32AECF0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8C7068B-58C3-B554-97FA-E0C4FA7F4A22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E47378C-B7E3-D36A-65BE-9CA6552932A7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A60F172-57D5-3404-AB45-F60A35A6F44D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D33BB84-B06B-2B4B-0FD7-C3CD3FE61A96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D936C5D-55F1-BADC-61AC-CA6EA8D418DF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08C29E2-A405-8D5D-F7E3-D7281477CDDA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F77D040-6E84-FF72-C867-C0B1DB8907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48060" y="2560155"/>
            <a:ext cx="1603088" cy="1603088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34BA496-7C33-2961-5A34-8F8BDB93D30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40852" y="2560155"/>
            <a:ext cx="1603088" cy="1603088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67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aphic 16">
            <a:extLst>
              <a:ext uri="{FF2B5EF4-FFF2-40B4-BE49-F238E27FC236}">
                <a16:creationId xmlns:a16="http://schemas.microsoft.com/office/drawing/2014/main" id="{26199569-C965-0E52-CEA3-AC449DE111C0}"/>
              </a:ext>
            </a:extLst>
          </p:cNvPr>
          <p:cNvGrpSpPr/>
          <p:nvPr userDrawn="1"/>
        </p:nvGrpSpPr>
        <p:grpSpPr>
          <a:xfrm>
            <a:off x="-3181448" y="4557847"/>
            <a:ext cx="18592604" cy="2770896"/>
            <a:chOff x="4306249" y="4678348"/>
            <a:chExt cx="3874773" cy="599237"/>
          </a:xfrm>
          <a:noFill/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4AE1757-386B-58C3-D3E7-4B55BA187275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D91509E-5089-3D26-9B50-6D416371F038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CFFFF89-94A3-2FB8-CD12-ACD937F74981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641E213-849A-5FEB-9BD0-F2ACD41BF570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18DDB1E-4D30-57C7-F660-F68A47CAD3D0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4F230B6-79EB-C8CF-31F8-12860468DF3C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48618DC-EF04-7AFD-9DAE-E62EA4C559A5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F2BF42F-AB53-B32B-D277-F83A83579367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1237AE9-6F5E-4240-814C-A0E7DCF10C86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100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57B9EDB2-C685-D47A-D0C0-2E6B34670053}"/>
              </a:ext>
            </a:extLst>
          </p:cNvPr>
          <p:cNvSpPr/>
          <p:nvPr userDrawn="1"/>
        </p:nvSpPr>
        <p:spPr>
          <a:xfrm>
            <a:off x="1687876" y="2550922"/>
            <a:ext cx="1737304" cy="1737304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9C153B-B7C5-F2C8-0948-32B1F9BDFA86}"/>
              </a:ext>
            </a:extLst>
          </p:cNvPr>
          <p:cNvSpPr/>
          <p:nvPr userDrawn="1"/>
        </p:nvSpPr>
        <p:spPr>
          <a:xfrm>
            <a:off x="5227348" y="2550922"/>
            <a:ext cx="1737304" cy="1737304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5C4A60-C730-7B24-C8A7-EC5FEDD58492}"/>
              </a:ext>
            </a:extLst>
          </p:cNvPr>
          <p:cNvSpPr/>
          <p:nvPr userDrawn="1"/>
        </p:nvSpPr>
        <p:spPr>
          <a:xfrm>
            <a:off x="8766820" y="2550922"/>
            <a:ext cx="1737304" cy="1737304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aphic 16">
            <a:extLst>
              <a:ext uri="{FF2B5EF4-FFF2-40B4-BE49-F238E27FC236}">
                <a16:creationId xmlns:a16="http://schemas.microsoft.com/office/drawing/2014/main" id="{D3FE8C02-E963-6B67-4C9D-1BDE9A3CEF59}"/>
              </a:ext>
            </a:extLst>
          </p:cNvPr>
          <p:cNvGrpSpPr/>
          <p:nvPr userDrawn="1"/>
        </p:nvGrpSpPr>
        <p:grpSpPr>
          <a:xfrm>
            <a:off x="-3181448" y="2423837"/>
            <a:ext cx="18592604" cy="2770896"/>
            <a:chOff x="4306249" y="4678348"/>
            <a:chExt cx="3874773" cy="59923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095B01-CA41-4339-0E1F-BC0872922792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2E1BAA9-D8DD-3026-AD5F-53EFAD60F13C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FD8B67-10D0-6C75-45DF-084F8D23380C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D7862E-B2F7-68E9-1B92-EFD597159A33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290E3F-6EF0-CEE2-FC45-68ADB5A65F8C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9BD11A4-BD7E-D231-B36C-0023BF53FB48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3E01D40-7D25-C072-8337-F8533D926E91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E7E87A9-6FC3-6DFA-A219-0A55C70D26C0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CEABC8C-2CFC-44DC-8BB4-EBCFD7E5EAB5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3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0BD4A15-D5EE-71E8-3B03-F65CA887DDE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54984" y="2618029"/>
            <a:ext cx="1603088" cy="1603088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98F192E-D3BA-7092-E1B2-A79790DF1AC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94456" y="2618029"/>
            <a:ext cx="1603088" cy="1603088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4F0977-80F0-E4B4-FF4B-BCAAF21FA90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33928" y="2618029"/>
            <a:ext cx="1603088" cy="1603088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28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16">
            <a:extLst>
              <a:ext uri="{FF2B5EF4-FFF2-40B4-BE49-F238E27FC236}">
                <a16:creationId xmlns:a16="http://schemas.microsoft.com/office/drawing/2014/main" id="{A8077212-FEA6-3DAF-8148-DC0EAF2E492B}"/>
              </a:ext>
            </a:extLst>
          </p:cNvPr>
          <p:cNvGrpSpPr/>
          <p:nvPr userDrawn="1"/>
        </p:nvGrpSpPr>
        <p:grpSpPr>
          <a:xfrm rot="20207537">
            <a:off x="-10389336" y="535858"/>
            <a:ext cx="18592604" cy="2770896"/>
            <a:chOff x="4306249" y="4678348"/>
            <a:chExt cx="3874773" cy="599237"/>
          </a:xfrm>
          <a:noFill/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D28324C6-C6AA-EE5D-850B-27F14D884E1B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2BC0C88-B72A-171C-4AB0-197009862213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ABD5805-A663-4586-A91D-027B6C02BE3B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9B39207-F1D2-F3A6-5649-A73493FD9868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F1BE02D-619E-0298-1B95-81DCC920ADA0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A9A90B8-C935-AFE4-47FE-43160A634DD0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ADCA8E7-7E4C-494B-778E-CAC266AB97D3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5099DF4-6938-B6FC-BE14-DBFE2A539D22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7F68F52-B4B2-7125-D136-2642E3F685BA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3" name="Graphic 16">
            <a:extLst>
              <a:ext uri="{FF2B5EF4-FFF2-40B4-BE49-F238E27FC236}">
                <a16:creationId xmlns:a16="http://schemas.microsoft.com/office/drawing/2014/main" id="{F3820582-11FB-C609-0C03-0D0867003C0A}"/>
              </a:ext>
            </a:extLst>
          </p:cNvPr>
          <p:cNvGrpSpPr/>
          <p:nvPr userDrawn="1"/>
        </p:nvGrpSpPr>
        <p:grpSpPr>
          <a:xfrm rot="1311839">
            <a:off x="1724317" y="-414706"/>
            <a:ext cx="18592604" cy="2770896"/>
            <a:chOff x="4306249" y="4678348"/>
            <a:chExt cx="3874773" cy="599237"/>
          </a:xfrm>
          <a:noFill/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A04D737-CA55-30A7-E402-5F232C19E360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8FE9B7C-E54A-42F1-24A6-B2A4742A0142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91F1508-628C-DD66-0B25-C8A0C7B760D4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BE4BB01-6DF4-1EF9-8473-964FAB396700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7B37CEA-3376-7020-F33D-4A9B1DF03500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08DC78C-946E-CACF-D3ED-B2B7FA733C02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1BAFCF82-D920-05B7-55F8-1734C35DC509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6D608131-8638-3FA1-6571-76D40C319646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93D90C6-7AF1-473B-20D3-1B25477F0E80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1E4136A-E7CC-6346-92DE-C17AC74899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5961" y="3871424"/>
            <a:ext cx="4660078" cy="2092497"/>
          </a:xfrm>
          <a:custGeom>
            <a:avLst/>
            <a:gdLst>
              <a:gd name="csX0" fmla="*/ 2330039 w 4660078"/>
              <a:gd name="csY0" fmla="*/ 0 h 2092497"/>
              <a:gd name="csX1" fmla="*/ 4626358 w 4660078"/>
              <a:gd name="csY1" fmla="*/ 1871554 h 2092497"/>
              <a:gd name="csX2" fmla="*/ 4660078 w 4660078"/>
              <a:gd name="csY2" fmla="*/ 2092497 h 2092497"/>
              <a:gd name="csX3" fmla="*/ 0 w 4660078"/>
              <a:gd name="csY3" fmla="*/ 2092497 h 2092497"/>
              <a:gd name="csX4" fmla="*/ 33720 w 4660078"/>
              <a:gd name="csY4" fmla="*/ 1871554 h 2092497"/>
              <a:gd name="csX5" fmla="*/ 2330039 w 4660078"/>
              <a:gd name="csY5" fmla="*/ 0 h 2092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60078" h="2092497">
                <a:moveTo>
                  <a:pt x="2330039" y="0"/>
                </a:moveTo>
                <a:cubicBezTo>
                  <a:pt x="3462746" y="0"/>
                  <a:pt x="4407795" y="803461"/>
                  <a:pt x="4626358" y="1871554"/>
                </a:cubicBezTo>
                <a:lnTo>
                  <a:pt x="4660078" y="2092497"/>
                </a:lnTo>
                <a:lnTo>
                  <a:pt x="0" y="2092497"/>
                </a:lnTo>
                <a:lnTo>
                  <a:pt x="33720" y="1871554"/>
                </a:lnTo>
                <a:cubicBezTo>
                  <a:pt x="252283" y="803461"/>
                  <a:pt x="1197333" y="0"/>
                  <a:pt x="233003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41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16">
            <a:extLst>
              <a:ext uri="{FF2B5EF4-FFF2-40B4-BE49-F238E27FC236}">
                <a16:creationId xmlns:a16="http://schemas.microsoft.com/office/drawing/2014/main" id="{787C5AE7-0557-EF3C-EC27-5C3A728C162F}"/>
              </a:ext>
            </a:extLst>
          </p:cNvPr>
          <p:cNvGrpSpPr/>
          <p:nvPr userDrawn="1"/>
        </p:nvGrpSpPr>
        <p:grpSpPr>
          <a:xfrm rot="1182883">
            <a:off x="221508" y="-969750"/>
            <a:ext cx="18592604" cy="2770896"/>
            <a:chOff x="4306249" y="4678348"/>
            <a:chExt cx="3874773" cy="599237"/>
          </a:xfrm>
          <a:noFill/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EDD5390-B83E-AD4E-C6E1-C6F8027A14E1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738E66D-B6E1-18B0-F2E9-DC3D6B7A1D26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7C5E607-9065-91B5-20E5-1AD1EAADAC81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84C124C-D9E0-E1CB-C18F-04569E4B0DCC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226182E-D47B-0EA7-D703-365AAE524748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476ACDE-1CC2-31FB-03D8-6F28D7792711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54BCC45-CCB2-3E02-07EF-D9B97B3C8E62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17040D8-45CE-ABC0-2AAA-BC8138CF5799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4222B52-0039-77C9-B5C4-59AB92BE1948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5547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70411CD-F893-3DE4-EFA0-EE23833CD042}"/>
              </a:ext>
            </a:extLst>
          </p:cNvPr>
          <p:cNvSpPr/>
          <p:nvPr/>
        </p:nvSpPr>
        <p:spPr>
          <a:xfrm rot="1101717">
            <a:off x="-9950051" y="3930986"/>
            <a:ext cx="16924368" cy="917326"/>
          </a:xfrm>
          <a:custGeom>
            <a:avLst/>
            <a:gdLst>
              <a:gd name="connsiteX0" fmla="*/ 0 w 3527107"/>
              <a:gd name="connsiteY0" fmla="*/ 152193 h 198382"/>
              <a:gd name="connsiteX1" fmla="*/ 765810 w 3527107"/>
              <a:gd name="connsiteY1" fmla="*/ 175052 h 198382"/>
              <a:gd name="connsiteX2" fmla="*/ 1618298 w 3527107"/>
              <a:gd name="connsiteY2" fmla="*/ 152193 h 198382"/>
              <a:gd name="connsiteX3" fmla="*/ 2330767 w 3527107"/>
              <a:gd name="connsiteY3" fmla="*/ 26462 h 198382"/>
              <a:gd name="connsiteX4" fmla="*/ 2771775 w 3527107"/>
              <a:gd name="connsiteY4" fmla="*/ 180768 h 198382"/>
              <a:gd name="connsiteX5" fmla="*/ 3263265 w 3527107"/>
              <a:gd name="connsiteY5" fmla="*/ 53132 h 198382"/>
              <a:gd name="connsiteX6" fmla="*/ 3527108 w 3527107"/>
              <a:gd name="connsiteY6" fmla="*/ 144572 h 198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7107" h="198382">
                <a:moveTo>
                  <a:pt x="0" y="152193"/>
                </a:moveTo>
                <a:cubicBezTo>
                  <a:pt x="436245" y="145525"/>
                  <a:pt x="482917" y="146477"/>
                  <a:pt x="765810" y="175052"/>
                </a:cubicBezTo>
                <a:cubicBezTo>
                  <a:pt x="1048703" y="203627"/>
                  <a:pt x="1303973" y="216010"/>
                  <a:pt x="1618298" y="152193"/>
                </a:cubicBezTo>
                <a:cubicBezTo>
                  <a:pt x="1932623" y="88375"/>
                  <a:pt x="2124075" y="-60215"/>
                  <a:pt x="2330767" y="26462"/>
                </a:cubicBezTo>
                <a:cubicBezTo>
                  <a:pt x="2536508" y="113140"/>
                  <a:pt x="2592705" y="195055"/>
                  <a:pt x="2771775" y="180768"/>
                </a:cubicBezTo>
                <a:cubicBezTo>
                  <a:pt x="2950845" y="166480"/>
                  <a:pt x="3141345" y="55037"/>
                  <a:pt x="3263265" y="53132"/>
                </a:cubicBezTo>
                <a:cubicBezTo>
                  <a:pt x="3385185" y="51227"/>
                  <a:pt x="3192780" y="127427"/>
                  <a:pt x="3527108" y="144572"/>
                </a:cubicBezTo>
              </a:path>
            </a:pathLst>
          </a:custGeom>
          <a:noFill/>
          <a:ln w="2381" cap="flat">
            <a:solidFill>
              <a:schemeClr val="accent1">
                <a:alpha val="3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B8BF73C-D2FB-703B-6B86-1CAD809DC36A}"/>
              </a:ext>
            </a:extLst>
          </p:cNvPr>
          <p:cNvSpPr/>
          <p:nvPr/>
        </p:nvSpPr>
        <p:spPr>
          <a:xfrm rot="1101717">
            <a:off x="-9876281" y="3891418"/>
            <a:ext cx="17061482" cy="1038416"/>
          </a:xfrm>
          <a:custGeom>
            <a:avLst/>
            <a:gdLst>
              <a:gd name="connsiteX0" fmla="*/ 0 w 3555682"/>
              <a:gd name="connsiteY0" fmla="*/ 182106 h 224569"/>
              <a:gd name="connsiteX1" fmla="*/ 754380 w 3555682"/>
              <a:gd name="connsiteY1" fmla="*/ 147816 h 224569"/>
              <a:gd name="connsiteX2" fmla="*/ 1610677 w 3555682"/>
              <a:gd name="connsiteY2" fmla="*/ 202109 h 224569"/>
              <a:gd name="connsiteX3" fmla="*/ 2312670 w 3555682"/>
              <a:gd name="connsiteY3" fmla="*/ 21134 h 224569"/>
              <a:gd name="connsiteX4" fmla="*/ 2690813 w 3555682"/>
              <a:gd name="connsiteY4" fmla="*/ 218301 h 224569"/>
              <a:gd name="connsiteX5" fmla="*/ 3210878 w 3555682"/>
              <a:gd name="connsiteY5" fmla="*/ 66854 h 224569"/>
              <a:gd name="connsiteX6" fmla="*/ 3555683 w 3555682"/>
              <a:gd name="connsiteY6" fmla="*/ 182106 h 224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55682" h="224569">
                <a:moveTo>
                  <a:pt x="0" y="182106"/>
                </a:moveTo>
                <a:cubicBezTo>
                  <a:pt x="436245" y="175439"/>
                  <a:pt x="470535" y="119241"/>
                  <a:pt x="754380" y="147816"/>
                </a:cubicBezTo>
                <a:cubicBezTo>
                  <a:pt x="1037273" y="176391"/>
                  <a:pt x="1296352" y="265926"/>
                  <a:pt x="1610677" y="202109"/>
                </a:cubicBezTo>
                <a:cubicBezTo>
                  <a:pt x="1925002" y="138291"/>
                  <a:pt x="2106930" y="-65544"/>
                  <a:pt x="2312670" y="21134"/>
                </a:cubicBezTo>
                <a:cubicBezTo>
                  <a:pt x="2518410" y="107811"/>
                  <a:pt x="2511743" y="231636"/>
                  <a:pt x="2690813" y="218301"/>
                </a:cubicBezTo>
                <a:cubicBezTo>
                  <a:pt x="2869883" y="204014"/>
                  <a:pt x="3068955" y="68759"/>
                  <a:pt x="3210878" y="66854"/>
                </a:cubicBezTo>
                <a:cubicBezTo>
                  <a:pt x="3332798" y="65901"/>
                  <a:pt x="3221355" y="188774"/>
                  <a:pt x="3555683" y="182106"/>
                </a:cubicBezTo>
              </a:path>
            </a:pathLst>
          </a:custGeom>
          <a:noFill/>
          <a:ln w="2678" cap="flat">
            <a:solidFill>
              <a:schemeClr val="accent1">
                <a:alpha val="3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D6FEAC9-6CFA-94EB-FECD-EFD146AE2192}"/>
              </a:ext>
            </a:extLst>
          </p:cNvPr>
          <p:cNvSpPr/>
          <p:nvPr/>
        </p:nvSpPr>
        <p:spPr>
          <a:xfrm rot="1101717">
            <a:off x="-9807894" y="3840753"/>
            <a:ext cx="17189454" cy="1241633"/>
          </a:xfrm>
          <a:custGeom>
            <a:avLst/>
            <a:gdLst>
              <a:gd name="connsiteX0" fmla="*/ 0 w 3582352"/>
              <a:gd name="connsiteY0" fmla="*/ 214072 h 268517"/>
              <a:gd name="connsiteX1" fmla="*/ 742950 w 3582352"/>
              <a:gd name="connsiteY1" fmla="*/ 122632 h 268517"/>
              <a:gd name="connsiteX2" fmla="*/ 1603058 w 3582352"/>
              <a:gd name="connsiteY2" fmla="*/ 254077 h 268517"/>
              <a:gd name="connsiteX3" fmla="*/ 2294573 w 3582352"/>
              <a:gd name="connsiteY3" fmla="*/ 17857 h 268517"/>
              <a:gd name="connsiteX4" fmla="*/ 2608898 w 3582352"/>
              <a:gd name="connsiteY4" fmla="*/ 256935 h 268517"/>
              <a:gd name="connsiteX5" fmla="*/ 3156585 w 3582352"/>
              <a:gd name="connsiteY5" fmla="*/ 82627 h 268517"/>
              <a:gd name="connsiteX6" fmla="*/ 3582353 w 3582352"/>
              <a:gd name="connsiteY6" fmla="*/ 220739 h 26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82352" h="268517">
                <a:moveTo>
                  <a:pt x="0" y="214072"/>
                </a:moveTo>
                <a:cubicBezTo>
                  <a:pt x="436245" y="207404"/>
                  <a:pt x="459105" y="94057"/>
                  <a:pt x="742950" y="122632"/>
                </a:cubicBezTo>
                <a:cubicBezTo>
                  <a:pt x="1026795" y="151207"/>
                  <a:pt x="1288733" y="317894"/>
                  <a:pt x="1603058" y="254077"/>
                </a:cubicBezTo>
                <a:cubicBezTo>
                  <a:pt x="1917383" y="190260"/>
                  <a:pt x="2088833" y="-69773"/>
                  <a:pt x="2294573" y="17857"/>
                </a:cubicBezTo>
                <a:cubicBezTo>
                  <a:pt x="2500313" y="104535"/>
                  <a:pt x="2429828" y="271222"/>
                  <a:pt x="2608898" y="256935"/>
                </a:cubicBezTo>
                <a:cubicBezTo>
                  <a:pt x="2787968" y="242647"/>
                  <a:pt x="2995613" y="79769"/>
                  <a:pt x="3156585" y="82627"/>
                </a:cubicBezTo>
                <a:cubicBezTo>
                  <a:pt x="3278505" y="84532"/>
                  <a:pt x="3248025" y="253125"/>
                  <a:pt x="3582353" y="220739"/>
                </a:cubicBezTo>
              </a:path>
            </a:pathLst>
          </a:custGeom>
          <a:noFill/>
          <a:ln w="2977" cap="flat">
            <a:solidFill>
              <a:schemeClr val="accent1">
                <a:alpha val="3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8B05A8E-4E92-3EED-B247-1AD4DA639674}"/>
              </a:ext>
            </a:extLst>
          </p:cNvPr>
          <p:cNvSpPr/>
          <p:nvPr/>
        </p:nvSpPr>
        <p:spPr>
          <a:xfrm rot="1101717">
            <a:off x="-9746383" y="3785039"/>
            <a:ext cx="17317427" cy="1467407"/>
          </a:xfrm>
          <a:custGeom>
            <a:avLst/>
            <a:gdLst>
              <a:gd name="connsiteX0" fmla="*/ 0 w 3609022"/>
              <a:gd name="connsiteY0" fmla="*/ 247682 h 317343"/>
              <a:gd name="connsiteX1" fmla="*/ 730568 w 3609022"/>
              <a:gd name="connsiteY1" fmla="*/ 98140 h 317343"/>
              <a:gd name="connsiteX2" fmla="*/ 1593532 w 3609022"/>
              <a:gd name="connsiteY2" fmla="*/ 306737 h 317343"/>
              <a:gd name="connsiteX3" fmla="*/ 2274570 w 3609022"/>
              <a:gd name="connsiteY3" fmla="*/ 15272 h 317343"/>
              <a:gd name="connsiteX4" fmla="*/ 2526030 w 3609022"/>
              <a:gd name="connsiteY4" fmla="*/ 297212 h 317343"/>
              <a:gd name="connsiteX5" fmla="*/ 3102293 w 3609022"/>
              <a:gd name="connsiteY5" fmla="*/ 99092 h 317343"/>
              <a:gd name="connsiteX6" fmla="*/ 3609023 w 3609022"/>
              <a:gd name="connsiteY6" fmla="*/ 261017 h 317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9022" h="317343">
                <a:moveTo>
                  <a:pt x="0" y="247682"/>
                </a:moveTo>
                <a:cubicBezTo>
                  <a:pt x="436245" y="241015"/>
                  <a:pt x="447675" y="69565"/>
                  <a:pt x="730568" y="98140"/>
                </a:cubicBezTo>
                <a:cubicBezTo>
                  <a:pt x="1013460" y="126715"/>
                  <a:pt x="1280160" y="370555"/>
                  <a:pt x="1593532" y="306737"/>
                </a:cubicBezTo>
                <a:cubicBezTo>
                  <a:pt x="1907857" y="242920"/>
                  <a:pt x="2068830" y="-72358"/>
                  <a:pt x="2274570" y="15272"/>
                </a:cubicBezTo>
                <a:cubicBezTo>
                  <a:pt x="2480310" y="101950"/>
                  <a:pt x="2346960" y="311500"/>
                  <a:pt x="2526030" y="297212"/>
                </a:cubicBezTo>
                <a:cubicBezTo>
                  <a:pt x="2705100" y="282925"/>
                  <a:pt x="2921318" y="94330"/>
                  <a:pt x="3102293" y="99092"/>
                </a:cubicBezTo>
                <a:cubicBezTo>
                  <a:pt x="3224213" y="101950"/>
                  <a:pt x="3274695" y="317215"/>
                  <a:pt x="3609023" y="261017"/>
                </a:cubicBezTo>
              </a:path>
            </a:pathLst>
          </a:custGeom>
          <a:noFill/>
          <a:ln w="327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2F52571-6ED3-F660-F094-59B6F84E3800}"/>
              </a:ext>
            </a:extLst>
          </p:cNvPr>
          <p:cNvSpPr/>
          <p:nvPr/>
        </p:nvSpPr>
        <p:spPr>
          <a:xfrm rot="1101717">
            <a:off x="-9680850" y="3725293"/>
            <a:ext cx="17449972" cy="1706747"/>
          </a:xfrm>
          <a:custGeom>
            <a:avLst/>
            <a:gdLst>
              <a:gd name="connsiteX0" fmla="*/ 0 w 3636645"/>
              <a:gd name="connsiteY0" fmla="*/ 281673 h 369103"/>
              <a:gd name="connsiteX1" fmla="*/ 719138 w 3636645"/>
              <a:gd name="connsiteY1" fmla="*/ 74980 h 369103"/>
              <a:gd name="connsiteX2" fmla="*/ 1585913 w 3636645"/>
              <a:gd name="connsiteY2" fmla="*/ 360730 h 369103"/>
              <a:gd name="connsiteX3" fmla="*/ 2256473 w 3636645"/>
              <a:gd name="connsiteY3" fmla="*/ 13068 h 369103"/>
              <a:gd name="connsiteX4" fmla="*/ 2444115 w 3636645"/>
              <a:gd name="connsiteY4" fmla="*/ 337870 h 369103"/>
              <a:gd name="connsiteX5" fmla="*/ 3048953 w 3636645"/>
              <a:gd name="connsiteY5" fmla="*/ 116890 h 369103"/>
              <a:gd name="connsiteX6" fmla="*/ 3636645 w 3636645"/>
              <a:gd name="connsiteY6" fmla="*/ 302627 h 369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36645" h="369103">
                <a:moveTo>
                  <a:pt x="0" y="281673"/>
                </a:moveTo>
                <a:cubicBezTo>
                  <a:pt x="436245" y="275005"/>
                  <a:pt x="435292" y="46405"/>
                  <a:pt x="719138" y="74980"/>
                </a:cubicBezTo>
                <a:cubicBezTo>
                  <a:pt x="1002030" y="103555"/>
                  <a:pt x="1272540" y="424548"/>
                  <a:pt x="1585913" y="360730"/>
                </a:cubicBezTo>
                <a:cubicBezTo>
                  <a:pt x="1900238" y="296913"/>
                  <a:pt x="2050733" y="-73610"/>
                  <a:pt x="2256473" y="13068"/>
                </a:cubicBezTo>
                <a:cubicBezTo>
                  <a:pt x="2462213" y="99745"/>
                  <a:pt x="2265998" y="351205"/>
                  <a:pt x="2444115" y="337870"/>
                </a:cubicBezTo>
                <a:cubicBezTo>
                  <a:pt x="2623185" y="323583"/>
                  <a:pt x="2848928" y="109270"/>
                  <a:pt x="3048953" y="116890"/>
                </a:cubicBezTo>
                <a:cubicBezTo>
                  <a:pt x="3170873" y="121652"/>
                  <a:pt x="3302318" y="382638"/>
                  <a:pt x="3636645" y="302627"/>
                </a:cubicBezTo>
              </a:path>
            </a:pathLst>
          </a:custGeom>
          <a:noFill/>
          <a:ln w="3572" cap="flat">
            <a:solidFill>
              <a:schemeClr val="accent1">
                <a:alpha val="3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B6A0FE-7131-3B3E-8859-F28AA42D4ACB}"/>
              </a:ext>
            </a:extLst>
          </p:cNvPr>
          <p:cNvSpPr/>
          <p:nvPr/>
        </p:nvSpPr>
        <p:spPr>
          <a:xfrm rot="1101717">
            <a:off x="-9614786" y="3662995"/>
            <a:ext cx="17587086" cy="1948705"/>
          </a:xfrm>
          <a:custGeom>
            <a:avLst/>
            <a:gdLst>
              <a:gd name="connsiteX0" fmla="*/ 0 w 3665220"/>
              <a:gd name="connsiteY0" fmla="*/ 316392 h 421429"/>
              <a:gd name="connsiteX1" fmla="*/ 707708 w 3665220"/>
              <a:gd name="connsiteY1" fmla="*/ 52550 h 421429"/>
              <a:gd name="connsiteX2" fmla="*/ 1578293 w 3665220"/>
              <a:gd name="connsiteY2" fmla="*/ 414500 h 421429"/>
              <a:gd name="connsiteX3" fmla="*/ 2239328 w 3665220"/>
              <a:gd name="connsiteY3" fmla="*/ 11592 h 421429"/>
              <a:gd name="connsiteX4" fmla="*/ 2364105 w 3665220"/>
              <a:gd name="connsiteY4" fmla="*/ 378304 h 421429"/>
              <a:gd name="connsiteX5" fmla="*/ 2996565 w 3665220"/>
              <a:gd name="connsiteY5" fmla="*/ 133512 h 421429"/>
              <a:gd name="connsiteX6" fmla="*/ 3665220 w 3665220"/>
              <a:gd name="connsiteY6" fmla="*/ 343062 h 42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421429">
                <a:moveTo>
                  <a:pt x="0" y="316392"/>
                </a:moveTo>
                <a:cubicBezTo>
                  <a:pt x="436245" y="309725"/>
                  <a:pt x="423863" y="23975"/>
                  <a:pt x="707708" y="52550"/>
                </a:cubicBezTo>
                <a:cubicBezTo>
                  <a:pt x="990600" y="81125"/>
                  <a:pt x="1264920" y="478317"/>
                  <a:pt x="1578293" y="414500"/>
                </a:cubicBezTo>
                <a:cubicBezTo>
                  <a:pt x="1891665" y="350682"/>
                  <a:pt x="2032635" y="-75085"/>
                  <a:pt x="2239328" y="11592"/>
                </a:cubicBezTo>
                <a:cubicBezTo>
                  <a:pt x="2445068" y="98269"/>
                  <a:pt x="2185035" y="392592"/>
                  <a:pt x="2364105" y="378304"/>
                </a:cubicBezTo>
                <a:cubicBezTo>
                  <a:pt x="2543175" y="364017"/>
                  <a:pt x="2777490" y="123035"/>
                  <a:pt x="2996565" y="133512"/>
                </a:cubicBezTo>
                <a:cubicBezTo>
                  <a:pt x="3118485" y="139227"/>
                  <a:pt x="3330893" y="446885"/>
                  <a:pt x="3665220" y="343062"/>
                </a:cubicBezTo>
              </a:path>
            </a:pathLst>
          </a:custGeom>
          <a:noFill/>
          <a:ln w="3869" cap="flat">
            <a:solidFill>
              <a:schemeClr val="accent1">
                <a:alpha val="3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D3777D-C95A-FD51-4FED-29CFEE7CD8F0}"/>
              </a:ext>
            </a:extLst>
          </p:cNvPr>
          <p:cNvSpPr/>
          <p:nvPr/>
        </p:nvSpPr>
        <p:spPr>
          <a:xfrm rot="1101717">
            <a:off x="-9554293" y="3600615"/>
            <a:ext cx="17715058" cy="2193950"/>
          </a:xfrm>
          <a:custGeom>
            <a:avLst/>
            <a:gdLst>
              <a:gd name="connsiteX0" fmla="*/ 0 w 3691889"/>
              <a:gd name="connsiteY0" fmla="*/ 351409 h 474466"/>
              <a:gd name="connsiteX1" fmla="*/ 695325 w 3691889"/>
              <a:gd name="connsiteY1" fmla="*/ 29464 h 474466"/>
              <a:gd name="connsiteX2" fmla="*/ 1569720 w 3691889"/>
              <a:gd name="connsiteY2" fmla="*/ 468567 h 474466"/>
              <a:gd name="connsiteX3" fmla="*/ 2220278 w 3691889"/>
              <a:gd name="connsiteY3" fmla="*/ 10414 h 474466"/>
              <a:gd name="connsiteX4" fmla="*/ 2281238 w 3691889"/>
              <a:gd name="connsiteY4" fmla="*/ 419989 h 474466"/>
              <a:gd name="connsiteX5" fmla="*/ 2942273 w 3691889"/>
              <a:gd name="connsiteY5" fmla="*/ 151384 h 474466"/>
              <a:gd name="connsiteX6" fmla="*/ 3691890 w 3691889"/>
              <a:gd name="connsiteY6" fmla="*/ 384747 h 474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91889" h="474466">
                <a:moveTo>
                  <a:pt x="0" y="351409"/>
                </a:moveTo>
                <a:cubicBezTo>
                  <a:pt x="436245" y="344742"/>
                  <a:pt x="412433" y="889"/>
                  <a:pt x="695325" y="29464"/>
                </a:cubicBezTo>
                <a:cubicBezTo>
                  <a:pt x="978218" y="58039"/>
                  <a:pt x="1256348" y="532384"/>
                  <a:pt x="1569720" y="468567"/>
                </a:cubicBezTo>
                <a:cubicBezTo>
                  <a:pt x="1884045" y="404750"/>
                  <a:pt x="2013585" y="-76263"/>
                  <a:pt x="2220278" y="10414"/>
                </a:cubicBezTo>
                <a:cubicBezTo>
                  <a:pt x="2426018" y="97092"/>
                  <a:pt x="2103120" y="433325"/>
                  <a:pt x="2281238" y="419989"/>
                </a:cubicBezTo>
                <a:cubicBezTo>
                  <a:pt x="2460308" y="405702"/>
                  <a:pt x="2703195" y="138050"/>
                  <a:pt x="2942273" y="151384"/>
                </a:cubicBezTo>
                <a:cubicBezTo>
                  <a:pt x="3063240" y="158052"/>
                  <a:pt x="3358515" y="513334"/>
                  <a:pt x="3691890" y="384747"/>
                </a:cubicBezTo>
              </a:path>
            </a:pathLst>
          </a:custGeom>
          <a:noFill/>
          <a:ln w="4167" cap="flat">
            <a:solidFill>
              <a:schemeClr val="accent1">
                <a:alpha val="3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E49D68-C222-51F9-39C1-B17FA6CAD31D}"/>
              </a:ext>
            </a:extLst>
          </p:cNvPr>
          <p:cNvSpPr/>
          <p:nvPr/>
        </p:nvSpPr>
        <p:spPr>
          <a:xfrm rot="1101717">
            <a:off x="-9489737" y="3540098"/>
            <a:ext cx="17852172" cy="2441429"/>
          </a:xfrm>
          <a:custGeom>
            <a:avLst/>
            <a:gdLst>
              <a:gd name="connsiteX0" fmla="*/ 0 w 3720464"/>
              <a:gd name="connsiteY0" fmla="*/ 385690 h 527986"/>
              <a:gd name="connsiteX1" fmla="*/ 683895 w 3720464"/>
              <a:gd name="connsiteY1" fmla="*/ 6596 h 527986"/>
              <a:gd name="connsiteX2" fmla="*/ 1562100 w 3720464"/>
              <a:gd name="connsiteY2" fmla="*/ 522851 h 527986"/>
              <a:gd name="connsiteX3" fmla="*/ 2202180 w 3720464"/>
              <a:gd name="connsiteY3" fmla="*/ 9453 h 527986"/>
              <a:gd name="connsiteX4" fmla="*/ 2200275 w 3720464"/>
              <a:gd name="connsiteY4" fmla="*/ 461890 h 527986"/>
              <a:gd name="connsiteX5" fmla="*/ 2889885 w 3720464"/>
              <a:gd name="connsiteY5" fmla="*/ 170426 h 527986"/>
              <a:gd name="connsiteX6" fmla="*/ 3720465 w 3720464"/>
              <a:gd name="connsiteY6" fmla="*/ 427601 h 527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20464" h="527986">
                <a:moveTo>
                  <a:pt x="0" y="385690"/>
                </a:moveTo>
                <a:cubicBezTo>
                  <a:pt x="436245" y="379023"/>
                  <a:pt x="400050" y="-21979"/>
                  <a:pt x="683895" y="6596"/>
                </a:cubicBezTo>
                <a:cubicBezTo>
                  <a:pt x="966788" y="35171"/>
                  <a:pt x="1247775" y="586668"/>
                  <a:pt x="1562100" y="522851"/>
                </a:cubicBezTo>
                <a:cubicBezTo>
                  <a:pt x="1876425" y="459033"/>
                  <a:pt x="1996440" y="-77224"/>
                  <a:pt x="2202180" y="9453"/>
                </a:cubicBezTo>
                <a:cubicBezTo>
                  <a:pt x="2407920" y="96131"/>
                  <a:pt x="2021205" y="475226"/>
                  <a:pt x="2200275" y="461890"/>
                </a:cubicBezTo>
                <a:cubicBezTo>
                  <a:pt x="2379345" y="447603"/>
                  <a:pt x="2630805" y="153281"/>
                  <a:pt x="2889885" y="170426"/>
                </a:cubicBezTo>
                <a:cubicBezTo>
                  <a:pt x="3010853" y="178046"/>
                  <a:pt x="3387090" y="580001"/>
                  <a:pt x="3720465" y="427601"/>
                </a:cubicBezTo>
              </a:path>
            </a:pathLst>
          </a:custGeom>
          <a:noFill/>
          <a:ln w="4465" cap="flat">
            <a:solidFill>
              <a:schemeClr val="accent1">
                <a:alpha val="2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80F6A1-8CB5-6319-47B8-27AE46794D40}"/>
              </a:ext>
            </a:extLst>
          </p:cNvPr>
          <p:cNvSpPr/>
          <p:nvPr/>
        </p:nvSpPr>
        <p:spPr>
          <a:xfrm rot="1101717">
            <a:off x="-9418241" y="3403194"/>
            <a:ext cx="17989290" cy="2770896"/>
          </a:xfrm>
          <a:custGeom>
            <a:avLst/>
            <a:gdLst>
              <a:gd name="connsiteX0" fmla="*/ 0 w 3749040"/>
              <a:gd name="connsiteY0" fmla="*/ 437528 h 599237"/>
              <a:gd name="connsiteX1" fmla="*/ 672465 w 3749040"/>
              <a:gd name="connsiteY1" fmla="*/ 1283 h 599237"/>
              <a:gd name="connsiteX2" fmla="*/ 1554480 w 3749040"/>
              <a:gd name="connsiteY2" fmla="*/ 594691 h 599237"/>
              <a:gd name="connsiteX3" fmla="*/ 2184083 w 3749040"/>
              <a:gd name="connsiteY3" fmla="*/ 26048 h 599237"/>
              <a:gd name="connsiteX4" fmla="*/ 2119312 w 3749040"/>
              <a:gd name="connsiteY4" fmla="*/ 520396 h 599237"/>
              <a:gd name="connsiteX5" fmla="*/ 2837498 w 3749040"/>
              <a:gd name="connsiteY5" fmla="*/ 205118 h 599237"/>
              <a:gd name="connsiteX6" fmla="*/ 3749040 w 3749040"/>
              <a:gd name="connsiteY6" fmla="*/ 486106 h 599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49040" h="599237">
                <a:moveTo>
                  <a:pt x="0" y="437528"/>
                </a:moveTo>
                <a:cubicBezTo>
                  <a:pt x="436245" y="430861"/>
                  <a:pt x="388620" y="-27292"/>
                  <a:pt x="672465" y="1283"/>
                </a:cubicBezTo>
                <a:cubicBezTo>
                  <a:pt x="955358" y="29858"/>
                  <a:pt x="1240155" y="658508"/>
                  <a:pt x="1554480" y="594691"/>
                </a:cubicBezTo>
                <a:cubicBezTo>
                  <a:pt x="1868805" y="530873"/>
                  <a:pt x="1978343" y="-61582"/>
                  <a:pt x="2184083" y="26048"/>
                </a:cubicBezTo>
                <a:cubicBezTo>
                  <a:pt x="2389823" y="112726"/>
                  <a:pt x="1940243" y="534683"/>
                  <a:pt x="2119312" y="520396"/>
                </a:cubicBezTo>
                <a:cubicBezTo>
                  <a:pt x="2298383" y="506108"/>
                  <a:pt x="2558415" y="185116"/>
                  <a:pt x="2837498" y="205118"/>
                </a:cubicBezTo>
                <a:cubicBezTo>
                  <a:pt x="2958465" y="213691"/>
                  <a:pt x="3415665" y="662318"/>
                  <a:pt x="3749040" y="486106"/>
                </a:cubicBezTo>
              </a:path>
            </a:pathLst>
          </a:custGeom>
          <a:noFill/>
          <a:ln w="4763" cap="flat">
            <a:solidFill>
              <a:schemeClr val="accent1">
                <a:alpha val="39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F73F2513-19A2-AFF5-2446-2140F9AAD8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1885" y="1292796"/>
            <a:ext cx="1927701" cy="4171036"/>
          </a:xfrm>
          <a:prstGeom prst="roundRect">
            <a:avLst>
              <a:gd name="adj" fmla="val 10500"/>
            </a:avLst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DBCDABC-DFE0-82CE-E900-00B6ECB1DD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12001" y="1747068"/>
            <a:ext cx="1927701" cy="4171036"/>
          </a:xfrm>
          <a:prstGeom prst="roundRect">
            <a:avLst>
              <a:gd name="adj" fmla="val 12398"/>
            </a:avLst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3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16">
            <a:extLst>
              <a:ext uri="{FF2B5EF4-FFF2-40B4-BE49-F238E27FC236}">
                <a16:creationId xmlns:a16="http://schemas.microsoft.com/office/drawing/2014/main" id="{DFCF5289-4126-102E-946D-FB39D58E35E2}"/>
              </a:ext>
            </a:extLst>
          </p:cNvPr>
          <p:cNvGrpSpPr/>
          <p:nvPr userDrawn="1"/>
        </p:nvGrpSpPr>
        <p:grpSpPr>
          <a:xfrm rot="20494353">
            <a:off x="154963" y="4496834"/>
            <a:ext cx="18592604" cy="2770896"/>
            <a:chOff x="4306249" y="4678348"/>
            <a:chExt cx="3874773" cy="599237"/>
          </a:xfrm>
          <a:noFill/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3443525-F5B4-96EE-9C74-2A90D1781E38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79069FF-F63F-B1C6-E794-5E9F431BAD00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1F4A48-5B07-25FC-8921-830884B9154B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D53CADC-7EAE-DC8A-CCFD-696AA88EDEAB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377ACBF-9BAA-5E09-B0A1-7DC87B59EF16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46F5796-4EC1-3CBD-46F8-62F08DE9E440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C4372A4-6DAB-3367-3FA1-7BC3E7FA1452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4FD5D8E-6A26-B2B6-2F6E-95C53FEEED45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AD102FF-9440-E67D-E410-9C226390407A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7067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07E198CF-6CC7-AE22-20FD-4A5E08173A42}"/>
              </a:ext>
            </a:extLst>
          </p:cNvPr>
          <p:cNvSpPr/>
          <p:nvPr userDrawn="1"/>
        </p:nvSpPr>
        <p:spPr>
          <a:xfrm>
            <a:off x="1019175" y="3496138"/>
            <a:ext cx="1737304" cy="1737304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7B7512-FD56-BE41-726C-E516B80FEE87}"/>
              </a:ext>
            </a:extLst>
          </p:cNvPr>
          <p:cNvSpPr/>
          <p:nvPr userDrawn="1"/>
        </p:nvSpPr>
        <p:spPr>
          <a:xfrm>
            <a:off x="6322695" y="3496138"/>
            <a:ext cx="1737304" cy="1737304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grpSp>
        <p:nvGrpSpPr>
          <p:cNvPr id="7" name="Graphic 16">
            <a:extLst>
              <a:ext uri="{FF2B5EF4-FFF2-40B4-BE49-F238E27FC236}">
                <a16:creationId xmlns:a16="http://schemas.microsoft.com/office/drawing/2014/main" id="{C35CA655-E6E4-1D06-CB4F-365C6B16A52E}"/>
              </a:ext>
            </a:extLst>
          </p:cNvPr>
          <p:cNvGrpSpPr/>
          <p:nvPr userDrawn="1"/>
        </p:nvGrpSpPr>
        <p:grpSpPr>
          <a:xfrm>
            <a:off x="-3818055" y="4364262"/>
            <a:ext cx="18592604" cy="2770896"/>
            <a:chOff x="4306249" y="4678348"/>
            <a:chExt cx="3874773" cy="599237"/>
          </a:xfrm>
          <a:noFill/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A6E7957-E6B5-D00F-A94E-90F64A095A90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3C6758C-FD00-D8AC-3E7E-E75DB5CD5A61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B566794-898D-499F-66B0-E3B24BDAF236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B0B9DE6-8FF7-CA56-9D02-B0E9F801BE98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F239F95-C3F4-C15F-9213-CB97764A4691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E54EA0A-A4C0-BCD0-FE64-FAAD32BC373F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3915AF1-099D-EBA4-6E88-9424722B19EA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6C670B3-8B94-2965-5B2F-1A3657B61CD5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A7053E2-72DE-A982-037B-E615FD2889F0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</p:grpSp>
      <p:grpSp>
        <p:nvGrpSpPr>
          <p:cNvPr id="24" name="Graphic 16">
            <a:extLst>
              <a:ext uri="{FF2B5EF4-FFF2-40B4-BE49-F238E27FC236}">
                <a16:creationId xmlns:a16="http://schemas.microsoft.com/office/drawing/2014/main" id="{6A380639-B3C6-5476-5B77-2D681F3F24FD}"/>
              </a:ext>
            </a:extLst>
          </p:cNvPr>
          <p:cNvGrpSpPr/>
          <p:nvPr userDrawn="1"/>
        </p:nvGrpSpPr>
        <p:grpSpPr>
          <a:xfrm>
            <a:off x="-10079959" y="-2175434"/>
            <a:ext cx="18592604" cy="2770896"/>
            <a:chOff x="4306249" y="4678348"/>
            <a:chExt cx="3874773" cy="599237"/>
          </a:xfrm>
          <a:noFill/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0DA59A9-0BC4-BD71-2E83-A326EB806639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C28008A-AB42-9A8D-A135-6F60E6E59801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CAD252F-D217-1E04-6D96-EF1E1D2F0865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609CFCB-4EAF-8ACB-712B-FD375359DC89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929B98E-3DEF-77FB-F697-577033D1146A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2763CFD-A39A-D94D-A5DD-952ACB0CB433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CE0E540-0C3D-0857-5CE6-8A696B43466C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FBE6180-F03E-4F99-6C18-DD9C85A18DEA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EBC219D-7CB9-1657-6C42-C6C6F848D646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just"/>
              <a:endParaRPr lang="en-US"/>
            </a:p>
          </p:txBody>
        </p:sp>
      </p:grp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F223699-34FC-8F93-E53D-CE4F7FF7C4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6283" y="3563246"/>
            <a:ext cx="1603088" cy="1603088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0CAA4DF-6778-17ED-4331-22D76AC221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9803" y="3563246"/>
            <a:ext cx="1603088" cy="1603088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31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16">
            <a:extLst>
              <a:ext uri="{FF2B5EF4-FFF2-40B4-BE49-F238E27FC236}">
                <a16:creationId xmlns:a16="http://schemas.microsoft.com/office/drawing/2014/main" id="{A698B47E-5104-E907-48A6-8F4C2D78BCE6}"/>
              </a:ext>
            </a:extLst>
          </p:cNvPr>
          <p:cNvGrpSpPr/>
          <p:nvPr userDrawn="1"/>
        </p:nvGrpSpPr>
        <p:grpSpPr>
          <a:xfrm rot="20993864">
            <a:off x="-5565669" y="-1824242"/>
            <a:ext cx="18592604" cy="2770896"/>
            <a:chOff x="4306249" y="4678348"/>
            <a:chExt cx="3874773" cy="599237"/>
          </a:xfrm>
          <a:noFill/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ED157587-768C-C953-EE0E-81B35656B267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39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6DA2A7B-B467-00E6-34D2-A6524A827AB4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39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924D538-2963-B7CD-B03B-48CC4628F88D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39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05528B9-24B1-3870-F513-2566B1A912B6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39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6F41D81-435A-4ABA-23A2-79DC1A6505EA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39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2B99ED4-8E99-D1EC-C025-FD859DD82221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39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0FBB829-B9B3-F112-92E4-0A4C4E5DE167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39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532AAE8-EFEB-0A5F-3389-27E0AC25095F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39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BB62454-6DF0-1772-9673-92F26F58FBED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39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" name="Graphic 16">
            <a:extLst>
              <a:ext uri="{FF2B5EF4-FFF2-40B4-BE49-F238E27FC236}">
                <a16:creationId xmlns:a16="http://schemas.microsoft.com/office/drawing/2014/main" id="{2AD911C3-624B-7F46-FB06-36A78CAA4976}"/>
              </a:ext>
            </a:extLst>
          </p:cNvPr>
          <p:cNvGrpSpPr/>
          <p:nvPr userDrawn="1"/>
        </p:nvGrpSpPr>
        <p:grpSpPr>
          <a:xfrm rot="1021598">
            <a:off x="-1500371" y="-1934171"/>
            <a:ext cx="18592604" cy="2770896"/>
            <a:chOff x="4306249" y="4678348"/>
            <a:chExt cx="3874773" cy="599237"/>
          </a:xfrm>
          <a:noFill/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6A0F614-4F97-D6C3-6805-142861CD38C5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709F60-0D69-E842-972E-47F435111BF1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717796D-8175-5EE8-E074-B6952A95BC04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FB56F14-94FF-1B02-24DD-09683CE0651C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DBE0D25-2638-D8B1-3F02-B2D3E2B55607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D3ACDF3-ECFC-2B5F-07D5-AAE18D84DF57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9348B11-50E7-EA59-989B-2CFE863B5D9B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E958406-856F-9A63-B38B-28F798A390F5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EC81C0E-4D0D-8BBB-8DD6-B52DDC8BB5A8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1463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aphic 16">
            <a:extLst>
              <a:ext uri="{FF2B5EF4-FFF2-40B4-BE49-F238E27FC236}">
                <a16:creationId xmlns:a16="http://schemas.microsoft.com/office/drawing/2014/main" id="{C16A7FB4-28BD-773B-B625-D8842D2EC2C8}"/>
              </a:ext>
            </a:extLst>
          </p:cNvPr>
          <p:cNvGrpSpPr/>
          <p:nvPr userDrawn="1"/>
        </p:nvGrpSpPr>
        <p:grpSpPr>
          <a:xfrm>
            <a:off x="-4419939" y="-812559"/>
            <a:ext cx="18592604" cy="2770896"/>
            <a:chOff x="4306249" y="4678348"/>
            <a:chExt cx="3874773" cy="599237"/>
          </a:xfrm>
          <a:noFill/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AD1809C-488E-3CE9-FE4C-AC37E3622F70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F894870-AFFD-DE24-441C-05AFB8E2419A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B5B4DAC-1EB1-5C5F-AD5D-123AE5B51998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C7B9522-A4D6-C7DE-CADE-8594EB4E206A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AE2620-32B6-08DF-32C5-1F1A45F01E4F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027423F-C6C0-DCC4-1670-3C1BBA00A9EC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1D7E7C4-1610-8707-9AD8-DD05C3437AC8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4AEDD59-7536-DA81-7FC9-0CC46C347212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2C5A0A6-5961-5F3E-2276-EF463403445E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9307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16">
            <a:extLst>
              <a:ext uri="{FF2B5EF4-FFF2-40B4-BE49-F238E27FC236}">
                <a16:creationId xmlns:a16="http://schemas.microsoft.com/office/drawing/2014/main" id="{57DEE43D-7FA2-414F-CCDF-8B11A0129B3E}"/>
              </a:ext>
            </a:extLst>
          </p:cNvPr>
          <p:cNvGrpSpPr/>
          <p:nvPr userDrawn="1"/>
        </p:nvGrpSpPr>
        <p:grpSpPr>
          <a:xfrm rot="853231">
            <a:off x="1074654" y="-821961"/>
            <a:ext cx="18592604" cy="2770896"/>
            <a:chOff x="4306249" y="4678348"/>
            <a:chExt cx="3874773" cy="599237"/>
          </a:xfrm>
          <a:noFill/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500AC9B-8060-9283-0796-15EEA52BE12F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3840255-C2FD-8402-3F35-EE04D4D880EC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E846507-6654-D8BB-2D5B-AD1E3856F58A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46E1FB0-7401-336A-CB7E-76035F8ABC8A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E6514A-EFA5-A74E-E5EE-90E5AC0F7E21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3FC6EEC-F51E-9A85-DAF5-6949F16A6984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4D747A-7178-1343-DC70-6820E2CD06A6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572CBA8-A959-21C5-DD27-66C889FF3E74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8B38111-F26F-4623-0588-DF95809DD318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1520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066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85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7;p36">
            <a:extLst>
              <a:ext uri="{FF2B5EF4-FFF2-40B4-BE49-F238E27FC236}">
                <a16:creationId xmlns:a16="http://schemas.microsoft.com/office/drawing/2014/main" id="{88D224EF-F1C7-8CD0-3BE8-024E897029BE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11808517" y="3321000"/>
            <a:ext cx="1211367" cy="216000"/>
            <a:chOff x="1303954" y="2265104"/>
            <a:chExt cx="3720560" cy="663416"/>
          </a:xfrm>
        </p:grpSpPr>
        <p:sp>
          <p:nvSpPr>
            <p:cNvPr id="3" name="Google Shape;108;p36">
              <a:extLst>
                <a:ext uri="{FF2B5EF4-FFF2-40B4-BE49-F238E27FC236}">
                  <a16:creationId xmlns:a16="http://schemas.microsoft.com/office/drawing/2014/main" id="{D12E24CE-7E00-1F07-8700-E2E40E63650E}"/>
                </a:ext>
              </a:extLst>
            </p:cNvPr>
            <p:cNvSpPr/>
            <p:nvPr/>
          </p:nvSpPr>
          <p:spPr>
            <a:xfrm>
              <a:off x="1303954" y="2333113"/>
              <a:ext cx="415671" cy="576738"/>
            </a:xfrm>
            <a:custGeom>
              <a:avLst/>
              <a:gdLst/>
              <a:ahLst/>
              <a:cxnLst/>
              <a:rect l="l" t="t" r="r" b="b"/>
              <a:pathLst>
                <a:path w="415671" h="576738" extrusionOk="0">
                  <a:moveTo>
                    <a:pt x="17907" y="576739"/>
                  </a:moveTo>
                  <a:cubicBezTo>
                    <a:pt x="13335" y="576739"/>
                    <a:pt x="9239" y="574643"/>
                    <a:pt x="5525" y="570548"/>
                  </a:cubicBezTo>
                  <a:cubicBezTo>
                    <a:pt x="1905" y="566452"/>
                    <a:pt x="0" y="561308"/>
                    <a:pt x="0" y="555308"/>
                  </a:cubicBezTo>
                  <a:lnTo>
                    <a:pt x="0" y="21431"/>
                  </a:lnTo>
                  <a:cubicBezTo>
                    <a:pt x="0" y="15430"/>
                    <a:pt x="1810" y="10287"/>
                    <a:pt x="5525" y="6191"/>
                  </a:cubicBezTo>
                  <a:cubicBezTo>
                    <a:pt x="9144" y="2095"/>
                    <a:pt x="13335" y="0"/>
                    <a:pt x="17907" y="0"/>
                  </a:cubicBezTo>
                  <a:lnTo>
                    <a:pt x="218123" y="0"/>
                  </a:lnTo>
                  <a:cubicBezTo>
                    <a:pt x="257937" y="0"/>
                    <a:pt x="292513" y="7144"/>
                    <a:pt x="322040" y="21431"/>
                  </a:cubicBezTo>
                  <a:cubicBezTo>
                    <a:pt x="351568" y="35719"/>
                    <a:pt x="374523" y="57436"/>
                    <a:pt x="391001" y="86487"/>
                  </a:cubicBezTo>
                  <a:cubicBezTo>
                    <a:pt x="407480" y="115634"/>
                    <a:pt x="415671" y="152114"/>
                    <a:pt x="415671" y="196024"/>
                  </a:cubicBezTo>
                  <a:cubicBezTo>
                    <a:pt x="415671" y="239935"/>
                    <a:pt x="407480" y="276130"/>
                    <a:pt x="391001" y="304419"/>
                  </a:cubicBezTo>
                  <a:cubicBezTo>
                    <a:pt x="374523" y="332708"/>
                    <a:pt x="351568" y="353473"/>
                    <a:pt x="322040" y="366617"/>
                  </a:cubicBezTo>
                  <a:cubicBezTo>
                    <a:pt x="292513" y="379762"/>
                    <a:pt x="257937" y="386429"/>
                    <a:pt x="218123" y="386429"/>
                  </a:cubicBezTo>
                  <a:lnTo>
                    <a:pt x="152972" y="386429"/>
                  </a:lnTo>
                  <a:lnTo>
                    <a:pt x="152972" y="555308"/>
                  </a:lnTo>
                  <a:cubicBezTo>
                    <a:pt x="152972" y="561404"/>
                    <a:pt x="151257" y="566452"/>
                    <a:pt x="147828" y="570548"/>
                  </a:cubicBezTo>
                  <a:cubicBezTo>
                    <a:pt x="144399" y="574643"/>
                    <a:pt x="140208" y="576739"/>
                    <a:pt x="135160" y="576739"/>
                  </a:cubicBezTo>
                  <a:lnTo>
                    <a:pt x="17907" y="576739"/>
                  </a:lnTo>
                  <a:close/>
                  <a:moveTo>
                    <a:pt x="150305" y="253746"/>
                  </a:moveTo>
                  <a:lnTo>
                    <a:pt x="214789" y="253746"/>
                  </a:lnTo>
                  <a:cubicBezTo>
                    <a:pt x="228029" y="253746"/>
                    <a:pt x="239363" y="248984"/>
                    <a:pt x="248698" y="239363"/>
                  </a:cubicBezTo>
                  <a:cubicBezTo>
                    <a:pt x="258032" y="229743"/>
                    <a:pt x="262795" y="214789"/>
                    <a:pt x="262795" y="194500"/>
                  </a:cubicBezTo>
                  <a:cubicBezTo>
                    <a:pt x="262795" y="178594"/>
                    <a:pt x="259175" y="164402"/>
                    <a:pt x="251841" y="152114"/>
                  </a:cubicBezTo>
                  <a:cubicBezTo>
                    <a:pt x="244507" y="139732"/>
                    <a:pt x="232220" y="133541"/>
                    <a:pt x="214789" y="133541"/>
                  </a:cubicBezTo>
                  <a:lnTo>
                    <a:pt x="150305" y="133541"/>
                  </a:lnTo>
                  <a:lnTo>
                    <a:pt x="150305" y="253841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09;p36">
              <a:extLst>
                <a:ext uri="{FF2B5EF4-FFF2-40B4-BE49-F238E27FC236}">
                  <a16:creationId xmlns:a16="http://schemas.microsoft.com/office/drawing/2014/main" id="{67FC6E04-6EEA-A013-1E83-94EBFDE45562}"/>
                </a:ext>
              </a:extLst>
            </p:cNvPr>
            <p:cNvSpPr/>
            <p:nvPr/>
          </p:nvSpPr>
          <p:spPr>
            <a:xfrm>
              <a:off x="1777823" y="2333113"/>
              <a:ext cx="415670" cy="576738"/>
            </a:xfrm>
            <a:custGeom>
              <a:avLst/>
              <a:gdLst/>
              <a:ahLst/>
              <a:cxnLst/>
              <a:rect l="l" t="t" r="r" b="b"/>
              <a:pathLst>
                <a:path w="415670" h="576738" extrusionOk="0">
                  <a:moveTo>
                    <a:pt x="17907" y="576739"/>
                  </a:moveTo>
                  <a:cubicBezTo>
                    <a:pt x="13335" y="576739"/>
                    <a:pt x="9239" y="574643"/>
                    <a:pt x="5524" y="570548"/>
                  </a:cubicBezTo>
                  <a:cubicBezTo>
                    <a:pt x="1905" y="566452"/>
                    <a:pt x="0" y="561308"/>
                    <a:pt x="0" y="555308"/>
                  </a:cubicBezTo>
                  <a:lnTo>
                    <a:pt x="0" y="21431"/>
                  </a:lnTo>
                  <a:cubicBezTo>
                    <a:pt x="0" y="15430"/>
                    <a:pt x="1810" y="10287"/>
                    <a:pt x="5524" y="6191"/>
                  </a:cubicBezTo>
                  <a:cubicBezTo>
                    <a:pt x="9144" y="2095"/>
                    <a:pt x="13335" y="0"/>
                    <a:pt x="17907" y="0"/>
                  </a:cubicBezTo>
                  <a:lnTo>
                    <a:pt x="218122" y="0"/>
                  </a:lnTo>
                  <a:cubicBezTo>
                    <a:pt x="257937" y="0"/>
                    <a:pt x="292513" y="7144"/>
                    <a:pt x="322040" y="21431"/>
                  </a:cubicBezTo>
                  <a:cubicBezTo>
                    <a:pt x="351568" y="35719"/>
                    <a:pt x="374523" y="57436"/>
                    <a:pt x="391001" y="86487"/>
                  </a:cubicBezTo>
                  <a:cubicBezTo>
                    <a:pt x="407479" y="115634"/>
                    <a:pt x="415671" y="152114"/>
                    <a:pt x="415671" y="196024"/>
                  </a:cubicBezTo>
                  <a:cubicBezTo>
                    <a:pt x="415671" y="239935"/>
                    <a:pt x="407479" y="276130"/>
                    <a:pt x="391001" y="304419"/>
                  </a:cubicBezTo>
                  <a:cubicBezTo>
                    <a:pt x="374523" y="332708"/>
                    <a:pt x="351568" y="353473"/>
                    <a:pt x="322040" y="366617"/>
                  </a:cubicBezTo>
                  <a:cubicBezTo>
                    <a:pt x="292513" y="379762"/>
                    <a:pt x="257937" y="386429"/>
                    <a:pt x="218122" y="386429"/>
                  </a:cubicBezTo>
                  <a:lnTo>
                    <a:pt x="152972" y="386429"/>
                  </a:lnTo>
                  <a:lnTo>
                    <a:pt x="152972" y="555308"/>
                  </a:lnTo>
                  <a:cubicBezTo>
                    <a:pt x="152972" y="561404"/>
                    <a:pt x="151257" y="566452"/>
                    <a:pt x="147828" y="570548"/>
                  </a:cubicBezTo>
                  <a:cubicBezTo>
                    <a:pt x="144399" y="574643"/>
                    <a:pt x="140208" y="576739"/>
                    <a:pt x="135160" y="576739"/>
                  </a:cubicBezTo>
                  <a:lnTo>
                    <a:pt x="17907" y="576739"/>
                  </a:lnTo>
                  <a:close/>
                  <a:moveTo>
                    <a:pt x="150304" y="253746"/>
                  </a:moveTo>
                  <a:lnTo>
                    <a:pt x="214789" y="253746"/>
                  </a:lnTo>
                  <a:cubicBezTo>
                    <a:pt x="228028" y="253746"/>
                    <a:pt x="239363" y="248984"/>
                    <a:pt x="248698" y="239363"/>
                  </a:cubicBezTo>
                  <a:cubicBezTo>
                    <a:pt x="258032" y="229743"/>
                    <a:pt x="262795" y="214789"/>
                    <a:pt x="262795" y="194500"/>
                  </a:cubicBezTo>
                  <a:cubicBezTo>
                    <a:pt x="262795" y="178594"/>
                    <a:pt x="259175" y="164402"/>
                    <a:pt x="251841" y="152114"/>
                  </a:cubicBezTo>
                  <a:cubicBezTo>
                    <a:pt x="244507" y="139732"/>
                    <a:pt x="232220" y="133541"/>
                    <a:pt x="214789" y="133541"/>
                  </a:cubicBezTo>
                  <a:lnTo>
                    <a:pt x="150304" y="133541"/>
                  </a:lnTo>
                  <a:lnTo>
                    <a:pt x="150304" y="253841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10;p36">
              <a:extLst>
                <a:ext uri="{FF2B5EF4-FFF2-40B4-BE49-F238E27FC236}">
                  <a16:creationId xmlns:a16="http://schemas.microsoft.com/office/drawing/2014/main" id="{41F487B9-C368-D667-D1EC-3548C08FC5D3}"/>
                </a:ext>
              </a:extLst>
            </p:cNvPr>
            <p:cNvSpPr/>
            <p:nvPr/>
          </p:nvSpPr>
          <p:spPr>
            <a:xfrm>
              <a:off x="2222450" y="2333113"/>
              <a:ext cx="421004" cy="576738"/>
            </a:xfrm>
            <a:custGeom>
              <a:avLst/>
              <a:gdLst/>
              <a:ahLst/>
              <a:cxnLst/>
              <a:rect l="l" t="t" r="r" b="b"/>
              <a:pathLst>
                <a:path w="421004" h="576738" extrusionOk="0">
                  <a:moveTo>
                    <a:pt x="153543" y="576739"/>
                  </a:moveTo>
                  <a:cubicBezTo>
                    <a:pt x="148495" y="576739"/>
                    <a:pt x="144304" y="574643"/>
                    <a:pt x="140875" y="570548"/>
                  </a:cubicBezTo>
                  <a:cubicBezTo>
                    <a:pt x="137446" y="566452"/>
                    <a:pt x="135731" y="561308"/>
                    <a:pt x="135731" y="555308"/>
                  </a:cubicBezTo>
                  <a:lnTo>
                    <a:pt x="135731" y="153257"/>
                  </a:lnTo>
                  <a:lnTo>
                    <a:pt x="17812" y="153257"/>
                  </a:lnTo>
                  <a:cubicBezTo>
                    <a:pt x="12764" y="153257"/>
                    <a:pt x="8573" y="151162"/>
                    <a:pt x="5144" y="147066"/>
                  </a:cubicBezTo>
                  <a:cubicBezTo>
                    <a:pt x="1715" y="142970"/>
                    <a:pt x="0" y="137827"/>
                    <a:pt x="0" y="131826"/>
                  </a:cubicBezTo>
                  <a:lnTo>
                    <a:pt x="0" y="21431"/>
                  </a:lnTo>
                  <a:cubicBezTo>
                    <a:pt x="0" y="15430"/>
                    <a:pt x="1715" y="10287"/>
                    <a:pt x="5144" y="6191"/>
                  </a:cubicBezTo>
                  <a:cubicBezTo>
                    <a:pt x="8573" y="2095"/>
                    <a:pt x="12764" y="0"/>
                    <a:pt x="17812" y="0"/>
                  </a:cubicBezTo>
                  <a:lnTo>
                    <a:pt x="403193" y="0"/>
                  </a:lnTo>
                  <a:cubicBezTo>
                    <a:pt x="408242" y="0"/>
                    <a:pt x="412433" y="2095"/>
                    <a:pt x="415862" y="6191"/>
                  </a:cubicBezTo>
                  <a:cubicBezTo>
                    <a:pt x="419291" y="10287"/>
                    <a:pt x="421005" y="15430"/>
                    <a:pt x="421005" y="21431"/>
                  </a:cubicBezTo>
                  <a:lnTo>
                    <a:pt x="421005" y="131826"/>
                  </a:lnTo>
                  <a:cubicBezTo>
                    <a:pt x="421005" y="137922"/>
                    <a:pt x="419291" y="142970"/>
                    <a:pt x="415862" y="147066"/>
                  </a:cubicBezTo>
                  <a:cubicBezTo>
                    <a:pt x="412433" y="151162"/>
                    <a:pt x="408242" y="153257"/>
                    <a:pt x="403193" y="153257"/>
                  </a:cubicBezTo>
                  <a:lnTo>
                    <a:pt x="285274" y="153257"/>
                  </a:lnTo>
                  <a:lnTo>
                    <a:pt x="285274" y="555308"/>
                  </a:lnTo>
                  <a:cubicBezTo>
                    <a:pt x="285274" y="561404"/>
                    <a:pt x="283559" y="566452"/>
                    <a:pt x="280130" y="570548"/>
                  </a:cubicBezTo>
                  <a:cubicBezTo>
                    <a:pt x="276701" y="574643"/>
                    <a:pt x="272510" y="576739"/>
                    <a:pt x="267462" y="576739"/>
                  </a:cubicBezTo>
                  <a:lnTo>
                    <a:pt x="153638" y="576739"/>
                  </a:lnTo>
                  <a:close/>
                </a:path>
              </a:pathLst>
            </a:custGeom>
            <a:solidFill>
              <a:srgbClr val="783E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11;p36">
              <a:extLst>
                <a:ext uri="{FF2B5EF4-FFF2-40B4-BE49-F238E27FC236}">
                  <a16:creationId xmlns:a16="http://schemas.microsoft.com/office/drawing/2014/main" id="{8002A2ED-F93B-C8C2-916D-21F3E5929D32}"/>
                </a:ext>
              </a:extLst>
            </p:cNvPr>
            <p:cNvSpPr/>
            <p:nvPr/>
          </p:nvSpPr>
          <p:spPr>
            <a:xfrm>
              <a:off x="2655837" y="2329112"/>
              <a:ext cx="642556" cy="586168"/>
            </a:xfrm>
            <a:custGeom>
              <a:avLst/>
              <a:gdLst/>
              <a:ahLst/>
              <a:cxnLst/>
              <a:rect l="l" t="t" r="r" b="b"/>
              <a:pathLst>
                <a:path w="642556" h="586168" extrusionOk="0">
                  <a:moveTo>
                    <a:pt x="635318" y="23908"/>
                  </a:moveTo>
                  <a:cubicBezTo>
                    <a:pt x="640080" y="29813"/>
                    <a:pt x="642557" y="37624"/>
                    <a:pt x="642557" y="47244"/>
                  </a:cubicBezTo>
                  <a:cubicBezTo>
                    <a:pt x="642557" y="78772"/>
                    <a:pt x="625602" y="93440"/>
                    <a:pt x="591788" y="91154"/>
                  </a:cubicBezTo>
                  <a:lnTo>
                    <a:pt x="567785" y="89059"/>
                  </a:lnTo>
                  <a:cubicBezTo>
                    <a:pt x="540830" y="86773"/>
                    <a:pt x="513969" y="84963"/>
                    <a:pt x="487204" y="83534"/>
                  </a:cubicBezTo>
                  <a:cubicBezTo>
                    <a:pt x="460438" y="82106"/>
                    <a:pt x="432435" y="81439"/>
                    <a:pt x="403193" y="81439"/>
                  </a:cubicBezTo>
                  <a:lnTo>
                    <a:pt x="372332" y="81439"/>
                  </a:lnTo>
                  <a:cubicBezTo>
                    <a:pt x="366808" y="149066"/>
                    <a:pt x="361093" y="210788"/>
                    <a:pt x="355187" y="266605"/>
                  </a:cubicBezTo>
                  <a:lnTo>
                    <a:pt x="473107" y="264509"/>
                  </a:lnTo>
                  <a:cubicBezTo>
                    <a:pt x="490061" y="264509"/>
                    <a:pt x="501301" y="267462"/>
                    <a:pt x="507016" y="273463"/>
                  </a:cubicBezTo>
                  <a:cubicBezTo>
                    <a:pt x="512731" y="279368"/>
                    <a:pt x="515588" y="287369"/>
                    <a:pt x="515588" y="297466"/>
                  </a:cubicBezTo>
                  <a:cubicBezTo>
                    <a:pt x="515588" y="312992"/>
                    <a:pt x="511016" y="325279"/>
                    <a:pt x="501872" y="334137"/>
                  </a:cubicBezTo>
                  <a:cubicBezTo>
                    <a:pt x="492728" y="343091"/>
                    <a:pt x="479679" y="347472"/>
                    <a:pt x="462820" y="347472"/>
                  </a:cubicBezTo>
                  <a:lnTo>
                    <a:pt x="345567" y="347472"/>
                  </a:lnTo>
                  <a:lnTo>
                    <a:pt x="341471" y="377000"/>
                  </a:lnTo>
                  <a:cubicBezTo>
                    <a:pt x="331851" y="452438"/>
                    <a:pt x="311372" y="506159"/>
                    <a:pt x="280130" y="538163"/>
                  </a:cubicBezTo>
                  <a:cubicBezTo>
                    <a:pt x="248793" y="570167"/>
                    <a:pt x="205740" y="586169"/>
                    <a:pt x="150876" y="586169"/>
                  </a:cubicBezTo>
                  <a:cubicBezTo>
                    <a:pt x="119825" y="586169"/>
                    <a:pt x="91250" y="579406"/>
                    <a:pt x="65151" y="565976"/>
                  </a:cubicBezTo>
                  <a:cubicBezTo>
                    <a:pt x="39053" y="552450"/>
                    <a:pt x="19907" y="536162"/>
                    <a:pt x="7525" y="516922"/>
                  </a:cubicBezTo>
                  <a:cubicBezTo>
                    <a:pt x="2476" y="509111"/>
                    <a:pt x="0" y="499777"/>
                    <a:pt x="0" y="488823"/>
                  </a:cubicBezTo>
                  <a:cubicBezTo>
                    <a:pt x="0" y="477869"/>
                    <a:pt x="2667" y="468249"/>
                    <a:pt x="7906" y="460057"/>
                  </a:cubicBezTo>
                  <a:cubicBezTo>
                    <a:pt x="13145" y="451866"/>
                    <a:pt x="19717" y="447675"/>
                    <a:pt x="27432" y="447675"/>
                  </a:cubicBezTo>
                  <a:cubicBezTo>
                    <a:pt x="32957" y="447675"/>
                    <a:pt x="38291" y="449485"/>
                    <a:pt x="43529" y="453200"/>
                  </a:cubicBezTo>
                  <a:cubicBezTo>
                    <a:pt x="48768" y="456819"/>
                    <a:pt x="55531" y="463963"/>
                    <a:pt x="63722" y="474440"/>
                  </a:cubicBezTo>
                  <a:cubicBezTo>
                    <a:pt x="85630" y="503206"/>
                    <a:pt x="112871" y="517684"/>
                    <a:pt x="145351" y="517684"/>
                  </a:cubicBezTo>
                  <a:cubicBezTo>
                    <a:pt x="171450" y="517684"/>
                    <a:pt x="193262" y="507016"/>
                    <a:pt x="210884" y="485775"/>
                  </a:cubicBezTo>
                  <a:cubicBezTo>
                    <a:pt x="228505" y="464534"/>
                    <a:pt x="239840" y="431006"/>
                    <a:pt x="244792" y="385286"/>
                  </a:cubicBezTo>
                  <a:lnTo>
                    <a:pt x="248888" y="347567"/>
                  </a:lnTo>
                  <a:lnTo>
                    <a:pt x="215932" y="347567"/>
                  </a:lnTo>
                  <a:cubicBezTo>
                    <a:pt x="205454" y="347567"/>
                    <a:pt x="196405" y="344615"/>
                    <a:pt x="188881" y="338614"/>
                  </a:cubicBezTo>
                  <a:cubicBezTo>
                    <a:pt x="181356" y="332708"/>
                    <a:pt x="177546" y="324231"/>
                    <a:pt x="177546" y="313277"/>
                  </a:cubicBezTo>
                  <a:cubicBezTo>
                    <a:pt x="177546" y="299085"/>
                    <a:pt x="181166" y="288227"/>
                    <a:pt x="188500" y="280702"/>
                  </a:cubicBezTo>
                  <a:cubicBezTo>
                    <a:pt x="195834" y="273177"/>
                    <a:pt x="206597" y="269367"/>
                    <a:pt x="220694" y="269367"/>
                  </a:cubicBezTo>
                  <a:cubicBezTo>
                    <a:pt x="233458" y="269367"/>
                    <a:pt x="246031" y="269177"/>
                    <a:pt x="258413" y="268700"/>
                  </a:cubicBezTo>
                  <a:cubicBezTo>
                    <a:pt x="263938" y="218408"/>
                    <a:pt x="269843" y="157353"/>
                    <a:pt x="276225" y="85630"/>
                  </a:cubicBezTo>
                  <a:cubicBezTo>
                    <a:pt x="226886" y="90202"/>
                    <a:pt x="192119" y="98203"/>
                    <a:pt x="172021" y="109633"/>
                  </a:cubicBezTo>
                  <a:cubicBezTo>
                    <a:pt x="151924" y="121063"/>
                    <a:pt x="141827" y="138017"/>
                    <a:pt x="141827" y="160401"/>
                  </a:cubicBezTo>
                  <a:cubicBezTo>
                    <a:pt x="141827" y="175927"/>
                    <a:pt x="146399" y="190786"/>
                    <a:pt x="155543" y="204978"/>
                  </a:cubicBezTo>
                  <a:cubicBezTo>
                    <a:pt x="158305" y="209074"/>
                    <a:pt x="159639" y="213170"/>
                    <a:pt x="159639" y="217361"/>
                  </a:cubicBezTo>
                  <a:cubicBezTo>
                    <a:pt x="159639" y="225552"/>
                    <a:pt x="155067" y="232791"/>
                    <a:pt x="145923" y="238982"/>
                  </a:cubicBezTo>
                  <a:cubicBezTo>
                    <a:pt x="136779" y="245174"/>
                    <a:pt x="126492" y="248222"/>
                    <a:pt x="115062" y="248222"/>
                  </a:cubicBezTo>
                  <a:cubicBezTo>
                    <a:pt x="102679" y="248222"/>
                    <a:pt x="92202" y="244602"/>
                    <a:pt x="83534" y="237268"/>
                  </a:cubicBezTo>
                  <a:cubicBezTo>
                    <a:pt x="78010" y="232696"/>
                    <a:pt x="72771" y="223361"/>
                    <a:pt x="67723" y="209169"/>
                  </a:cubicBezTo>
                  <a:cubicBezTo>
                    <a:pt x="62675" y="194977"/>
                    <a:pt x="60198" y="179261"/>
                    <a:pt x="60198" y="161830"/>
                  </a:cubicBezTo>
                  <a:cubicBezTo>
                    <a:pt x="60198" y="105156"/>
                    <a:pt x="89345" y="64008"/>
                    <a:pt x="147638" y="38386"/>
                  </a:cubicBezTo>
                  <a:cubicBezTo>
                    <a:pt x="205930" y="12764"/>
                    <a:pt x="291084" y="0"/>
                    <a:pt x="403098" y="0"/>
                  </a:cubicBezTo>
                  <a:cubicBezTo>
                    <a:pt x="480822" y="0"/>
                    <a:pt x="549402" y="4096"/>
                    <a:pt x="608838" y="12383"/>
                  </a:cubicBezTo>
                  <a:cubicBezTo>
                    <a:pt x="621601" y="14192"/>
                    <a:pt x="630460" y="18097"/>
                    <a:pt x="635222" y="2400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12;p36">
              <a:extLst>
                <a:ext uri="{FF2B5EF4-FFF2-40B4-BE49-F238E27FC236}">
                  <a16:creationId xmlns:a16="http://schemas.microsoft.com/office/drawing/2014/main" id="{CF325797-7719-F15F-F5ED-D2E63790F364}"/>
                </a:ext>
              </a:extLst>
            </p:cNvPr>
            <p:cNvSpPr/>
            <p:nvPr/>
          </p:nvSpPr>
          <p:spPr>
            <a:xfrm>
              <a:off x="3178950" y="2590288"/>
              <a:ext cx="374427" cy="323088"/>
            </a:xfrm>
            <a:custGeom>
              <a:avLst/>
              <a:gdLst/>
              <a:ahLst/>
              <a:cxnLst/>
              <a:rect l="l" t="t" r="r" b="b"/>
              <a:pathLst>
                <a:path w="374427" h="323088" extrusionOk="0">
                  <a:moveTo>
                    <a:pt x="10668" y="295561"/>
                  </a:moveTo>
                  <a:cubicBezTo>
                    <a:pt x="3620" y="277273"/>
                    <a:pt x="0" y="248031"/>
                    <a:pt x="0" y="207740"/>
                  </a:cubicBezTo>
                  <a:cubicBezTo>
                    <a:pt x="0" y="148304"/>
                    <a:pt x="8477" y="91821"/>
                    <a:pt x="25337" y="38386"/>
                  </a:cubicBezTo>
                  <a:cubicBezTo>
                    <a:pt x="29432" y="25146"/>
                    <a:pt x="36195" y="15430"/>
                    <a:pt x="45529" y="9239"/>
                  </a:cubicBezTo>
                  <a:cubicBezTo>
                    <a:pt x="54864" y="3048"/>
                    <a:pt x="68008" y="0"/>
                    <a:pt x="84963" y="0"/>
                  </a:cubicBezTo>
                  <a:cubicBezTo>
                    <a:pt x="94107" y="0"/>
                    <a:pt x="100489" y="1143"/>
                    <a:pt x="104204" y="3429"/>
                  </a:cubicBezTo>
                  <a:cubicBezTo>
                    <a:pt x="107823" y="5715"/>
                    <a:pt x="109728" y="10096"/>
                    <a:pt x="109728" y="16478"/>
                  </a:cubicBezTo>
                  <a:cubicBezTo>
                    <a:pt x="109728" y="23813"/>
                    <a:pt x="106299" y="40291"/>
                    <a:pt x="99441" y="65818"/>
                  </a:cubicBezTo>
                  <a:cubicBezTo>
                    <a:pt x="94869" y="84106"/>
                    <a:pt x="91250" y="100108"/>
                    <a:pt x="88487" y="113824"/>
                  </a:cubicBezTo>
                  <a:cubicBezTo>
                    <a:pt x="85725" y="127540"/>
                    <a:pt x="83439" y="144494"/>
                    <a:pt x="81629" y="164592"/>
                  </a:cubicBezTo>
                  <a:cubicBezTo>
                    <a:pt x="96679" y="125254"/>
                    <a:pt x="113633" y="93250"/>
                    <a:pt x="132398" y="68580"/>
                  </a:cubicBezTo>
                  <a:cubicBezTo>
                    <a:pt x="151162" y="43910"/>
                    <a:pt x="169545" y="26289"/>
                    <a:pt x="187642" y="15811"/>
                  </a:cubicBezTo>
                  <a:cubicBezTo>
                    <a:pt x="205740" y="5334"/>
                    <a:pt x="222313" y="0"/>
                    <a:pt x="237363" y="0"/>
                  </a:cubicBezTo>
                  <a:cubicBezTo>
                    <a:pt x="267081" y="0"/>
                    <a:pt x="281940" y="14859"/>
                    <a:pt x="281940" y="44577"/>
                  </a:cubicBezTo>
                  <a:cubicBezTo>
                    <a:pt x="281940" y="50482"/>
                    <a:pt x="279845" y="64960"/>
                    <a:pt x="275749" y="87820"/>
                  </a:cubicBezTo>
                  <a:cubicBezTo>
                    <a:pt x="272129" y="106108"/>
                    <a:pt x="270224" y="117539"/>
                    <a:pt x="270224" y="122111"/>
                  </a:cubicBezTo>
                  <a:cubicBezTo>
                    <a:pt x="270224" y="138113"/>
                    <a:pt x="275939" y="146114"/>
                    <a:pt x="287369" y="146114"/>
                  </a:cubicBezTo>
                  <a:cubicBezTo>
                    <a:pt x="300133" y="146114"/>
                    <a:pt x="316611" y="136017"/>
                    <a:pt x="336709" y="115919"/>
                  </a:cubicBezTo>
                  <a:cubicBezTo>
                    <a:pt x="342614" y="110014"/>
                    <a:pt x="348806" y="106966"/>
                    <a:pt x="355187" y="106966"/>
                  </a:cubicBezTo>
                  <a:cubicBezTo>
                    <a:pt x="361093" y="106966"/>
                    <a:pt x="365855" y="109633"/>
                    <a:pt x="369284" y="114871"/>
                  </a:cubicBezTo>
                  <a:cubicBezTo>
                    <a:pt x="372713" y="120110"/>
                    <a:pt x="374428" y="127159"/>
                    <a:pt x="374428" y="135826"/>
                  </a:cubicBezTo>
                  <a:cubicBezTo>
                    <a:pt x="374428" y="152781"/>
                    <a:pt x="369856" y="166021"/>
                    <a:pt x="360712" y="175641"/>
                  </a:cubicBezTo>
                  <a:cubicBezTo>
                    <a:pt x="347948" y="188881"/>
                    <a:pt x="332899" y="200216"/>
                    <a:pt x="315754" y="209550"/>
                  </a:cubicBezTo>
                  <a:cubicBezTo>
                    <a:pt x="298609" y="218885"/>
                    <a:pt x="280416" y="223647"/>
                    <a:pt x="261271" y="223647"/>
                  </a:cubicBezTo>
                  <a:cubicBezTo>
                    <a:pt x="237077" y="223647"/>
                    <a:pt x="218599" y="217456"/>
                    <a:pt x="206026" y="205168"/>
                  </a:cubicBezTo>
                  <a:cubicBezTo>
                    <a:pt x="193453" y="192786"/>
                    <a:pt x="187166" y="176117"/>
                    <a:pt x="187166" y="155067"/>
                  </a:cubicBezTo>
                  <a:cubicBezTo>
                    <a:pt x="187166" y="148209"/>
                    <a:pt x="187833" y="141351"/>
                    <a:pt x="189262" y="134493"/>
                  </a:cubicBezTo>
                  <a:cubicBezTo>
                    <a:pt x="190214" y="125349"/>
                    <a:pt x="190595" y="119158"/>
                    <a:pt x="190595" y="116015"/>
                  </a:cubicBezTo>
                  <a:cubicBezTo>
                    <a:pt x="190595" y="108680"/>
                    <a:pt x="188119" y="105061"/>
                    <a:pt x="183071" y="105061"/>
                  </a:cubicBezTo>
                  <a:cubicBezTo>
                    <a:pt x="176213" y="105061"/>
                    <a:pt x="167164" y="112681"/>
                    <a:pt x="156020" y="128016"/>
                  </a:cubicBezTo>
                  <a:cubicBezTo>
                    <a:pt x="144780" y="143351"/>
                    <a:pt x="133731" y="163544"/>
                    <a:pt x="122777" y="188690"/>
                  </a:cubicBezTo>
                  <a:cubicBezTo>
                    <a:pt x="111824" y="213836"/>
                    <a:pt x="102870" y="240316"/>
                    <a:pt x="96012" y="268224"/>
                  </a:cubicBezTo>
                  <a:cubicBezTo>
                    <a:pt x="90964" y="289751"/>
                    <a:pt x="85154" y="304229"/>
                    <a:pt x="78486" y="311753"/>
                  </a:cubicBezTo>
                  <a:cubicBezTo>
                    <a:pt x="71819" y="319278"/>
                    <a:pt x="61436" y="323088"/>
                    <a:pt x="47244" y="323088"/>
                  </a:cubicBezTo>
                  <a:cubicBezTo>
                    <a:pt x="29908" y="323088"/>
                    <a:pt x="17621" y="313944"/>
                    <a:pt x="10573" y="2956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13;p36">
              <a:extLst>
                <a:ext uri="{FF2B5EF4-FFF2-40B4-BE49-F238E27FC236}">
                  <a16:creationId xmlns:a16="http://schemas.microsoft.com/office/drawing/2014/main" id="{203BDF9F-860C-3995-BED3-73ADB0616179}"/>
                </a:ext>
              </a:extLst>
            </p:cNvPr>
            <p:cNvSpPr/>
            <p:nvPr/>
          </p:nvSpPr>
          <p:spPr>
            <a:xfrm>
              <a:off x="3479369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4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7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882" y="7906"/>
                    <a:pt x="218884" y="23622"/>
                  </a:cubicBezTo>
                  <a:cubicBezTo>
                    <a:pt x="234886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9" y="168973"/>
                  </a:cubicBezTo>
                  <a:cubicBezTo>
                    <a:pt x="186404" y="191548"/>
                    <a:pt x="148018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2" y="232696"/>
                  </a:cubicBezTo>
                  <a:cubicBezTo>
                    <a:pt x="255842" y="218313"/>
                    <a:pt x="278606" y="199453"/>
                    <a:pt x="297752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6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8" y="162782"/>
                    <a:pt x="131159" y="153162"/>
                    <a:pt x="146780" y="140398"/>
                  </a:cubicBezTo>
                  <a:cubicBezTo>
                    <a:pt x="162306" y="127635"/>
                    <a:pt x="170117" y="112776"/>
                    <a:pt x="170117" y="95821"/>
                  </a:cubicBezTo>
                  <a:cubicBezTo>
                    <a:pt x="170117" y="87154"/>
                    <a:pt x="167735" y="80200"/>
                    <a:pt x="162877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14;p36">
              <a:extLst>
                <a:ext uri="{FF2B5EF4-FFF2-40B4-BE49-F238E27FC236}">
                  <a16:creationId xmlns:a16="http://schemas.microsoft.com/office/drawing/2014/main" id="{FFE869DE-D650-4E49-D957-0DCB679AFCE9}"/>
                </a:ext>
              </a:extLst>
            </p:cNvPr>
            <p:cNvSpPr/>
            <p:nvPr/>
          </p:nvSpPr>
          <p:spPr>
            <a:xfrm>
              <a:off x="3748831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4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7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787" y="7906"/>
                    <a:pt x="218884" y="23622"/>
                  </a:cubicBezTo>
                  <a:cubicBezTo>
                    <a:pt x="234886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8" y="168973"/>
                  </a:cubicBezTo>
                  <a:cubicBezTo>
                    <a:pt x="186404" y="191548"/>
                    <a:pt x="148018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2" y="232696"/>
                  </a:cubicBezTo>
                  <a:cubicBezTo>
                    <a:pt x="255841" y="218313"/>
                    <a:pt x="278606" y="199453"/>
                    <a:pt x="297751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5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8" y="162782"/>
                    <a:pt x="131159" y="153162"/>
                    <a:pt x="146780" y="140398"/>
                  </a:cubicBezTo>
                  <a:cubicBezTo>
                    <a:pt x="162306" y="127635"/>
                    <a:pt x="170116" y="112776"/>
                    <a:pt x="170116" y="95821"/>
                  </a:cubicBezTo>
                  <a:cubicBezTo>
                    <a:pt x="170116" y="87154"/>
                    <a:pt x="167735" y="80200"/>
                    <a:pt x="162877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15;p36">
              <a:extLst>
                <a:ext uri="{FF2B5EF4-FFF2-40B4-BE49-F238E27FC236}">
                  <a16:creationId xmlns:a16="http://schemas.microsoft.com/office/drawing/2014/main" id="{698E6060-C5C8-D1D3-E520-573C431D1ECA}"/>
                </a:ext>
              </a:extLst>
            </p:cNvPr>
            <p:cNvSpPr/>
            <p:nvPr/>
          </p:nvSpPr>
          <p:spPr>
            <a:xfrm>
              <a:off x="4033629" y="2265104"/>
              <a:ext cx="378428" cy="648176"/>
            </a:xfrm>
            <a:custGeom>
              <a:avLst/>
              <a:gdLst/>
              <a:ahLst/>
              <a:cxnLst/>
              <a:rect l="l" t="t" r="r" b="b"/>
              <a:pathLst>
                <a:path w="378428" h="648176" extrusionOk="0">
                  <a:moveTo>
                    <a:pt x="373666" y="443103"/>
                  </a:moveTo>
                  <a:cubicBezTo>
                    <a:pt x="376809" y="449009"/>
                    <a:pt x="378428" y="456629"/>
                    <a:pt x="378428" y="465773"/>
                  </a:cubicBezTo>
                  <a:cubicBezTo>
                    <a:pt x="378428" y="477203"/>
                    <a:pt x="376809" y="485965"/>
                    <a:pt x="373666" y="492157"/>
                  </a:cubicBezTo>
                  <a:cubicBezTo>
                    <a:pt x="370427" y="498348"/>
                    <a:pt x="365474" y="502539"/>
                    <a:pt x="358616" y="504825"/>
                  </a:cubicBezTo>
                  <a:cubicBezTo>
                    <a:pt x="331184" y="514445"/>
                    <a:pt x="300990" y="519875"/>
                    <a:pt x="268129" y="521303"/>
                  </a:cubicBezTo>
                  <a:cubicBezTo>
                    <a:pt x="258985" y="559213"/>
                    <a:pt x="241745" y="589883"/>
                    <a:pt x="216313" y="613220"/>
                  </a:cubicBezTo>
                  <a:cubicBezTo>
                    <a:pt x="190976" y="636556"/>
                    <a:pt x="162973" y="648176"/>
                    <a:pt x="132302" y="648176"/>
                  </a:cubicBezTo>
                  <a:cubicBezTo>
                    <a:pt x="86106" y="648176"/>
                    <a:pt x="52483" y="630555"/>
                    <a:pt x="31528" y="595408"/>
                  </a:cubicBezTo>
                  <a:cubicBezTo>
                    <a:pt x="10478" y="560165"/>
                    <a:pt x="0" y="509207"/>
                    <a:pt x="0" y="442436"/>
                  </a:cubicBezTo>
                  <a:cubicBezTo>
                    <a:pt x="0" y="383477"/>
                    <a:pt x="7334" y="319373"/>
                    <a:pt x="21907" y="250031"/>
                  </a:cubicBezTo>
                  <a:cubicBezTo>
                    <a:pt x="36576" y="180785"/>
                    <a:pt x="57912" y="121825"/>
                    <a:pt x="86011" y="73057"/>
                  </a:cubicBezTo>
                  <a:cubicBezTo>
                    <a:pt x="114109" y="24384"/>
                    <a:pt x="147638" y="0"/>
                    <a:pt x="186499" y="0"/>
                  </a:cubicBezTo>
                  <a:cubicBezTo>
                    <a:pt x="207550" y="0"/>
                    <a:pt x="224409" y="9049"/>
                    <a:pt x="237268" y="27051"/>
                  </a:cubicBezTo>
                  <a:cubicBezTo>
                    <a:pt x="250031" y="45149"/>
                    <a:pt x="256508" y="68580"/>
                    <a:pt x="256508" y="97346"/>
                  </a:cubicBezTo>
                  <a:cubicBezTo>
                    <a:pt x="256508" y="134874"/>
                    <a:pt x="249364" y="172117"/>
                    <a:pt x="235267" y="209169"/>
                  </a:cubicBezTo>
                  <a:cubicBezTo>
                    <a:pt x="221075" y="246221"/>
                    <a:pt x="197548" y="285083"/>
                    <a:pt x="164592" y="325755"/>
                  </a:cubicBezTo>
                  <a:cubicBezTo>
                    <a:pt x="195167" y="328041"/>
                    <a:pt x="220123" y="340709"/>
                    <a:pt x="239363" y="363855"/>
                  </a:cubicBezTo>
                  <a:cubicBezTo>
                    <a:pt x="258604" y="386906"/>
                    <a:pt x="269938" y="415385"/>
                    <a:pt x="273653" y="449199"/>
                  </a:cubicBezTo>
                  <a:cubicBezTo>
                    <a:pt x="295180" y="447865"/>
                    <a:pt x="320707" y="443294"/>
                    <a:pt x="350425" y="435483"/>
                  </a:cubicBezTo>
                  <a:cubicBezTo>
                    <a:pt x="353187" y="434531"/>
                    <a:pt x="356330" y="434150"/>
                    <a:pt x="360045" y="434150"/>
                  </a:cubicBezTo>
                  <a:cubicBezTo>
                    <a:pt x="365950" y="434150"/>
                    <a:pt x="370522" y="437102"/>
                    <a:pt x="373761" y="443103"/>
                  </a:cubicBezTo>
                  <a:close/>
                  <a:moveTo>
                    <a:pt x="172688" y="557689"/>
                  </a:moveTo>
                  <a:cubicBezTo>
                    <a:pt x="183642" y="545783"/>
                    <a:pt x="190976" y="528638"/>
                    <a:pt x="194596" y="506254"/>
                  </a:cubicBezTo>
                  <a:cubicBezTo>
                    <a:pt x="180404" y="496634"/>
                    <a:pt x="169545" y="484061"/>
                    <a:pt x="162020" y="468535"/>
                  </a:cubicBezTo>
                  <a:cubicBezTo>
                    <a:pt x="154496" y="453009"/>
                    <a:pt x="150686" y="436531"/>
                    <a:pt x="150686" y="419195"/>
                  </a:cubicBezTo>
                  <a:cubicBezTo>
                    <a:pt x="150686" y="412814"/>
                    <a:pt x="151638" y="404146"/>
                    <a:pt x="153448" y="393097"/>
                  </a:cubicBezTo>
                  <a:lnTo>
                    <a:pt x="151352" y="393097"/>
                  </a:lnTo>
                  <a:cubicBezTo>
                    <a:pt x="132588" y="393097"/>
                    <a:pt x="116967" y="402336"/>
                    <a:pt x="104394" y="420910"/>
                  </a:cubicBezTo>
                  <a:cubicBezTo>
                    <a:pt x="91821" y="439388"/>
                    <a:pt x="85534" y="464249"/>
                    <a:pt x="85534" y="495300"/>
                  </a:cubicBezTo>
                  <a:cubicBezTo>
                    <a:pt x="85534" y="521399"/>
                    <a:pt x="90392" y="541211"/>
                    <a:pt x="100298" y="554927"/>
                  </a:cubicBezTo>
                  <a:cubicBezTo>
                    <a:pt x="110109" y="568643"/>
                    <a:pt x="121634" y="575501"/>
                    <a:pt x="134969" y="575501"/>
                  </a:cubicBezTo>
                  <a:cubicBezTo>
                    <a:pt x="149162" y="575501"/>
                    <a:pt x="161734" y="569595"/>
                    <a:pt x="172688" y="557689"/>
                  </a:cubicBezTo>
                  <a:close/>
                  <a:moveTo>
                    <a:pt x="140779" y="108776"/>
                  </a:moveTo>
                  <a:cubicBezTo>
                    <a:pt x="130016" y="136017"/>
                    <a:pt x="120110" y="172879"/>
                    <a:pt x="110966" y="219551"/>
                  </a:cubicBezTo>
                  <a:cubicBezTo>
                    <a:pt x="101822" y="266224"/>
                    <a:pt x="94964" y="317183"/>
                    <a:pt x="90392" y="372523"/>
                  </a:cubicBezTo>
                  <a:cubicBezTo>
                    <a:pt x="120587" y="317183"/>
                    <a:pt x="144685" y="268415"/>
                    <a:pt x="162782" y="226124"/>
                  </a:cubicBezTo>
                  <a:cubicBezTo>
                    <a:pt x="180880" y="183833"/>
                    <a:pt x="189833" y="146209"/>
                    <a:pt x="189833" y="113348"/>
                  </a:cubicBezTo>
                  <a:cubicBezTo>
                    <a:pt x="189833" y="98679"/>
                    <a:pt x="188119" y="87535"/>
                    <a:pt x="184690" y="79724"/>
                  </a:cubicBezTo>
                  <a:cubicBezTo>
                    <a:pt x="181261" y="71914"/>
                    <a:pt x="176593" y="68104"/>
                    <a:pt x="170593" y="68104"/>
                  </a:cubicBezTo>
                  <a:cubicBezTo>
                    <a:pt x="161449" y="68104"/>
                    <a:pt x="151543" y="81725"/>
                    <a:pt x="140779" y="10887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6;p36">
              <a:extLst>
                <a:ext uri="{FF2B5EF4-FFF2-40B4-BE49-F238E27FC236}">
                  <a16:creationId xmlns:a16="http://schemas.microsoft.com/office/drawing/2014/main" id="{3BA249AD-8D30-FFD8-0591-D69D00428D0B}"/>
                </a:ext>
              </a:extLst>
            </p:cNvPr>
            <p:cNvSpPr/>
            <p:nvPr/>
          </p:nvSpPr>
          <p:spPr>
            <a:xfrm>
              <a:off x="4352431" y="2438078"/>
              <a:ext cx="224885" cy="475106"/>
            </a:xfrm>
            <a:custGeom>
              <a:avLst/>
              <a:gdLst/>
              <a:ahLst/>
              <a:cxnLst/>
              <a:rect l="l" t="t" r="r" b="b"/>
              <a:pathLst>
                <a:path w="224885" h="475106" extrusionOk="0">
                  <a:moveTo>
                    <a:pt x="20193" y="443675"/>
                  </a:moveTo>
                  <a:cubicBezTo>
                    <a:pt x="6667" y="422624"/>
                    <a:pt x="0" y="394716"/>
                    <a:pt x="0" y="360045"/>
                  </a:cubicBezTo>
                  <a:cubicBezTo>
                    <a:pt x="0" y="339471"/>
                    <a:pt x="2667" y="313087"/>
                    <a:pt x="7906" y="280797"/>
                  </a:cubicBezTo>
                  <a:cubicBezTo>
                    <a:pt x="13145" y="248603"/>
                    <a:pt x="19907" y="218504"/>
                    <a:pt x="28099" y="190595"/>
                  </a:cubicBezTo>
                  <a:cubicBezTo>
                    <a:pt x="32195" y="175927"/>
                    <a:pt x="37719" y="165926"/>
                    <a:pt x="44577" y="160401"/>
                  </a:cubicBezTo>
                  <a:cubicBezTo>
                    <a:pt x="51435" y="154877"/>
                    <a:pt x="62389" y="152210"/>
                    <a:pt x="77533" y="152210"/>
                  </a:cubicBezTo>
                  <a:cubicBezTo>
                    <a:pt x="100870" y="152210"/>
                    <a:pt x="112490" y="160020"/>
                    <a:pt x="112490" y="175546"/>
                  </a:cubicBezTo>
                  <a:cubicBezTo>
                    <a:pt x="112490" y="186976"/>
                    <a:pt x="108109" y="213455"/>
                    <a:pt x="99441" y="255080"/>
                  </a:cubicBezTo>
                  <a:cubicBezTo>
                    <a:pt x="88487" y="305372"/>
                    <a:pt x="82963" y="339471"/>
                    <a:pt x="82963" y="357283"/>
                  </a:cubicBezTo>
                  <a:cubicBezTo>
                    <a:pt x="82963" y="370999"/>
                    <a:pt x="84772" y="381476"/>
                    <a:pt x="88487" y="388811"/>
                  </a:cubicBezTo>
                  <a:cubicBezTo>
                    <a:pt x="92107" y="396145"/>
                    <a:pt x="98298" y="399764"/>
                    <a:pt x="106966" y="399764"/>
                  </a:cubicBezTo>
                  <a:cubicBezTo>
                    <a:pt x="115157" y="399764"/>
                    <a:pt x="125444" y="394049"/>
                    <a:pt x="137827" y="382619"/>
                  </a:cubicBezTo>
                  <a:cubicBezTo>
                    <a:pt x="150209" y="371189"/>
                    <a:pt x="166592" y="353092"/>
                    <a:pt x="187166" y="328422"/>
                  </a:cubicBezTo>
                  <a:cubicBezTo>
                    <a:pt x="192691" y="322040"/>
                    <a:pt x="198787" y="318802"/>
                    <a:pt x="205645" y="318802"/>
                  </a:cubicBezTo>
                  <a:cubicBezTo>
                    <a:pt x="211550" y="318802"/>
                    <a:pt x="216313" y="321564"/>
                    <a:pt x="219742" y="326993"/>
                  </a:cubicBezTo>
                  <a:cubicBezTo>
                    <a:pt x="223171" y="332518"/>
                    <a:pt x="224885" y="340043"/>
                    <a:pt x="224885" y="349663"/>
                  </a:cubicBezTo>
                  <a:cubicBezTo>
                    <a:pt x="224885" y="367951"/>
                    <a:pt x="220504" y="382143"/>
                    <a:pt x="211836" y="392144"/>
                  </a:cubicBezTo>
                  <a:cubicBezTo>
                    <a:pt x="166592" y="447484"/>
                    <a:pt x="124301" y="475107"/>
                    <a:pt x="84963" y="475107"/>
                  </a:cubicBezTo>
                  <a:cubicBezTo>
                    <a:pt x="55245" y="475107"/>
                    <a:pt x="33623" y="464630"/>
                    <a:pt x="20193" y="443579"/>
                  </a:cubicBezTo>
                  <a:close/>
                  <a:moveTo>
                    <a:pt x="47244" y="93536"/>
                  </a:moveTo>
                  <a:cubicBezTo>
                    <a:pt x="37624" y="84582"/>
                    <a:pt x="32861" y="72200"/>
                    <a:pt x="32861" y="56197"/>
                  </a:cubicBezTo>
                  <a:cubicBezTo>
                    <a:pt x="32861" y="40196"/>
                    <a:pt x="39148" y="26860"/>
                    <a:pt x="51721" y="16097"/>
                  </a:cubicBezTo>
                  <a:cubicBezTo>
                    <a:pt x="64294" y="5334"/>
                    <a:pt x="79915" y="0"/>
                    <a:pt x="98679" y="0"/>
                  </a:cubicBezTo>
                  <a:cubicBezTo>
                    <a:pt x="115633" y="0"/>
                    <a:pt x="129254" y="4096"/>
                    <a:pt x="139827" y="12383"/>
                  </a:cubicBezTo>
                  <a:cubicBezTo>
                    <a:pt x="150304" y="20574"/>
                    <a:pt x="155638" y="32290"/>
                    <a:pt x="155638" y="47339"/>
                  </a:cubicBezTo>
                  <a:cubicBezTo>
                    <a:pt x="155638" y="65627"/>
                    <a:pt x="149733" y="80105"/>
                    <a:pt x="137827" y="90869"/>
                  </a:cubicBezTo>
                  <a:cubicBezTo>
                    <a:pt x="125921" y="101632"/>
                    <a:pt x="110204" y="106966"/>
                    <a:pt x="90488" y="106966"/>
                  </a:cubicBezTo>
                  <a:cubicBezTo>
                    <a:pt x="70771" y="106966"/>
                    <a:pt x="56864" y="102489"/>
                    <a:pt x="47244" y="936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17;p36">
              <a:extLst>
                <a:ext uri="{FF2B5EF4-FFF2-40B4-BE49-F238E27FC236}">
                  <a16:creationId xmlns:a16="http://schemas.microsoft.com/office/drawing/2014/main" id="{04B48D39-8092-CEC5-5CE2-E5FCBCA4AC9A}"/>
                </a:ext>
              </a:extLst>
            </p:cNvPr>
            <p:cNvSpPr/>
            <p:nvPr/>
          </p:nvSpPr>
          <p:spPr>
            <a:xfrm>
              <a:off x="4511498" y="2590478"/>
              <a:ext cx="335375" cy="322897"/>
            </a:xfrm>
            <a:custGeom>
              <a:avLst/>
              <a:gdLst/>
              <a:ahLst/>
              <a:cxnLst/>
              <a:rect l="l" t="t" r="r" b="b"/>
              <a:pathLst>
                <a:path w="335375" h="322897" extrusionOk="0">
                  <a:moveTo>
                    <a:pt x="330232" y="174689"/>
                  </a:moveTo>
                  <a:cubicBezTo>
                    <a:pt x="333661" y="180213"/>
                    <a:pt x="335375" y="187738"/>
                    <a:pt x="335375" y="197358"/>
                  </a:cubicBezTo>
                  <a:cubicBezTo>
                    <a:pt x="335375" y="215646"/>
                    <a:pt x="330994" y="229838"/>
                    <a:pt x="322326" y="239840"/>
                  </a:cubicBezTo>
                  <a:cubicBezTo>
                    <a:pt x="305371" y="260414"/>
                    <a:pt x="281559" y="279368"/>
                    <a:pt x="250698" y="296799"/>
                  </a:cubicBezTo>
                  <a:cubicBezTo>
                    <a:pt x="219837" y="314134"/>
                    <a:pt x="186785" y="322898"/>
                    <a:pt x="151638" y="322898"/>
                  </a:cubicBezTo>
                  <a:cubicBezTo>
                    <a:pt x="103632" y="322898"/>
                    <a:pt x="66389" y="309848"/>
                    <a:pt x="39815" y="283845"/>
                  </a:cubicBezTo>
                  <a:cubicBezTo>
                    <a:pt x="13335" y="257746"/>
                    <a:pt x="0" y="222123"/>
                    <a:pt x="0" y="176879"/>
                  </a:cubicBezTo>
                  <a:cubicBezTo>
                    <a:pt x="0" y="145351"/>
                    <a:pt x="6668" y="115919"/>
                    <a:pt x="19907" y="88773"/>
                  </a:cubicBezTo>
                  <a:cubicBezTo>
                    <a:pt x="33147" y="61627"/>
                    <a:pt x="51530" y="40005"/>
                    <a:pt x="75152" y="24003"/>
                  </a:cubicBezTo>
                  <a:cubicBezTo>
                    <a:pt x="98679" y="8001"/>
                    <a:pt x="125349" y="0"/>
                    <a:pt x="155067" y="0"/>
                  </a:cubicBezTo>
                  <a:cubicBezTo>
                    <a:pt x="181546" y="0"/>
                    <a:pt x="202883" y="7906"/>
                    <a:pt x="218885" y="23622"/>
                  </a:cubicBezTo>
                  <a:cubicBezTo>
                    <a:pt x="234887" y="39433"/>
                    <a:pt x="242888" y="60769"/>
                    <a:pt x="242888" y="87725"/>
                  </a:cubicBezTo>
                  <a:cubicBezTo>
                    <a:pt x="242888" y="119253"/>
                    <a:pt x="231553" y="146399"/>
                    <a:pt x="208979" y="168973"/>
                  </a:cubicBezTo>
                  <a:cubicBezTo>
                    <a:pt x="186404" y="191548"/>
                    <a:pt x="148019" y="209550"/>
                    <a:pt x="94107" y="222790"/>
                  </a:cubicBezTo>
                  <a:cubicBezTo>
                    <a:pt x="105537" y="243840"/>
                    <a:pt x="127254" y="254317"/>
                    <a:pt x="159258" y="254317"/>
                  </a:cubicBezTo>
                  <a:cubicBezTo>
                    <a:pt x="179832" y="254317"/>
                    <a:pt x="203263" y="247078"/>
                    <a:pt x="229553" y="232696"/>
                  </a:cubicBezTo>
                  <a:cubicBezTo>
                    <a:pt x="255842" y="218313"/>
                    <a:pt x="278606" y="199453"/>
                    <a:pt x="297752" y="176117"/>
                  </a:cubicBezTo>
                  <a:cubicBezTo>
                    <a:pt x="303276" y="169736"/>
                    <a:pt x="309372" y="166497"/>
                    <a:pt x="316230" y="166497"/>
                  </a:cubicBezTo>
                  <a:cubicBezTo>
                    <a:pt x="322136" y="166497"/>
                    <a:pt x="326898" y="169259"/>
                    <a:pt x="330327" y="174689"/>
                  </a:cubicBezTo>
                  <a:close/>
                  <a:moveTo>
                    <a:pt x="100489" y="96488"/>
                  </a:moveTo>
                  <a:cubicBezTo>
                    <a:pt x="88868" y="116110"/>
                    <a:pt x="82963" y="139922"/>
                    <a:pt x="82963" y="167830"/>
                  </a:cubicBezTo>
                  <a:lnTo>
                    <a:pt x="82963" y="169164"/>
                  </a:lnTo>
                  <a:cubicBezTo>
                    <a:pt x="109919" y="162782"/>
                    <a:pt x="131159" y="153162"/>
                    <a:pt x="146780" y="140398"/>
                  </a:cubicBezTo>
                  <a:cubicBezTo>
                    <a:pt x="162306" y="127635"/>
                    <a:pt x="170117" y="112776"/>
                    <a:pt x="170117" y="95821"/>
                  </a:cubicBezTo>
                  <a:cubicBezTo>
                    <a:pt x="170117" y="87154"/>
                    <a:pt x="167735" y="80200"/>
                    <a:pt x="162878" y="74866"/>
                  </a:cubicBezTo>
                  <a:cubicBezTo>
                    <a:pt x="158115" y="69628"/>
                    <a:pt x="151543" y="66961"/>
                    <a:pt x="143351" y="66961"/>
                  </a:cubicBezTo>
                  <a:cubicBezTo>
                    <a:pt x="126397" y="66961"/>
                    <a:pt x="112109" y="76771"/>
                    <a:pt x="100489" y="964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18;p36">
              <a:extLst>
                <a:ext uri="{FF2B5EF4-FFF2-40B4-BE49-F238E27FC236}">
                  <a16:creationId xmlns:a16="http://schemas.microsoft.com/office/drawing/2014/main" id="{1FB28981-CE7E-2386-9DD5-ACDAFF571680}"/>
                </a:ext>
              </a:extLst>
            </p:cNvPr>
            <p:cNvSpPr/>
            <p:nvPr/>
          </p:nvSpPr>
          <p:spPr>
            <a:xfrm>
              <a:off x="4750766" y="2582858"/>
              <a:ext cx="273748" cy="345662"/>
            </a:xfrm>
            <a:custGeom>
              <a:avLst/>
              <a:gdLst/>
              <a:ahLst/>
              <a:cxnLst/>
              <a:rect l="l" t="t" r="r" b="b"/>
              <a:pathLst>
                <a:path w="273748" h="345662" extrusionOk="0">
                  <a:moveTo>
                    <a:pt x="113538" y="329089"/>
                  </a:moveTo>
                  <a:cubicBezTo>
                    <a:pt x="100965" y="318135"/>
                    <a:pt x="94679" y="305753"/>
                    <a:pt x="94679" y="292037"/>
                  </a:cubicBezTo>
                  <a:cubicBezTo>
                    <a:pt x="94679" y="280130"/>
                    <a:pt x="99060" y="269843"/>
                    <a:pt x="107728" y="261176"/>
                  </a:cubicBezTo>
                  <a:cubicBezTo>
                    <a:pt x="116396" y="252508"/>
                    <a:pt x="129159" y="248126"/>
                    <a:pt x="146114" y="248126"/>
                  </a:cubicBezTo>
                  <a:cubicBezTo>
                    <a:pt x="152019" y="248126"/>
                    <a:pt x="159068" y="248698"/>
                    <a:pt x="167069" y="249841"/>
                  </a:cubicBezTo>
                  <a:cubicBezTo>
                    <a:pt x="175070" y="250984"/>
                    <a:pt x="181166" y="251841"/>
                    <a:pt x="185261" y="252222"/>
                  </a:cubicBezTo>
                  <a:cubicBezTo>
                    <a:pt x="184785" y="240316"/>
                    <a:pt x="182213" y="229172"/>
                    <a:pt x="177356" y="218599"/>
                  </a:cubicBezTo>
                  <a:cubicBezTo>
                    <a:pt x="172593" y="208121"/>
                    <a:pt x="166497" y="197930"/>
                    <a:pt x="159163" y="188119"/>
                  </a:cubicBezTo>
                  <a:cubicBezTo>
                    <a:pt x="151829" y="178308"/>
                    <a:pt x="144971" y="169736"/>
                    <a:pt x="138589" y="162401"/>
                  </a:cubicBezTo>
                  <a:cubicBezTo>
                    <a:pt x="124397" y="189357"/>
                    <a:pt x="110395" y="211741"/>
                    <a:pt x="96393" y="229648"/>
                  </a:cubicBezTo>
                  <a:cubicBezTo>
                    <a:pt x="82487" y="247460"/>
                    <a:pt x="67247" y="264414"/>
                    <a:pt x="50768" y="280416"/>
                  </a:cubicBezTo>
                  <a:cubicBezTo>
                    <a:pt x="42577" y="288608"/>
                    <a:pt x="33814" y="292798"/>
                    <a:pt x="24670" y="292798"/>
                  </a:cubicBezTo>
                  <a:cubicBezTo>
                    <a:pt x="17336" y="292798"/>
                    <a:pt x="11430" y="290132"/>
                    <a:pt x="6858" y="284893"/>
                  </a:cubicBezTo>
                  <a:cubicBezTo>
                    <a:pt x="2286" y="279654"/>
                    <a:pt x="0" y="273177"/>
                    <a:pt x="0" y="265367"/>
                  </a:cubicBezTo>
                  <a:cubicBezTo>
                    <a:pt x="0" y="256223"/>
                    <a:pt x="3239" y="247745"/>
                    <a:pt x="9620" y="240030"/>
                  </a:cubicBezTo>
                  <a:lnTo>
                    <a:pt x="18574" y="229076"/>
                  </a:lnTo>
                  <a:cubicBezTo>
                    <a:pt x="43720" y="198025"/>
                    <a:pt x="62675" y="172403"/>
                    <a:pt x="75533" y="152305"/>
                  </a:cubicBezTo>
                  <a:cubicBezTo>
                    <a:pt x="83725" y="139065"/>
                    <a:pt x="92107" y="123254"/>
                    <a:pt x="100584" y="104966"/>
                  </a:cubicBezTo>
                  <a:cubicBezTo>
                    <a:pt x="109061" y="86678"/>
                    <a:pt x="120110" y="61722"/>
                    <a:pt x="133826" y="30194"/>
                  </a:cubicBezTo>
                  <a:cubicBezTo>
                    <a:pt x="142494" y="10097"/>
                    <a:pt x="160592" y="0"/>
                    <a:pt x="188024" y="0"/>
                  </a:cubicBezTo>
                  <a:cubicBezTo>
                    <a:pt x="200787" y="0"/>
                    <a:pt x="209741" y="1143"/>
                    <a:pt x="214789" y="3429"/>
                  </a:cubicBezTo>
                  <a:cubicBezTo>
                    <a:pt x="219837" y="5715"/>
                    <a:pt x="222314" y="9335"/>
                    <a:pt x="222314" y="14383"/>
                  </a:cubicBezTo>
                  <a:cubicBezTo>
                    <a:pt x="222314" y="17145"/>
                    <a:pt x="221361" y="21431"/>
                    <a:pt x="219551" y="27432"/>
                  </a:cubicBezTo>
                  <a:cubicBezTo>
                    <a:pt x="217742" y="33338"/>
                    <a:pt x="215170" y="39338"/>
                    <a:pt x="212027" y="45244"/>
                  </a:cubicBezTo>
                  <a:cubicBezTo>
                    <a:pt x="203835" y="61722"/>
                    <a:pt x="199644" y="75629"/>
                    <a:pt x="199644" y="87059"/>
                  </a:cubicBezTo>
                  <a:cubicBezTo>
                    <a:pt x="199644" y="93917"/>
                    <a:pt x="202025" y="101441"/>
                    <a:pt x="206883" y="109728"/>
                  </a:cubicBezTo>
                  <a:cubicBezTo>
                    <a:pt x="211646" y="117920"/>
                    <a:pt x="219075" y="128207"/>
                    <a:pt x="229172" y="140589"/>
                  </a:cubicBezTo>
                  <a:cubicBezTo>
                    <a:pt x="243840" y="159830"/>
                    <a:pt x="254889" y="176117"/>
                    <a:pt x="262414" y="189643"/>
                  </a:cubicBezTo>
                  <a:cubicBezTo>
                    <a:pt x="269939" y="203168"/>
                    <a:pt x="273749" y="217837"/>
                    <a:pt x="273749" y="233839"/>
                  </a:cubicBezTo>
                  <a:cubicBezTo>
                    <a:pt x="273749" y="253079"/>
                    <a:pt x="269272" y="271177"/>
                    <a:pt x="260414" y="288322"/>
                  </a:cubicBezTo>
                  <a:cubicBezTo>
                    <a:pt x="251460" y="305467"/>
                    <a:pt x="239078" y="319278"/>
                    <a:pt x="223076" y="329851"/>
                  </a:cubicBezTo>
                  <a:cubicBezTo>
                    <a:pt x="207074" y="340328"/>
                    <a:pt x="188786" y="345662"/>
                    <a:pt x="168212" y="345662"/>
                  </a:cubicBezTo>
                  <a:cubicBezTo>
                    <a:pt x="144399" y="345662"/>
                    <a:pt x="126302" y="340138"/>
                    <a:pt x="113729" y="32918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Open Sans"/>
                <a:buNone/>
              </a:pPr>
              <a:endPara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0;p1">
            <a:extLst>
              <a:ext uri="{FF2B5EF4-FFF2-40B4-BE49-F238E27FC236}">
                <a16:creationId xmlns:a16="http://schemas.microsoft.com/office/drawing/2014/main" id="{5843F900-0AD7-8D6C-D27C-1C158BAF3A93}"/>
              </a:ext>
            </a:extLst>
          </p:cNvPr>
          <p:cNvSpPr/>
          <p:nvPr userDrawn="1"/>
        </p:nvSpPr>
        <p:spPr>
          <a:xfrm rot="16200000">
            <a:off x="-617000" y="6320391"/>
            <a:ext cx="968178" cy="107039"/>
          </a:xfrm>
          <a:custGeom>
            <a:avLst/>
            <a:gdLst/>
            <a:ahLst/>
            <a:cxnLst/>
            <a:rect l="l" t="t" r="r" b="b"/>
            <a:pathLst>
              <a:path w="3994439" h="441613" extrusionOk="0">
                <a:moveTo>
                  <a:pt x="2923526" y="292244"/>
                </a:moveTo>
                <a:cubicBezTo>
                  <a:pt x="2931536" y="292244"/>
                  <a:pt x="2938409" y="295112"/>
                  <a:pt x="2944146" y="300849"/>
                </a:cubicBezTo>
                <a:cubicBezTo>
                  <a:pt x="2949882" y="306586"/>
                  <a:pt x="2952750" y="313459"/>
                  <a:pt x="2952750" y="321468"/>
                </a:cubicBezTo>
                <a:cubicBezTo>
                  <a:pt x="2952750" y="326772"/>
                  <a:pt x="2951424" y="331643"/>
                  <a:pt x="2948773" y="336081"/>
                </a:cubicBezTo>
                <a:cubicBezTo>
                  <a:pt x="2946121" y="340518"/>
                  <a:pt x="2942603" y="344063"/>
                  <a:pt x="2938219" y="346715"/>
                </a:cubicBezTo>
                <a:cubicBezTo>
                  <a:pt x="2933836" y="349367"/>
                  <a:pt x="2928938" y="350693"/>
                  <a:pt x="2923526" y="350693"/>
                </a:cubicBezTo>
                <a:cubicBezTo>
                  <a:pt x="2915517" y="350693"/>
                  <a:pt x="2908643" y="347825"/>
                  <a:pt x="2902907" y="342088"/>
                </a:cubicBezTo>
                <a:cubicBezTo>
                  <a:pt x="2897170" y="336351"/>
                  <a:pt x="2894302" y="329478"/>
                  <a:pt x="2894302" y="321468"/>
                </a:cubicBezTo>
                <a:cubicBezTo>
                  <a:pt x="2894302" y="313459"/>
                  <a:pt x="2897170" y="306586"/>
                  <a:pt x="2902907" y="300849"/>
                </a:cubicBezTo>
                <a:cubicBezTo>
                  <a:pt x="2908643" y="295112"/>
                  <a:pt x="2915517" y="292244"/>
                  <a:pt x="2923526" y="292244"/>
                </a:cubicBezTo>
                <a:close/>
                <a:moveTo>
                  <a:pt x="3454112" y="129886"/>
                </a:moveTo>
                <a:cubicBezTo>
                  <a:pt x="3437010" y="129886"/>
                  <a:pt x="3422939" y="134324"/>
                  <a:pt x="3411899" y="143199"/>
                </a:cubicBezTo>
                <a:cubicBezTo>
                  <a:pt x="3400858" y="152075"/>
                  <a:pt x="3392687" y="163711"/>
                  <a:pt x="3387383" y="178106"/>
                </a:cubicBezTo>
                <a:cubicBezTo>
                  <a:pt x="3382079" y="192502"/>
                  <a:pt x="3379427" y="208034"/>
                  <a:pt x="3379427" y="224703"/>
                </a:cubicBezTo>
                <a:cubicBezTo>
                  <a:pt x="3379427" y="241372"/>
                  <a:pt x="3382079" y="256850"/>
                  <a:pt x="3387383" y="271137"/>
                </a:cubicBezTo>
                <a:cubicBezTo>
                  <a:pt x="3392687" y="285425"/>
                  <a:pt x="3400858" y="296952"/>
                  <a:pt x="3411899" y="305720"/>
                </a:cubicBezTo>
                <a:cubicBezTo>
                  <a:pt x="3422939" y="314487"/>
                  <a:pt x="3437010" y="318871"/>
                  <a:pt x="3454112" y="318871"/>
                </a:cubicBezTo>
                <a:cubicBezTo>
                  <a:pt x="3471214" y="318871"/>
                  <a:pt x="3485285" y="314487"/>
                  <a:pt x="3496325" y="305720"/>
                </a:cubicBezTo>
                <a:cubicBezTo>
                  <a:pt x="3507365" y="296952"/>
                  <a:pt x="3515537" y="285425"/>
                  <a:pt x="3520841" y="271137"/>
                </a:cubicBezTo>
                <a:cubicBezTo>
                  <a:pt x="3526145" y="256850"/>
                  <a:pt x="3528797" y="241372"/>
                  <a:pt x="3528797" y="224703"/>
                </a:cubicBezTo>
                <a:cubicBezTo>
                  <a:pt x="3528797" y="208034"/>
                  <a:pt x="3526145" y="192502"/>
                  <a:pt x="3520841" y="178106"/>
                </a:cubicBezTo>
                <a:cubicBezTo>
                  <a:pt x="3515537" y="163711"/>
                  <a:pt x="3507365" y="152075"/>
                  <a:pt x="3496325" y="143199"/>
                </a:cubicBezTo>
                <a:cubicBezTo>
                  <a:pt x="3485285" y="134324"/>
                  <a:pt x="3471214" y="129886"/>
                  <a:pt x="3454112" y="129886"/>
                </a:cubicBezTo>
                <a:close/>
                <a:moveTo>
                  <a:pt x="2415237" y="129886"/>
                </a:moveTo>
                <a:cubicBezTo>
                  <a:pt x="2399976" y="129886"/>
                  <a:pt x="2386798" y="133647"/>
                  <a:pt x="2375703" y="141170"/>
                </a:cubicBezTo>
                <a:cubicBezTo>
                  <a:pt x="2364609" y="148693"/>
                  <a:pt x="2356085" y="158461"/>
                  <a:pt x="2350132" y="170476"/>
                </a:cubicBezTo>
                <a:lnTo>
                  <a:pt x="2342553" y="203272"/>
                </a:lnTo>
                <a:lnTo>
                  <a:pt x="2483428" y="203272"/>
                </a:lnTo>
                <a:cubicBezTo>
                  <a:pt x="2483428" y="189201"/>
                  <a:pt x="2480640" y="176645"/>
                  <a:pt x="2475066" y="165605"/>
                </a:cubicBezTo>
                <a:cubicBezTo>
                  <a:pt x="2469492" y="154564"/>
                  <a:pt x="2461590" y="145851"/>
                  <a:pt x="2451362" y="139465"/>
                </a:cubicBezTo>
                <a:cubicBezTo>
                  <a:pt x="2441134" y="133079"/>
                  <a:pt x="2429092" y="129886"/>
                  <a:pt x="2415237" y="129886"/>
                </a:cubicBezTo>
                <a:close/>
                <a:moveTo>
                  <a:pt x="1962150" y="129886"/>
                </a:moveTo>
                <a:cubicBezTo>
                  <a:pt x="1946564" y="129886"/>
                  <a:pt x="1933467" y="133810"/>
                  <a:pt x="1922860" y="141657"/>
                </a:cubicBezTo>
                <a:cubicBezTo>
                  <a:pt x="1912252" y="149504"/>
                  <a:pt x="1904243" y="160436"/>
                  <a:pt x="1898831" y="174453"/>
                </a:cubicBezTo>
                <a:cubicBezTo>
                  <a:pt x="1893419" y="188470"/>
                  <a:pt x="1890713" y="204787"/>
                  <a:pt x="1890713" y="223404"/>
                </a:cubicBezTo>
                <a:cubicBezTo>
                  <a:pt x="1890713" y="242238"/>
                  <a:pt x="1893473" y="258825"/>
                  <a:pt x="1898993" y="273167"/>
                </a:cubicBezTo>
                <a:cubicBezTo>
                  <a:pt x="1904513" y="287509"/>
                  <a:pt x="1912577" y="298711"/>
                  <a:pt x="1923184" y="306775"/>
                </a:cubicBezTo>
                <a:cubicBezTo>
                  <a:pt x="1933792" y="314839"/>
                  <a:pt x="1946781" y="318871"/>
                  <a:pt x="1962150" y="318871"/>
                </a:cubicBezTo>
                <a:cubicBezTo>
                  <a:pt x="1978170" y="318871"/>
                  <a:pt x="1991564" y="314622"/>
                  <a:pt x="2002334" y="306126"/>
                </a:cubicBezTo>
                <a:cubicBezTo>
                  <a:pt x="2013104" y="297629"/>
                  <a:pt x="2021222" y="286156"/>
                  <a:pt x="2026688" y="271706"/>
                </a:cubicBezTo>
                <a:cubicBezTo>
                  <a:pt x="2032154" y="257256"/>
                  <a:pt x="2034887" y="241155"/>
                  <a:pt x="2034887" y="223404"/>
                </a:cubicBezTo>
                <a:cubicBezTo>
                  <a:pt x="2034887" y="205870"/>
                  <a:pt x="2032208" y="190040"/>
                  <a:pt x="2026850" y="175915"/>
                </a:cubicBezTo>
                <a:cubicBezTo>
                  <a:pt x="2021492" y="161789"/>
                  <a:pt x="2013429" y="150587"/>
                  <a:pt x="2002659" y="142306"/>
                </a:cubicBezTo>
                <a:cubicBezTo>
                  <a:pt x="1991889" y="134026"/>
                  <a:pt x="1978386" y="129886"/>
                  <a:pt x="1962150" y="129886"/>
                </a:cubicBezTo>
                <a:close/>
                <a:moveTo>
                  <a:pt x="1643712" y="129886"/>
                </a:moveTo>
                <a:cubicBezTo>
                  <a:pt x="1628451" y="129886"/>
                  <a:pt x="1615273" y="133647"/>
                  <a:pt x="1604178" y="141170"/>
                </a:cubicBezTo>
                <a:cubicBezTo>
                  <a:pt x="1593084" y="148693"/>
                  <a:pt x="1584560" y="158461"/>
                  <a:pt x="1578607" y="170476"/>
                </a:cubicBezTo>
                <a:lnTo>
                  <a:pt x="1571028" y="203272"/>
                </a:lnTo>
                <a:lnTo>
                  <a:pt x="1711903" y="203272"/>
                </a:lnTo>
                <a:cubicBezTo>
                  <a:pt x="1711903" y="189201"/>
                  <a:pt x="1709116" y="176645"/>
                  <a:pt x="1703541" y="165605"/>
                </a:cubicBezTo>
                <a:cubicBezTo>
                  <a:pt x="1697967" y="154564"/>
                  <a:pt x="1690066" y="145851"/>
                  <a:pt x="1679837" y="139465"/>
                </a:cubicBezTo>
                <a:cubicBezTo>
                  <a:pt x="1669608" y="133079"/>
                  <a:pt x="1657567" y="129886"/>
                  <a:pt x="1643712" y="129886"/>
                </a:cubicBezTo>
                <a:close/>
                <a:moveTo>
                  <a:pt x="1338913" y="129886"/>
                </a:moveTo>
                <a:cubicBezTo>
                  <a:pt x="1323651" y="129886"/>
                  <a:pt x="1310473" y="133647"/>
                  <a:pt x="1299378" y="141170"/>
                </a:cubicBezTo>
                <a:cubicBezTo>
                  <a:pt x="1288284" y="148693"/>
                  <a:pt x="1279760" y="158461"/>
                  <a:pt x="1273807" y="170476"/>
                </a:cubicBezTo>
                <a:lnTo>
                  <a:pt x="1266228" y="203272"/>
                </a:lnTo>
                <a:lnTo>
                  <a:pt x="1407103" y="203272"/>
                </a:lnTo>
                <a:cubicBezTo>
                  <a:pt x="1407103" y="189201"/>
                  <a:pt x="1404316" y="176645"/>
                  <a:pt x="1398741" y="165605"/>
                </a:cubicBezTo>
                <a:cubicBezTo>
                  <a:pt x="1393167" y="154564"/>
                  <a:pt x="1385266" y="145851"/>
                  <a:pt x="1375037" y="139465"/>
                </a:cubicBezTo>
                <a:cubicBezTo>
                  <a:pt x="1364809" y="133079"/>
                  <a:pt x="1352767" y="129886"/>
                  <a:pt x="1338913" y="129886"/>
                </a:cubicBezTo>
                <a:close/>
                <a:moveTo>
                  <a:pt x="423430" y="129886"/>
                </a:moveTo>
                <a:cubicBezTo>
                  <a:pt x="407844" y="129886"/>
                  <a:pt x="394747" y="133810"/>
                  <a:pt x="384140" y="141657"/>
                </a:cubicBezTo>
                <a:cubicBezTo>
                  <a:pt x="373532" y="149504"/>
                  <a:pt x="365522" y="160436"/>
                  <a:pt x="360111" y="174453"/>
                </a:cubicBezTo>
                <a:cubicBezTo>
                  <a:pt x="354699" y="188470"/>
                  <a:pt x="351993" y="204787"/>
                  <a:pt x="351993" y="223404"/>
                </a:cubicBezTo>
                <a:cubicBezTo>
                  <a:pt x="351993" y="242238"/>
                  <a:pt x="354753" y="258825"/>
                  <a:pt x="360273" y="273167"/>
                </a:cubicBezTo>
                <a:cubicBezTo>
                  <a:pt x="365793" y="287509"/>
                  <a:pt x="373857" y="298711"/>
                  <a:pt x="384464" y="306775"/>
                </a:cubicBezTo>
                <a:cubicBezTo>
                  <a:pt x="395072" y="314839"/>
                  <a:pt x="408060" y="318871"/>
                  <a:pt x="423430" y="318871"/>
                </a:cubicBezTo>
                <a:cubicBezTo>
                  <a:pt x="439449" y="318871"/>
                  <a:pt x="452844" y="314622"/>
                  <a:pt x="463614" y="306126"/>
                </a:cubicBezTo>
                <a:cubicBezTo>
                  <a:pt x="474383" y="297629"/>
                  <a:pt x="482501" y="286156"/>
                  <a:pt x="487967" y="271706"/>
                </a:cubicBezTo>
                <a:cubicBezTo>
                  <a:pt x="493433" y="257256"/>
                  <a:pt x="496166" y="241155"/>
                  <a:pt x="496166" y="223404"/>
                </a:cubicBezTo>
                <a:cubicBezTo>
                  <a:pt x="496166" y="205870"/>
                  <a:pt x="493488" y="190040"/>
                  <a:pt x="488130" y="175915"/>
                </a:cubicBezTo>
                <a:cubicBezTo>
                  <a:pt x="482772" y="161789"/>
                  <a:pt x="474708" y="150587"/>
                  <a:pt x="463938" y="142306"/>
                </a:cubicBezTo>
                <a:cubicBezTo>
                  <a:pt x="453169" y="134026"/>
                  <a:pt x="439666" y="129886"/>
                  <a:pt x="423430" y="129886"/>
                </a:cubicBezTo>
                <a:close/>
                <a:moveTo>
                  <a:pt x="109105" y="129886"/>
                </a:moveTo>
                <a:cubicBezTo>
                  <a:pt x="93519" y="129886"/>
                  <a:pt x="80422" y="133810"/>
                  <a:pt x="69814" y="141657"/>
                </a:cubicBezTo>
                <a:cubicBezTo>
                  <a:pt x="59207" y="149504"/>
                  <a:pt x="51197" y="160436"/>
                  <a:pt x="45785" y="174453"/>
                </a:cubicBezTo>
                <a:cubicBezTo>
                  <a:pt x="40374" y="188470"/>
                  <a:pt x="37667" y="204787"/>
                  <a:pt x="37667" y="223404"/>
                </a:cubicBezTo>
                <a:cubicBezTo>
                  <a:pt x="37667" y="242238"/>
                  <a:pt x="40428" y="258825"/>
                  <a:pt x="45948" y="273167"/>
                </a:cubicBezTo>
                <a:cubicBezTo>
                  <a:pt x="51468" y="287509"/>
                  <a:pt x="59532" y="298711"/>
                  <a:pt x="70139" y="306775"/>
                </a:cubicBezTo>
                <a:cubicBezTo>
                  <a:pt x="80746" y="314839"/>
                  <a:pt x="93735" y="318871"/>
                  <a:pt x="109105" y="318871"/>
                </a:cubicBezTo>
                <a:cubicBezTo>
                  <a:pt x="125124" y="318871"/>
                  <a:pt x="138519" y="314622"/>
                  <a:pt x="149289" y="306126"/>
                </a:cubicBezTo>
                <a:cubicBezTo>
                  <a:pt x="160058" y="297629"/>
                  <a:pt x="168176" y="286156"/>
                  <a:pt x="173642" y="271706"/>
                </a:cubicBezTo>
                <a:cubicBezTo>
                  <a:pt x="179108" y="257256"/>
                  <a:pt x="181841" y="241155"/>
                  <a:pt x="181841" y="223404"/>
                </a:cubicBezTo>
                <a:cubicBezTo>
                  <a:pt x="181841" y="205870"/>
                  <a:pt x="179162" y="190040"/>
                  <a:pt x="173805" y="175915"/>
                </a:cubicBezTo>
                <a:cubicBezTo>
                  <a:pt x="168447" y="161789"/>
                  <a:pt x="160383" y="150587"/>
                  <a:pt x="149613" y="142306"/>
                </a:cubicBezTo>
                <a:cubicBezTo>
                  <a:pt x="138844" y="134026"/>
                  <a:pt x="125341" y="129886"/>
                  <a:pt x="109105" y="129886"/>
                </a:cubicBezTo>
                <a:close/>
                <a:moveTo>
                  <a:pt x="2171701" y="98713"/>
                </a:moveTo>
                <a:lnTo>
                  <a:pt x="2210017" y="98713"/>
                </a:lnTo>
                <a:lnTo>
                  <a:pt x="2210017" y="348095"/>
                </a:lnTo>
                <a:lnTo>
                  <a:pt x="2171701" y="348095"/>
                </a:lnTo>
                <a:close/>
                <a:moveTo>
                  <a:pt x="3774282" y="95466"/>
                </a:moveTo>
                <a:cubicBezTo>
                  <a:pt x="3790734" y="95466"/>
                  <a:pt x="3804453" y="99173"/>
                  <a:pt x="3815440" y="106588"/>
                </a:cubicBezTo>
                <a:cubicBezTo>
                  <a:pt x="3826426" y="114002"/>
                  <a:pt x="3835004" y="124366"/>
                  <a:pt x="3841173" y="137679"/>
                </a:cubicBezTo>
                <a:lnTo>
                  <a:pt x="3843771" y="137679"/>
                </a:lnTo>
                <a:cubicBezTo>
                  <a:pt x="3850157" y="124799"/>
                  <a:pt x="3859736" y="114543"/>
                  <a:pt x="3872508" y="106912"/>
                </a:cubicBezTo>
                <a:cubicBezTo>
                  <a:pt x="3885281" y="99282"/>
                  <a:pt x="3900596" y="95466"/>
                  <a:pt x="3918456" y="95466"/>
                </a:cubicBezTo>
                <a:cubicBezTo>
                  <a:pt x="3940753" y="95466"/>
                  <a:pt x="3958991" y="102420"/>
                  <a:pt x="3973170" y="116329"/>
                </a:cubicBezTo>
                <a:cubicBezTo>
                  <a:pt x="3987350" y="130238"/>
                  <a:pt x="3994439" y="151858"/>
                  <a:pt x="3994439" y="181191"/>
                </a:cubicBezTo>
                <a:lnTo>
                  <a:pt x="3994439" y="348095"/>
                </a:lnTo>
                <a:lnTo>
                  <a:pt x="3956123" y="348095"/>
                </a:lnTo>
                <a:lnTo>
                  <a:pt x="3956123" y="181191"/>
                </a:lnTo>
                <a:cubicBezTo>
                  <a:pt x="3956123" y="162791"/>
                  <a:pt x="3951089" y="149640"/>
                  <a:pt x="3941024" y="141738"/>
                </a:cubicBezTo>
                <a:cubicBezTo>
                  <a:pt x="3930957" y="133837"/>
                  <a:pt x="3919105" y="129886"/>
                  <a:pt x="3905467" y="129886"/>
                </a:cubicBezTo>
                <a:cubicBezTo>
                  <a:pt x="3887932" y="129886"/>
                  <a:pt x="3874349" y="135163"/>
                  <a:pt x="3864715" y="145716"/>
                </a:cubicBezTo>
                <a:cubicBezTo>
                  <a:pt x="3855082" y="156269"/>
                  <a:pt x="3850265" y="169610"/>
                  <a:pt x="3850265" y="185737"/>
                </a:cubicBezTo>
                <a:lnTo>
                  <a:pt x="3850265" y="348095"/>
                </a:lnTo>
                <a:lnTo>
                  <a:pt x="3811299" y="348095"/>
                </a:lnTo>
                <a:lnTo>
                  <a:pt x="3811299" y="177295"/>
                </a:lnTo>
                <a:cubicBezTo>
                  <a:pt x="3811299" y="163115"/>
                  <a:pt x="3806699" y="151669"/>
                  <a:pt x="3797499" y="142956"/>
                </a:cubicBezTo>
                <a:cubicBezTo>
                  <a:pt x="3788299" y="134243"/>
                  <a:pt x="3776447" y="129886"/>
                  <a:pt x="3761943" y="129886"/>
                </a:cubicBezTo>
                <a:cubicBezTo>
                  <a:pt x="3751985" y="129886"/>
                  <a:pt x="3742703" y="132538"/>
                  <a:pt x="3734098" y="137842"/>
                </a:cubicBezTo>
                <a:cubicBezTo>
                  <a:pt x="3725493" y="143145"/>
                  <a:pt x="3718566" y="150478"/>
                  <a:pt x="3713316" y="159841"/>
                </a:cubicBezTo>
                <a:cubicBezTo>
                  <a:pt x="3708067" y="169204"/>
                  <a:pt x="3705442" y="180001"/>
                  <a:pt x="3705442" y="192232"/>
                </a:cubicBezTo>
                <a:lnTo>
                  <a:pt x="3705442" y="348095"/>
                </a:lnTo>
                <a:lnTo>
                  <a:pt x="3667125" y="348095"/>
                </a:lnTo>
                <a:lnTo>
                  <a:pt x="3667125" y="98713"/>
                </a:lnTo>
                <a:lnTo>
                  <a:pt x="3704143" y="98713"/>
                </a:lnTo>
                <a:lnTo>
                  <a:pt x="3704143" y="137679"/>
                </a:lnTo>
                <a:lnTo>
                  <a:pt x="3707390" y="137679"/>
                </a:lnTo>
                <a:cubicBezTo>
                  <a:pt x="3712586" y="124366"/>
                  <a:pt x="3720974" y="114002"/>
                  <a:pt x="3732556" y="106588"/>
                </a:cubicBezTo>
                <a:cubicBezTo>
                  <a:pt x="3744138" y="99173"/>
                  <a:pt x="3758046" y="95466"/>
                  <a:pt x="3774282" y="95466"/>
                </a:cubicBezTo>
                <a:close/>
                <a:moveTo>
                  <a:pt x="3454112" y="95466"/>
                </a:moveTo>
                <a:cubicBezTo>
                  <a:pt x="3476626" y="95466"/>
                  <a:pt x="3496352" y="100824"/>
                  <a:pt x="3513291" y="111540"/>
                </a:cubicBezTo>
                <a:cubicBezTo>
                  <a:pt x="3530231" y="122255"/>
                  <a:pt x="3543436" y="137300"/>
                  <a:pt x="3552907" y="156675"/>
                </a:cubicBezTo>
                <a:cubicBezTo>
                  <a:pt x="3562378" y="176050"/>
                  <a:pt x="3567113" y="198726"/>
                  <a:pt x="3567113" y="224703"/>
                </a:cubicBezTo>
                <a:cubicBezTo>
                  <a:pt x="3567113" y="250464"/>
                  <a:pt x="3562378" y="272978"/>
                  <a:pt x="3552907" y="292244"/>
                </a:cubicBezTo>
                <a:cubicBezTo>
                  <a:pt x="3543436" y="311510"/>
                  <a:pt x="3530231" y="326502"/>
                  <a:pt x="3513291" y="337217"/>
                </a:cubicBezTo>
                <a:cubicBezTo>
                  <a:pt x="3496352" y="347933"/>
                  <a:pt x="3476626" y="353291"/>
                  <a:pt x="3454112" y="353291"/>
                </a:cubicBezTo>
                <a:cubicBezTo>
                  <a:pt x="3431598" y="353291"/>
                  <a:pt x="3411872" y="347933"/>
                  <a:pt x="3394932" y="337217"/>
                </a:cubicBezTo>
                <a:cubicBezTo>
                  <a:pt x="3377993" y="326502"/>
                  <a:pt x="3364788" y="311510"/>
                  <a:pt x="3355317" y="292244"/>
                </a:cubicBezTo>
                <a:cubicBezTo>
                  <a:pt x="3345846" y="272978"/>
                  <a:pt x="3341111" y="250464"/>
                  <a:pt x="3341111" y="224703"/>
                </a:cubicBezTo>
                <a:cubicBezTo>
                  <a:pt x="3341111" y="198726"/>
                  <a:pt x="3345846" y="176050"/>
                  <a:pt x="3355317" y="156675"/>
                </a:cubicBezTo>
                <a:cubicBezTo>
                  <a:pt x="3364788" y="137300"/>
                  <a:pt x="3377993" y="122255"/>
                  <a:pt x="3394932" y="111540"/>
                </a:cubicBezTo>
                <a:cubicBezTo>
                  <a:pt x="3411872" y="100824"/>
                  <a:pt x="3431598" y="95466"/>
                  <a:pt x="3454112" y="95466"/>
                </a:cubicBezTo>
                <a:close/>
                <a:moveTo>
                  <a:pt x="3158187" y="95466"/>
                </a:moveTo>
                <a:cubicBezTo>
                  <a:pt x="3175722" y="95466"/>
                  <a:pt x="3191525" y="98713"/>
                  <a:pt x="3205596" y="105208"/>
                </a:cubicBezTo>
                <a:cubicBezTo>
                  <a:pt x="3219667" y="111702"/>
                  <a:pt x="3231194" y="120794"/>
                  <a:pt x="3240178" y="132484"/>
                </a:cubicBezTo>
                <a:cubicBezTo>
                  <a:pt x="3249162" y="144174"/>
                  <a:pt x="3254736" y="157812"/>
                  <a:pt x="3256901" y="173398"/>
                </a:cubicBezTo>
                <a:lnTo>
                  <a:pt x="3218585" y="173398"/>
                </a:lnTo>
                <a:cubicBezTo>
                  <a:pt x="3215662" y="162033"/>
                  <a:pt x="3209195" y="151940"/>
                  <a:pt x="3199183" y="143118"/>
                </a:cubicBezTo>
                <a:cubicBezTo>
                  <a:pt x="3189171" y="134297"/>
                  <a:pt x="3175722" y="129886"/>
                  <a:pt x="3158837" y="129886"/>
                </a:cubicBezTo>
                <a:cubicBezTo>
                  <a:pt x="3143900" y="129886"/>
                  <a:pt x="3130830" y="133756"/>
                  <a:pt x="3119627" y="141495"/>
                </a:cubicBezTo>
                <a:cubicBezTo>
                  <a:pt x="3108425" y="149234"/>
                  <a:pt x="3099712" y="160112"/>
                  <a:pt x="3093488" y="174129"/>
                </a:cubicBezTo>
                <a:cubicBezTo>
                  <a:pt x="3087264" y="188145"/>
                  <a:pt x="3084152" y="204571"/>
                  <a:pt x="3084152" y="223404"/>
                </a:cubicBezTo>
                <a:cubicBezTo>
                  <a:pt x="3084152" y="242671"/>
                  <a:pt x="3087210" y="259448"/>
                  <a:pt x="3093325" y="273735"/>
                </a:cubicBezTo>
                <a:cubicBezTo>
                  <a:pt x="3099441" y="288023"/>
                  <a:pt x="3108100" y="299117"/>
                  <a:pt x="3119303" y="307019"/>
                </a:cubicBezTo>
                <a:cubicBezTo>
                  <a:pt x="3130505" y="314920"/>
                  <a:pt x="3143683" y="318871"/>
                  <a:pt x="3158837" y="318871"/>
                </a:cubicBezTo>
                <a:cubicBezTo>
                  <a:pt x="3168795" y="318871"/>
                  <a:pt x="3177833" y="317139"/>
                  <a:pt x="3185951" y="313675"/>
                </a:cubicBezTo>
                <a:cubicBezTo>
                  <a:pt x="3194069" y="310212"/>
                  <a:pt x="3200942" y="305233"/>
                  <a:pt x="3206570" y="298738"/>
                </a:cubicBezTo>
                <a:cubicBezTo>
                  <a:pt x="3212198" y="292244"/>
                  <a:pt x="3216203" y="284451"/>
                  <a:pt x="3218585" y="275359"/>
                </a:cubicBezTo>
                <a:lnTo>
                  <a:pt x="3256901" y="275359"/>
                </a:lnTo>
                <a:cubicBezTo>
                  <a:pt x="3254736" y="290079"/>
                  <a:pt x="3249406" y="303311"/>
                  <a:pt x="3240909" y="315055"/>
                </a:cubicBezTo>
                <a:cubicBezTo>
                  <a:pt x="3232412" y="326799"/>
                  <a:pt x="3221209" y="336108"/>
                  <a:pt x="3207301" y="342981"/>
                </a:cubicBezTo>
                <a:cubicBezTo>
                  <a:pt x="3193392" y="349854"/>
                  <a:pt x="3177237" y="353291"/>
                  <a:pt x="3158837" y="353291"/>
                </a:cubicBezTo>
                <a:cubicBezTo>
                  <a:pt x="3135457" y="353291"/>
                  <a:pt x="3115325" y="347770"/>
                  <a:pt x="3098440" y="336730"/>
                </a:cubicBezTo>
                <a:cubicBezTo>
                  <a:pt x="3081555" y="325690"/>
                  <a:pt x="3068566" y="310482"/>
                  <a:pt x="3059474" y="291108"/>
                </a:cubicBezTo>
                <a:cubicBezTo>
                  <a:pt x="3050382" y="271733"/>
                  <a:pt x="3045836" y="249598"/>
                  <a:pt x="3045836" y="224703"/>
                </a:cubicBezTo>
                <a:cubicBezTo>
                  <a:pt x="3045836" y="199375"/>
                  <a:pt x="3050517" y="176997"/>
                  <a:pt x="3059880" y="157568"/>
                </a:cubicBezTo>
                <a:cubicBezTo>
                  <a:pt x="3069242" y="138139"/>
                  <a:pt x="3082339" y="122932"/>
                  <a:pt x="3099170" y="111945"/>
                </a:cubicBezTo>
                <a:cubicBezTo>
                  <a:pt x="3116001" y="100959"/>
                  <a:pt x="3135674" y="95466"/>
                  <a:pt x="3158187" y="95466"/>
                </a:cubicBezTo>
                <a:close/>
                <a:moveTo>
                  <a:pt x="2707698" y="95466"/>
                </a:moveTo>
                <a:cubicBezTo>
                  <a:pt x="2732377" y="95466"/>
                  <a:pt x="2751778" y="100878"/>
                  <a:pt x="2765904" y="111702"/>
                </a:cubicBezTo>
                <a:cubicBezTo>
                  <a:pt x="2780029" y="122526"/>
                  <a:pt x="2790068" y="136813"/>
                  <a:pt x="2796021" y="154564"/>
                </a:cubicBezTo>
                <a:lnTo>
                  <a:pt x="2761601" y="164306"/>
                </a:lnTo>
                <a:cubicBezTo>
                  <a:pt x="2759436" y="158569"/>
                  <a:pt x="2756270" y="152968"/>
                  <a:pt x="2752103" y="147502"/>
                </a:cubicBezTo>
                <a:cubicBezTo>
                  <a:pt x="2747936" y="142036"/>
                  <a:pt x="2742281" y="137517"/>
                  <a:pt x="2735137" y="133945"/>
                </a:cubicBezTo>
                <a:cubicBezTo>
                  <a:pt x="2727993" y="130373"/>
                  <a:pt x="2718847" y="128587"/>
                  <a:pt x="2707698" y="128587"/>
                </a:cubicBezTo>
                <a:cubicBezTo>
                  <a:pt x="2692437" y="128587"/>
                  <a:pt x="2679746" y="132078"/>
                  <a:pt x="2669625" y="139059"/>
                </a:cubicBezTo>
                <a:cubicBezTo>
                  <a:pt x="2659505" y="146041"/>
                  <a:pt x="2654445" y="154889"/>
                  <a:pt x="2654445" y="165605"/>
                </a:cubicBezTo>
                <a:cubicBezTo>
                  <a:pt x="2654445" y="175130"/>
                  <a:pt x="2657908" y="182652"/>
                  <a:pt x="2664836" y="188173"/>
                </a:cubicBezTo>
                <a:cubicBezTo>
                  <a:pt x="2671763" y="193693"/>
                  <a:pt x="2682587" y="198293"/>
                  <a:pt x="2697307" y="201973"/>
                </a:cubicBezTo>
                <a:lnTo>
                  <a:pt x="2734325" y="211065"/>
                </a:lnTo>
                <a:cubicBezTo>
                  <a:pt x="2756622" y="216477"/>
                  <a:pt x="2773237" y="224730"/>
                  <a:pt x="2784169" y="235825"/>
                </a:cubicBezTo>
                <a:cubicBezTo>
                  <a:pt x="2795101" y="246919"/>
                  <a:pt x="2800567" y="261180"/>
                  <a:pt x="2800567" y="278606"/>
                </a:cubicBezTo>
                <a:cubicBezTo>
                  <a:pt x="2800567" y="292893"/>
                  <a:pt x="2796481" y="305666"/>
                  <a:pt x="2788309" y="316922"/>
                </a:cubicBezTo>
                <a:cubicBezTo>
                  <a:pt x="2780137" y="328179"/>
                  <a:pt x="2768745" y="337055"/>
                  <a:pt x="2754132" y="343549"/>
                </a:cubicBezTo>
                <a:cubicBezTo>
                  <a:pt x="2739520" y="350043"/>
                  <a:pt x="2722527" y="353291"/>
                  <a:pt x="2703152" y="353291"/>
                </a:cubicBezTo>
                <a:cubicBezTo>
                  <a:pt x="2677716" y="353291"/>
                  <a:pt x="2656664" y="347770"/>
                  <a:pt x="2639995" y="336730"/>
                </a:cubicBezTo>
                <a:cubicBezTo>
                  <a:pt x="2623326" y="325690"/>
                  <a:pt x="2612773" y="309562"/>
                  <a:pt x="2608335" y="288347"/>
                </a:cubicBezTo>
                <a:lnTo>
                  <a:pt x="2644703" y="279255"/>
                </a:lnTo>
                <a:cubicBezTo>
                  <a:pt x="2648167" y="292677"/>
                  <a:pt x="2654743" y="302743"/>
                  <a:pt x="2664430" y="309454"/>
                </a:cubicBezTo>
                <a:cubicBezTo>
                  <a:pt x="2674117" y="316165"/>
                  <a:pt x="2686808" y="319520"/>
                  <a:pt x="2702503" y="319520"/>
                </a:cubicBezTo>
                <a:cubicBezTo>
                  <a:pt x="2720362" y="319520"/>
                  <a:pt x="2734569" y="315705"/>
                  <a:pt x="2745122" y="308074"/>
                </a:cubicBezTo>
                <a:cubicBezTo>
                  <a:pt x="2755675" y="300443"/>
                  <a:pt x="2760952" y="291270"/>
                  <a:pt x="2760952" y="280554"/>
                </a:cubicBezTo>
                <a:cubicBezTo>
                  <a:pt x="2760952" y="271895"/>
                  <a:pt x="2757921" y="264616"/>
                  <a:pt x="2751860" y="258717"/>
                </a:cubicBezTo>
                <a:cubicBezTo>
                  <a:pt x="2745798" y="252818"/>
                  <a:pt x="2736490" y="248407"/>
                  <a:pt x="2723934" y="245485"/>
                </a:cubicBezTo>
                <a:lnTo>
                  <a:pt x="2682370" y="235743"/>
                </a:lnTo>
                <a:cubicBezTo>
                  <a:pt x="2659532" y="230332"/>
                  <a:pt x="2642782" y="221916"/>
                  <a:pt x="2632120" y="210497"/>
                </a:cubicBezTo>
                <a:cubicBezTo>
                  <a:pt x="2621459" y="199078"/>
                  <a:pt x="2616128" y="184763"/>
                  <a:pt x="2616128" y="167553"/>
                </a:cubicBezTo>
                <a:cubicBezTo>
                  <a:pt x="2616128" y="153482"/>
                  <a:pt x="2620106" y="141035"/>
                  <a:pt x="2628062" y="130211"/>
                </a:cubicBezTo>
                <a:cubicBezTo>
                  <a:pt x="2636017" y="119387"/>
                  <a:pt x="2646895" y="110890"/>
                  <a:pt x="2660695" y="104721"/>
                </a:cubicBezTo>
                <a:cubicBezTo>
                  <a:pt x="2674496" y="98551"/>
                  <a:pt x="2690163" y="95466"/>
                  <a:pt x="2707698" y="95466"/>
                </a:cubicBezTo>
                <a:close/>
                <a:moveTo>
                  <a:pt x="2415237" y="95466"/>
                </a:moveTo>
                <a:cubicBezTo>
                  <a:pt x="2428226" y="95466"/>
                  <a:pt x="2441052" y="97631"/>
                  <a:pt x="2453716" y="101960"/>
                </a:cubicBezTo>
                <a:cubicBezTo>
                  <a:pt x="2466380" y="106290"/>
                  <a:pt x="2477907" y="113298"/>
                  <a:pt x="2488298" y="122986"/>
                </a:cubicBezTo>
                <a:cubicBezTo>
                  <a:pt x="2498689" y="132673"/>
                  <a:pt x="2506970" y="145472"/>
                  <a:pt x="2513139" y="161383"/>
                </a:cubicBezTo>
                <a:cubicBezTo>
                  <a:pt x="2519309" y="177295"/>
                  <a:pt x="2522394" y="196886"/>
                  <a:pt x="2522394" y="220157"/>
                </a:cubicBezTo>
                <a:lnTo>
                  <a:pt x="2522394" y="236393"/>
                </a:lnTo>
                <a:lnTo>
                  <a:pt x="2341691" y="236393"/>
                </a:lnTo>
                <a:lnTo>
                  <a:pt x="2343658" y="257276"/>
                </a:lnTo>
                <a:cubicBezTo>
                  <a:pt x="2345295" y="265245"/>
                  <a:pt x="2347751" y="272490"/>
                  <a:pt x="2351025" y="279012"/>
                </a:cubicBezTo>
                <a:cubicBezTo>
                  <a:pt x="2357573" y="292055"/>
                  <a:pt x="2366692" y="301958"/>
                  <a:pt x="2378382" y="308723"/>
                </a:cubicBezTo>
                <a:cubicBezTo>
                  <a:pt x="2390072" y="315488"/>
                  <a:pt x="2403656" y="318871"/>
                  <a:pt x="2419134" y="318871"/>
                </a:cubicBezTo>
                <a:cubicBezTo>
                  <a:pt x="2429200" y="318871"/>
                  <a:pt x="2438319" y="317437"/>
                  <a:pt x="2446491" y="314568"/>
                </a:cubicBezTo>
                <a:cubicBezTo>
                  <a:pt x="2454663" y="311700"/>
                  <a:pt x="2461726" y="307370"/>
                  <a:pt x="2467679" y="301580"/>
                </a:cubicBezTo>
                <a:cubicBezTo>
                  <a:pt x="2473632" y="295789"/>
                  <a:pt x="2478232" y="288564"/>
                  <a:pt x="2481479" y="279905"/>
                </a:cubicBezTo>
                <a:lnTo>
                  <a:pt x="2518497" y="290296"/>
                </a:lnTo>
                <a:cubicBezTo>
                  <a:pt x="2514601" y="302851"/>
                  <a:pt x="2508052" y="313865"/>
                  <a:pt x="2498852" y="323336"/>
                </a:cubicBezTo>
                <a:cubicBezTo>
                  <a:pt x="2489652" y="332806"/>
                  <a:pt x="2478286" y="340167"/>
                  <a:pt x="2464757" y="345416"/>
                </a:cubicBezTo>
                <a:cubicBezTo>
                  <a:pt x="2451227" y="350666"/>
                  <a:pt x="2436019" y="353291"/>
                  <a:pt x="2419134" y="353291"/>
                </a:cubicBezTo>
                <a:cubicBezTo>
                  <a:pt x="2395105" y="353291"/>
                  <a:pt x="2374404" y="347960"/>
                  <a:pt x="2357032" y="337298"/>
                </a:cubicBezTo>
                <a:cubicBezTo>
                  <a:pt x="2339660" y="326637"/>
                  <a:pt x="2326292" y="311700"/>
                  <a:pt x="2316930" y="292488"/>
                </a:cubicBezTo>
                <a:cubicBezTo>
                  <a:pt x="2307567" y="273275"/>
                  <a:pt x="2302886" y="250897"/>
                  <a:pt x="2302886" y="225353"/>
                </a:cubicBezTo>
                <a:cubicBezTo>
                  <a:pt x="2302886" y="199808"/>
                  <a:pt x="2307567" y="177268"/>
                  <a:pt x="2316930" y="157730"/>
                </a:cubicBezTo>
                <a:cubicBezTo>
                  <a:pt x="2326292" y="138193"/>
                  <a:pt x="2339389" y="122932"/>
                  <a:pt x="2356220" y="111945"/>
                </a:cubicBezTo>
                <a:cubicBezTo>
                  <a:pt x="2373051" y="100959"/>
                  <a:pt x="2392724" y="95466"/>
                  <a:pt x="2415237" y="95466"/>
                </a:cubicBezTo>
                <a:close/>
                <a:moveTo>
                  <a:pt x="1643712" y="95466"/>
                </a:moveTo>
                <a:cubicBezTo>
                  <a:pt x="1656701" y="95466"/>
                  <a:pt x="1669527" y="97631"/>
                  <a:pt x="1682191" y="101960"/>
                </a:cubicBezTo>
                <a:cubicBezTo>
                  <a:pt x="1694855" y="106290"/>
                  <a:pt x="1706382" y="113298"/>
                  <a:pt x="1716773" y="122986"/>
                </a:cubicBezTo>
                <a:cubicBezTo>
                  <a:pt x="1727164" y="132673"/>
                  <a:pt x="1735444" y="145472"/>
                  <a:pt x="1741614" y="161383"/>
                </a:cubicBezTo>
                <a:cubicBezTo>
                  <a:pt x="1747784" y="177295"/>
                  <a:pt x="1750869" y="196886"/>
                  <a:pt x="1750869" y="220157"/>
                </a:cubicBezTo>
                <a:lnTo>
                  <a:pt x="1750869" y="236393"/>
                </a:lnTo>
                <a:lnTo>
                  <a:pt x="1570166" y="236393"/>
                </a:lnTo>
                <a:lnTo>
                  <a:pt x="1572133" y="257276"/>
                </a:lnTo>
                <a:cubicBezTo>
                  <a:pt x="1573770" y="265245"/>
                  <a:pt x="1576226" y="272490"/>
                  <a:pt x="1579500" y="279012"/>
                </a:cubicBezTo>
                <a:cubicBezTo>
                  <a:pt x="1586048" y="292055"/>
                  <a:pt x="1595167" y="301958"/>
                  <a:pt x="1606857" y="308723"/>
                </a:cubicBezTo>
                <a:cubicBezTo>
                  <a:pt x="1618547" y="315488"/>
                  <a:pt x="1632131" y="318871"/>
                  <a:pt x="1647609" y="318871"/>
                </a:cubicBezTo>
                <a:cubicBezTo>
                  <a:pt x="1657675" y="318871"/>
                  <a:pt x="1666794" y="317437"/>
                  <a:pt x="1674966" y="314568"/>
                </a:cubicBezTo>
                <a:cubicBezTo>
                  <a:pt x="1683138" y="311700"/>
                  <a:pt x="1690201" y="307370"/>
                  <a:pt x="1696154" y="301580"/>
                </a:cubicBezTo>
                <a:cubicBezTo>
                  <a:pt x="1702107" y="295789"/>
                  <a:pt x="1706707" y="288564"/>
                  <a:pt x="1709954" y="279905"/>
                </a:cubicBezTo>
                <a:lnTo>
                  <a:pt x="1746972" y="290296"/>
                </a:lnTo>
                <a:cubicBezTo>
                  <a:pt x="1743075" y="302851"/>
                  <a:pt x="1736527" y="313865"/>
                  <a:pt x="1727327" y="323336"/>
                </a:cubicBezTo>
                <a:cubicBezTo>
                  <a:pt x="1718126" y="332806"/>
                  <a:pt x="1706761" y="340167"/>
                  <a:pt x="1693232" y="345416"/>
                </a:cubicBezTo>
                <a:cubicBezTo>
                  <a:pt x="1679702" y="350666"/>
                  <a:pt x="1664494" y="353291"/>
                  <a:pt x="1647609" y="353291"/>
                </a:cubicBezTo>
                <a:cubicBezTo>
                  <a:pt x="1623580" y="353291"/>
                  <a:pt x="1602879" y="347960"/>
                  <a:pt x="1585507" y="337298"/>
                </a:cubicBezTo>
                <a:cubicBezTo>
                  <a:pt x="1568135" y="326637"/>
                  <a:pt x="1554767" y="311700"/>
                  <a:pt x="1545405" y="292488"/>
                </a:cubicBezTo>
                <a:cubicBezTo>
                  <a:pt x="1536042" y="273275"/>
                  <a:pt x="1531361" y="250897"/>
                  <a:pt x="1531361" y="225353"/>
                </a:cubicBezTo>
                <a:cubicBezTo>
                  <a:pt x="1531361" y="199808"/>
                  <a:pt x="1536042" y="177268"/>
                  <a:pt x="1545405" y="157730"/>
                </a:cubicBezTo>
                <a:cubicBezTo>
                  <a:pt x="1554767" y="138193"/>
                  <a:pt x="1567864" y="122932"/>
                  <a:pt x="1584695" y="111945"/>
                </a:cubicBezTo>
                <a:cubicBezTo>
                  <a:pt x="1601526" y="100959"/>
                  <a:pt x="1621199" y="95466"/>
                  <a:pt x="1643712" y="95466"/>
                </a:cubicBezTo>
                <a:close/>
                <a:moveTo>
                  <a:pt x="1338913" y="95466"/>
                </a:moveTo>
                <a:cubicBezTo>
                  <a:pt x="1351901" y="95466"/>
                  <a:pt x="1364727" y="97631"/>
                  <a:pt x="1377391" y="101960"/>
                </a:cubicBezTo>
                <a:cubicBezTo>
                  <a:pt x="1390055" y="106290"/>
                  <a:pt x="1401583" y="113298"/>
                  <a:pt x="1411973" y="122986"/>
                </a:cubicBezTo>
                <a:cubicBezTo>
                  <a:pt x="1422364" y="132673"/>
                  <a:pt x="1430645" y="145472"/>
                  <a:pt x="1436814" y="161383"/>
                </a:cubicBezTo>
                <a:cubicBezTo>
                  <a:pt x="1442984" y="177295"/>
                  <a:pt x="1446069" y="196886"/>
                  <a:pt x="1446069" y="220157"/>
                </a:cubicBezTo>
                <a:lnTo>
                  <a:pt x="1446069" y="236393"/>
                </a:lnTo>
                <a:lnTo>
                  <a:pt x="1265366" y="236393"/>
                </a:lnTo>
                <a:lnTo>
                  <a:pt x="1267333" y="257276"/>
                </a:lnTo>
                <a:cubicBezTo>
                  <a:pt x="1268970" y="265245"/>
                  <a:pt x="1271426" y="272490"/>
                  <a:pt x="1274700" y="279012"/>
                </a:cubicBezTo>
                <a:cubicBezTo>
                  <a:pt x="1281248" y="292055"/>
                  <a:pt x="1290367" y="301958"/>
                  <a:pt x="1302057" y="308723"/>
                </a:cubicBezTo>
                <a:cubicBezTo>
                  <a:pt x="1313747" y="315488"/>
                  <a:pt x="1327331" y="318871"/>
                  <a:pt x="1342809" y="318871"/>
                </a:cubicBezTo>
                <a:cubicBezTo>
                  <a:pt x="1352875" y="318871"/>
                  <a:pt x="1361994" y="317437"/>
                  <a:pt x="1370166" y="314568"/>
                </a:cubicBezTo>
                <a:cubicBezTo>
                  <a:pt x="1378338" y="311700"/>
                  <a:pt x="1385401" y="307370"/>
                  <a:pt x="1391354" y="301580"/>
                </a:cubicBezTo>
                <a:cubicBezTo>
                  <a:pt x="1397307" y="295789"/>
                  <a:pt x="1401907" y="288564"/>
                  <a:pt x="1405155" y="279905"/>
                </a:cubicBezTo>
                <a:lnTo>
                  <a:pt x="1442172" y="290296"/>
                </a:lnTo>
                <a:cubicBezTo>
                  <a:pt x="1438275" y="302851"/>
                  <a:pt x="1431727" y="313865"/>
                  <a:pt x="1422527" y="323336"/>
                </a:cubicBezTo>
                <a:cubicBezTo>
                  <a:pt x="1413327" y="332806"/>
                  <a:pt x="1401961" y="340167"/>
                  <a:pt x="1388432" y="345416"/>
                </a:cubicBezTo>
                <a:cubicBezTo>
                  <a:pt x="1374902" y="350666"/>
                  <a:pt x="1359694" y="353291"/>
                  <a:pt x="1342809" y="353291"/>
                </a:cubicBezTo>
                <a:cubicBezTo>
                  <a:pt x="1318780" y="353291"/>
                  <a:pt x="1298079" y="347960"/>
                  <a:pt x="1280707" y="337298"/>
                </a:cubicBezTo>
                <a:cubicBezTo>
                  <a:pt x="1263335" y="326637"/>
                  <a:pt x="1249967" y="311700"/>
                  <a:pt x="1240605" y="292488"/>
                </a:cubicBezTo>
                <a:cubicBezTo>
                  <a:pt x="1231242" y="273275"/>
                  <a:pt x="1226561" y="250897"/>
                  <a:pt x="1226561" y="225353"/>
                </a:cubicBezTo>
                <a:cubicBezTo>
                  <a:pt x="1226561" y="199808"/>
                  <a:pt x="1231242" y="177268"/>
                  <a:pt x="1240605" y="157730"/>
                </a:cubicBezTo>
                <a:cubicBezTo>
                  <a:pt x="1249967" y="138193"/>
                  <a:pt x="1263064" y="122932"/>
                  <a:pt x="1279895" y="111945"/>
                </a:cubicBezTo>
                <a:cubicBezTo>
                  <a:pt x="1296726" y="100959"/>
                  <a:pt x="1316399" y="95466"/>
                  <a:pt x="1338913" y="95466"/>
                </a:cubicBezTo>
                <a:close/>
                <a:moveTo>
                  <a:pt x="427976" y="95466"/>
                </a:moveTo>
                <a:cubicBezTo>
                  <a:pt x="448974" y="95466"/>
                  <a:pt x="467483" y="100716"/>
                  <a:pt x="483503" y="111215"/>
                </a:cubicBezTo>
                <a:cubicBezTo>
                  <a:pt x="499522" y="121714"/>
                  <a:pt x="512023" y="136597"/>
                  <a:pt x="521007" y="155863"/>
                </a:cubicBezTo>
                <a:cubicBezTo>
                  <a:pt x="529991" y="175130"/>
                  <a:pt x="534483" y="197860"/>
                  <a:pt x="534483" y="224054"/>
                </a:cubicBezTo>
                <a:cubicBezTo>
                  <a:pt x="534483" y="250464"/>
                  <a:pt x="529991" y="273329"/>
                  <a:pt x="521007" y="292650"/>
                </a:cubicBezTo>
                <a:cubicBezTo>
                  <a:pt x="512023" y="311970"/>
                  <a:pt x="499576" y="326907"/>
                  <a:pt x="483665" y="337461"/>
                </a:cubicBezTo>
                <a:cubicBezTo>
                  <a:pt x="467754" y="348014"/>
                  <a:pt x="449407" y="353291"/>
                  <a:pt x="428626" y="353291"/>
                </a:cubicBezTo>
                <a:cubicBezTo>
                  <a:pt x="412606" y="353291"/>
                  <a:pt x="399780" y="350612"/>
                  <a:pt x="390147" y="345254"/>
                </a:cubicBezTo>
                <a:cubicBezTo>
                  <a:pt x="380514" y="339896"/>
                  <a:pt x="373099" y="333781"/>
                  <a:pt x="367904" y="326907"/>
                </a:cubicBezTo>
                <a:cubicBezTo>
                  <a:pt x="362708" y="320034"/>
                  <a:pt x="358703" y="314325"/>
                  <a:pt x="355889" y="309779"/>
                </a:cubicBezTo>
                <a:lnTo>
                  <a:pt x="352642" y="309779"/>
                </a:lnTo>
                <a:lnTo>
                  <a:pt x="352642" y="441613"/>
                </a:lnTo>
                <a:lnTo>
                  <a:pt x="314326" y="441613"/>
                </a:lnTo>
                <a:lnTo>
                  <a:pt x="314326" y="98713"/>
                </a:lnTo>
                <a:lnTo>
                  <a:pt x="351343" y="98713"/>
                </a:lnTo>
                <a:lnTo>
                  <a:pt x="351343" y="138329"/>
                </a:lnTo>
                <a:lnTo>
                  <a:pt x="355889" y="138329"/>
                </a:lnTo>
                <a:cubicBezTo>
                  <a:pt x="358703" y="133999"/>
                  <a:pt x="362627" y="128452"/>
                  <a:pt x="367660" y="121687"/>
                </a:cubicBezTo>
                <a:cubicBezTo>
                  <a:pt x="372693" y="114922"/>
                  <a:pt x="379945" y="108861"/>
                  <a:pt x="389416" y="103503"/>
                </a:cubicBezTo>
                <a:cubicBezTo>
                  <a:pt x="398887" y="98145"/>
                  <a:pt x="411740" y="95466"/>
                  <a:pt x="427976" y="95466"/>
                </a:cubicBezTo>
                <a:close/>
                <a:moveTo>
                  <a:pt x="113651" y="95466"/>
                </a:moveTo>
                <a:cubicBezTo>
                  <a:pt x="134649" y="95466"/>
                  <a:pt x="153158" y="100716"/>
                  <a:pt x="169177" y="111215"/>
                </a:cubicBezTo>
                <a:cubicBezTo>
                  <a:pt x="185197" y="121714"/>
                  <a:pt x="197698" y="136597"/>
                  <a:pt x="206682" y="155863"/>
                </a:cubicBezTo>
                <a:cubicBezTo>
                  <a:pt x="215666" y="175130"/>
                  <a:pt x="220158" y="197860"/>
                  <a:pt x="220158" y="224054"/>
                </a:cubicBezTo>
                <a:cubicBezTo>
                  <a:pt x="220158" y="250464"/>
                  <a:pt x="215666" y="273329"/>
                  <a:pt x="206682" y="292650"/>
                </a:cubicBezTo>
                <a:cubicBezTo>
                  <a:pt x="197698" y="311970"/>
                  <a:pt x="185251" y="326907"/>
                  <a:pt x="169340" y="337461"/>
                </a:cubicBezTo>
                <a:cubicBezTo>
                  <a:pt x="153429" y="348014"/>
                  <a:pt x="135082" y="353291"/>
                  <a:pt x="114300" y="353291"/>
                </a:cubicBezTo>
                <a:cubicBezTo>
                  <a:pt x="98281" y="353291"/>
                  <a:pt x="85455" y="350612"/>
                  <a:pt x="75822" y="345254"/>
                </a:cubicBezTo>
                <a:cubicBezTo>
                  <a:pt x="66188" y="339896"/>
                  <a:pt x="58774" y="333781"/>
                  <a:pt x="53579" y="326907"/>
                </a:cubicBezTo>
                <a:cubicBezTo>
                  <a:pt x="48383" y="320034"/>
                  <a:pt x="44378" y="314325"/>
                  <a:pt x="41564" y="309779"/>
                </a:cubicBezTo>
                <a:lnTo>
                  <a:pt x="38317" y="309779"/>
                </a:lnTo>
                <a:lnTo>
                  <a:pt x="38317" y="441613"/>
                </a:lnTo>
                <a:lnTo>
                  <a:pt x="0" y="441613"/>
                </a:lnTo>
                <a:lnTo>
                  <a:pt x="0" y="98713"/>
                </a:lnTo>
                <a:lnTo>
                  <a:pt x="37018" y="98713"/>
                </a:lnTo>
                <a:lnTo>
                  <a:pt x="37018" y="138329"/>
                </a:lnTo>
                <a:lnTo>
                  <a:pt x="41564" y="138329"/>
                </a:lnTo>
                <a:cubicBezTo>
                  <a:pt x="44378" y="133999"/>
                  <a:pt x="48302" y="128452"/>
                  <a:pt x="53335" y="121687"/>
                </a:cubicBezTo>
                <a:cubicBezTo>
                  <a:pt x="58368" y="114922"/>
                  <a:pt x="65620" y="108861"/>
                  <a:pt x="75091" y="103503"/>
                </a:cubicBezTo>
                <a:cubicBezTo>
                  <a:pt x="84562" y="98145"/>
                  <a:pt x="97415" y="95466"/>
                  <a:pt x="113651" y="95466"/>
                </a:cubicBezTo>
                <a:close/>
                <a:moveTo>
                  <a:pt x="1133259" y="94817"/>
                </a:moveTo>
                <a:cubicBezTo>
                  <a:pt x="1136073" y="94817"/>
                  <a:pt x="1139591" y="94871"/>
                  <a:pt x="1143812" y="94979"/>
                </a:cubicBezTo>
                <a:cubicBezTo>
                  <a:pt x="1148034" y="95087"/>
                  <a:pt x="1151227" y="95250"/>
                  <a:pt x="1153391" y="95466"/>
                </a:cubicBezTo>
                <a:lnTo>
                  <a:pt x="1153391" y="134432"/>
                </a:lnTo>
                <a:cubicBezTo>
                  <a:pt x="1152093" y="134107"/>
                  <a:pt x="1149143" y="133593"/>
                  <a:pt x="1144543" y="132890"/>
                </a:cubicBezTo>
                <a:cubicBezTo>
                  <a:pt x="1139943" y="132186"/>
                  <a:pt x="1135099" y="131834"/>
                  <a:pt x="1130012" y="131834"/>
                </a:cubicBezTo>
                <a:cubicBezTo>
                  <a:pt x="1117889" y="131834"/>
                  <a:pt x="1107092" y="134351"/>
                  <a:pt x="1097621" y="139384"/>
                </a:cubicBezTo>
                <a:cubicBezTo>
                  <a:pt x="1088151" y="144417"/>
                  <a:pt x="1080682" y="151344"/>
                  <a:pt x="1075216" y="160166"/>
                </a:cubicBezTo>
                <a:cubicBezTo>
                  <a:pt x="1069750" y="168987"/>
                  <a:pt x="1067017" y="179026"/>
                  <a:pt x="1067017" y="190283"/>
                </a:cubicBezTo>
                <a:lnTo>
                  <a:pt x="1067017" y="348095"/>
                </a:lnTo>
                <a:lnTo>
                  <a:pt x="1028700" y="348095"/>
                </a:lnTo>
                <a:lnTo>
                  <a:pt x="1028700" y="98713"/>
                </a:lnTo>
                <a:lnTo>
                  <a:pt x="1065718" y="98713"/>
                </a:lnTo>
                <a:lnTo>
                  <a:pt x="1065718" y="136380"/>
                </a:lnTo>
                <a:lnTo>
                  <a:pt x="1068316" y="136380"/>
                </a:lnTo>
                <a:cubicBezTo>
                  <a:pt x="1072862" y="124041"/>
                  <a:pt x="1081088" y="114029"/>
                  <a:pt x="1092994" y="106344"/>
                </a:cubicBezTo>
                <a:cubicBezTo>
                  <a:pt x="1104901" y="98659"/>
                  <a:pt x="1118322" y="94817"/>
                  <a:pt x="1133259" y="94817"/>
                </a:cubicBezTo>
                <a:close/>
                <a:moveTo>
                  <a:pt x="645536" y="38966"/>
                </a:moveTo>
                <a:lnTo>
                  <a:pt x="683852" y="38966"/>
                </a:lnTo>
                <a:lnTo>
                  <a:pt x="683852" y="98713"/>
                </a:lnTo>
                <a:lnTo>
                  <a:pt x="737106" y="98713"/>
                </a:lnTo>
                <a:lnTo>
                  <a:pt x="737106" y="131185"/>
                </a:lnTo>
                <a:lnTo>
                  <a:pt x="683852" y="131185"/>
                </a:lnTo>
                <a:lnTo>
                  <a:pt x="683852" y="276658"/>
                </a:lnTo>
                <a:cubicBezTo>
                  <a:pt x="683852" y="287482"/>
                  <a:pt x="685449" y="295572"/>
                  <a:pt x="688642" y="300930"/>
                </a:cubicBezTo>
                <a:cubicBezTo>
                  <a:pt x="691835" y="306288"/>
                  <a:pt x="695948" y="309860"/>
                  <a:pt x="700981" y="311646"/>
                </a:cubicBezTo>
                <a:cubicBezTo>
                  <a:pt x="706014" y="313432"/>
                  <a:pt x="711345" y="314325"/>
                  <a:pt x="716973" y="314325"/>
                </a:cubicBezTo>
                <a:cubicBezTo>
                  <a:pt x="721195" y="314325"/>
                  <a:pt x="724658" y="314081"/>
                  <a:pt x="727364" y="313594"/>
                </a:cubicBezTo>
                <a:cubicBezTo>
                  <a:pt x="730070" y="313107"/>
                  <a:pt x="732235" y="312701"/>
                  <a:pt x="733858" y="312376"/>
                </a:cubicBezTo>
                <a:lnTo>
                  <a:pt x="741652" y="346796"/>
                </a:lnTo>
                <a:cubicBezTo>
                  <a:pt x="739054" y="347770"/>
                  <a:pt x="735428" y="348772"/>
                  <a:pt x="730774" y="349800"/>
                </a:cubicBezTo>
                <a:cubicBezTo>
                  <a:pt x="726119" y="350828"/>
                  <a:pt x="720220" y="351342"/>
                  <a:pt x="713077" y="351342"/>
                </a:cubicBezTo>
                <a:cubicBezTo>
                  <a:pt x="702253" y="351342"/>
                  <a:pt x="691673" y="349015"/>
                  <a:pt x="681336" y="344361"/>
                </a:cubicBezTo>
                <a:cubicBezTo>
                  <a:pt x="670999" y="339707"/>
                  <a:pt x="662448" y="332617"/>
                  <a:pt x="655683" y="323092"/>
                </a:cubicBezTo>
                <a:cubicBezTo>
                  <a:pt x="648918" y="313567"/>
                  <a:pt x="645536" y="301553"/>
                  <a:pt x="645536" y="287049"/>
                </a:cubicBezTo>
                <a:lnTo>
                  <a:pt x="645536" y="131185"/>
                </a:lnTo>
                <a:lnTo>
                  <a:pt x="607869" y="131185"/>
                </a:lnTo>
                <a:lnTo>
                  <a:pt x="607869" y="98713"/>
                </a:lnTo>
                <a:lnTo>
                  <a:pt x="645536" y="98713"/>
                </a:lnTo>
                <a:close/>
                <a:moveTo>
                  <a:pt x="1853046" y="15586"/>
                </a:moveTo>
                <a:lnTo>
                  <a:pt x="1891362" y="15586"/>
                </a:lnTo>
                <a:lnTo>
                  <a:pt x="1891362" y="138329"/>
                </a:lnTo>
                <a:lnTo>
                  <a:pt x="1894610" y="138329"/>
                </a:lnTo>
                <a:cubicBezTo>
                  <a:pt x="1897424" y="133999"/>
                  <a:pt x="1901347" y="128452"/>
                  <a:pt x="1906380" y="121687"/>
                </a:cubicBezTo>
                <a:cubicBezTo>
                  <a:pt x="1911414" y="114922"/>
                  <a:pt x="1918665" y="108861"/>
                  <a:pt x="1928136" y="103503"/>
                </a:cubicBezTo>
                <a:cubicBezTo>
                  <a:pt x="1937608" y="98145"/>
                  <a:pt x="1950461" y="95466"/>
                  <a:pt x="1966697" y="95466"/>
                </a:cubicBezTo>
                <a:cubicBezTo>
                  <a:pt x="1987695" y="95466"/>
                  <a:pt x="2006204" y="100716"/>
                  <a:pt x="2022223" y="111215"/>
                </a:cubicBezTo>
                <a:cubicBezTo>
                  <a:pt x="2038242" y="121714"/>
                  <a:pt x="2050744" y="136597"/>
                  <a:pt x="2059727" y="155863"/>
                </a:cubicBezTo>
                <a:cubicBezTo>
                  <a:pt x="2068712" y="175130"/>
                  <a:pt x="2073203" y="197860"/>
                  <a:pt x="2073203" y="224054"/>
                </a:cubicBezTo>
                <a:cubicBezTo>
                  <a:pt x="2073203" y="250464"/>
                  <a:pt x="2068712" y="273329"/>
                  <a:pt x="2059727" y="292650"/>
                </a:cubicBezTo>
                <a:cubicBezTo>
                  <a:pt x="2050744" y="311970"/>
                  <a:pt x="2038297" y="326907"/>
                  <a:pt x="2022385" y="337461"/>
                </a:cubicBezTo>
                <a:cubicBezTo>
                  <a:pt x="2006474" y="348014"/>
                  <a:pt x="1988128" y="353291"/>
                  <a:pt x="1967346" y="353291"/>
                </a:cubicBezTo>
                <a:cubicBezTo>
                  <a:pt x="1951327" y="353291"/>
                  <a:pt x="1938500" y="350612"/>
                  <a:pt x="1928867" y="345254"/>
                </a:cubicBezTo>
                <a:cubicBezTo>
                  <a:pt x="1919234" y="339896"/>
                  <a:pt x="1911819" y="333781"/>
                  <a:pt x="1906624" y="326907"/>
                </a:cubicBezTo>
                <a:cubicBezTo>
                  <a:pt x="1901428" y="320034"/>
                  <a:pt x="1897424" y="314325"/>
                  <a:pt x="1894610" y="309779"/>
                </a:cubicBezTo>
                <a:lnTo>
                  <a:pt x="1890063" y="309779"/>
                </a:lnTo>
                <a:lnTo>
                  <a:pt x="1890063" y="348095"/>
                </a:lnTo>
                <a:lnTo>
                  <a:pt x="1853046" y="348095"/>
                </a:lnTo>
                <a:close/>
                <a:moveTo>
                  <a:pt x="2191183" y="5195"/>
                </a:moveTo>
                <a:cubicBezTo>
                  <a:pt x="2198652" y="5195"/>
                  <a:pt x="2205065" y="7739"/>
                  <a:pt x="2210423" y="12826"/>
                </a:cubicBezTo>
                <a:cubicBezTo>
                  <a:pt x="2215781" y="17913"/>
                  <a:pt x="2218460" y="24029"/>
                  <a:pt x="2218460" y="31172"/>
                </a:cubicBezTo>
                <a:cubicBezTo>
                  <a:pt x="2218460" y="38316"/>
                  <a:pt x="2215781" y="44432"/>
                  <a:pt x="2210423" y="49519"/>
                </a:cubicBezTo>
                <a:cubicBezTo>
                  <a:pt x="2205065" y="54606"/>
                  <a:pt x="2198652" y="57150"/>
                  <a:pt x="2191183" y="57150"/>
                </a:cubicBezTo>
                <a:cubicBezTo>
                  <a:pt x="2183715" y="57150"/>
                  <a:pt x="2177302" y="54606"/>
                  <a:pt x="2171944" y="49519"/>
                </a:cubicBezTo>
                <a:cubicBezTo>
                  <a:pt x="2166586" y="44432"/>
                  <a:pt x="2163907" y="38316"/>
                  <a:pt x="2163907" y="31172"/>
                </a:cubicBezTo>
                <a:cubicBezTo>
                  <a:pt x="2163907" y="24029"/>
                  <a:pt x="2166586" y="17913"/>
                  <a:pt x="2171944" y="12826"/>
                </a:cubicBezTo>
                <a:cubicBezTo>
                  <a:pt x="2177302" y="7739"/>
                  <a:pt x="2183715" y="5195"/>
                  <a:pt x="2191183" y="5195"/>
                </a:cubicBezTo>
                <a:close/>
                <a:moveTo>
                  <a:pt x="915699" y="0"/>
                </a:moveTo>
                <a:cubicBezTo>
                  <a:pt x="925116" y="0"/>
                  <a:pt x="932801" y="757"/>
                  <a:pt x="938754" y="2273"/>
                </a:cubicBezTo>
                <a:cubicBezTo>
                  <a:pt x="944707" y="3788"/>
                  <a:pt x="949145" y="5195"/>
                  <a:pt x="952068" y="6494"/>
                </a:cubicBezTo>
                <a:lnTo>
                  <a:pt x="941027" y="39615"/>
                </a:lnTo>
                <a:cubicBezTo>
                  <a:pt x="939079" y="38966"/>
                  <a:pt x="936400" y="38154"/>
                  <a:pt x="932990" y="37180"/>
                </a:cubicBezTo>
                <a:cubicBezTo>
                  <a:pt x="929581" y="36205"/>
                  <a:pt x="925116" y="35718"/>
                  <a:pt x="919596" y="35718"/>
                </a:cubicBezTo>
                <a:cubicBezTo>
                  <a:pt x="906932" y="35718"/>
                  <a:pt x="897813" y="38911"/>
                  <a:pt x="892239" y="45298"/>
                </a:cubicBezTo>
                <a:cubicBezTo>
                  <a:pt x="886664" y="51684"/>
                  <a:pt x="883877" y="61046"/>
                  <a:pt x="883877" y="73385"/>
                </a:cubicBezTo>
                <a:lnTo>
                  <a:pt x="883877" y="98713"/>
                </a:lnTo>
                <a:lnTo>
                  <a:pt x="939728" y="98713"/>
                </a:lnTo>
                <a:lnTo>
                  <a:pt x="939728" y="131185"/>
                </a:lnTo>
                <a:lnTo>
                  <a:pt x="883877" y="131185"/>
                </a:lnTo>
                <a:lnTo>
                  <a:pt x="883877" y="348095"/>
                </a:lnTo>
                <a:lnTo>
                  <a:pt x="845561" y="348095"/>
                </a:lnTo>
                <a:lnTo>
                  <a:pt x="845561" y="131185"/>
                </a:lnTo>
                <a:lnTo>
                  <a:pt x="805296" y="131185"/>
                </a:lnTo>
                <a:lnTo>
                  <a:pt x="805296" y="98713"/>
                </a:lnTo>
                <a:lnTo>
                  <a:pt x="845561" y="98713"/>
                </a:lnTo>
                <a:lnTo>
                  <a:pt x="845561" y="64293"/>
                </a:lnTo>
                <a:cubicBezTo>
                  <a:pt x="845561" y="50006"/>
                  <a:pt x="848916" y="38100"/>
                  <a:pt x="855627" y="28575"/>
                </a:cubicBezTo>
                <a:cubicBezTo>
                  <a:pt x="862338" y="19050"/>
                  <a:pt x="871051" y="11906"/>
                  <a:pt x="881767" y="7143"/>
                </a:cubicBezTo>
                <a:cubicBezTo>
                  <a:pt x="892482" y="2381"/>
                  <a:pt x="903793" y="0"/>
                  <a:pt x="9156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190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61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3" r:id="rId13"/>
    <p:sldLayoutId id="2147483664" r:id="rId14"/>
    <p:sldLayoutId id="2147483665" r:id="rId15"/>
    <p:sldLayoutId id="214748366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A92757-42D3-0F49-BCF6-83DB10065DB6}"/>
              </a:ext>
            </a:extLst>
          </p:cNvPr>
          <p:cNvSpPr txBox="1"/>
          <p:nvPr/>
        </p:nvSpPr>
        <p:spPr>
          <a:xfrm>
            <a:off x="1066801" y="1646805"/>
            <a:ext cx="10058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0" b="1" u="none" strike="noStrike" dirty="0">
                <a:solidFill>
                  <a:schemeClr val="accent3"/>
                </a:solidFill>
                <a:effectLst/>
                <a:latin typeface="+mj-lt"/>
              </a:rPr>
              <a:t>CYBER SECURITY </a:t>
            </a:r>
            <a:r>
              <a:rPr lang="en-US" sz="8000" b="1" u="none" strike="noStrike" dirty="0">
                <a:solidFill>
                  <a:schemeClr val="accent1"/>
                </a:solidFill>
                <a:effectLst/>
                <a:latin typeface="+mj-lt"/>
              </a:rPr>
              <a:t>PITCH DECK</a:t>
            </a:r>
            <a:endParaRPr lang="en-US" sz="8000" b="1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3" name="Graphic 16">
            <a:extLst>
              <a:ext uri="{FF2B5EF4-FFF2-40B4-BE49-F238E27FC236}">
                <a16:creationId xmlns:a16="http://schemas.microsoft.com/office/drawing/2014/main" id="{B99F4508-2FEC-B32E-F4D5-29C1F4E54758}"/>
              </a:ext>
            </a:extLst>
          </p:cNvPr>
          <p:cNvGrpSpPr/>
          <p:nvPr/>
        </p:nvGrpSpPr>
        <p:grpSpPr>
          <a:xfrm>
            <a:off x="-3798988" y="2634699"/>
            <a:ext cx="18592604" cy="2770896"/>
            <a:chOff x="4306249" y="4678348"/>
            <a:chExt cx="3874773" cy="599237"/>
          </a:xfrm>
          <a:noFill/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CDC4212-5738-D6CA-AA96-619649FB028E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87EDAC5-BD8A-D9D5-8145-0CC36B8447B4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20F63BB-5CC6-6030-C741-1BBA2EC8D084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B0DB27C-F517-D6EC-FB17-C8086605842E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B7AD884-AE95-271F-44AB-384B0EB0A033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D784E1C-B4B4-6233-660D-79A57664399E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9F03EA7-D1A1-F001-7566-BD316546A4B5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105F64D-47F8-5486-B633-D6F53F736895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AA3FC63-50C6-6197-E710-91EF4B75D27A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F1B5B79-0CC1-10EF-6105-76863889D152}"/>
              </a:ext>
            </a:extLst>
          </p:cNvPr>
          <p:cNvSpPr/>
          <p:nvPr/>
        </p:nvSpPr>
        <p:spPr>
          <a:xfrm>
            <a:off x="4491990" y="5070338"/>
            <a:ext cx="3208020" cy="491155"/>
          </a:xfrm>
          <a:prstGeom prst="roundRect">
            <a:avLst>
              <a:gd name="adj" fmla="val 2597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0A1652-6FB9-D2EF-8B0B-694C4F84FEE4}"/>
              </a:ext>
            </a:extLst>
          </p:cNvPr>
          <p:cNvSpPr txBox="1"/>
          <p:nvPr/>
        </p:nvSpPr>
        <p:spPr>
          <a:xfrm>
            <a:off x="4094480" y="5128652"/>
            <a:ext cx="400304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id-ID" sz="1600" b="1" dirty="0">
                <a:solidFill>
                  <a:schemeClr val="accent2"/>
                </a:solidFill>
                <a:latin typeface="+mn-lt"/>
              </a:rPr>
              <a:t>GET STARTED PRESENTATION</a:t>
            </a:r>
            <a:endParaRPr lang="en-US" sz="16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962967-762C-F8A3-2F3C-B38F45E07668}"/>
              </a:ext>
            </a:extLst>
          </p:cNvPr>
          <p:cNvSpPr txBox="1"/>
          <p:nvPr/>
        </p:nvSpPr>
        <p:spPr>
          <a:xfrm>
            <a:off x="1630682" y="3899567"/>
            <a:ext cx="8930638" cy="710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Our company is a next-generation cyber security provider focused on protecting businesses from modern digital threats including ransomware, phishing, data breaches, and insider attacks.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C515BA0-6E0A-DFC2-5CC5-8FC38C493DD3}"/>
              </a:ext>
            </a:extLst>
          </p:cNvPr>
          <p:cNvSpPr/>
          <p:nvPr/>
        </p:nvSpPr>
        <p:spPr>
          <a:xfrm rot="20062316">
            <a:off x="1029597" y="1047509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57648E4-F73A-CBAC-96CF-402C869AC549}"/>
              </a:ext>
            </a:extLst>
          </p:cNvPr>
          <p:cNvSpPr/>
          <p:nvPr/>
        </p:nvSpPr>
        <p:spPr>
          <a:xfrm rot="3272193">
            <a:off x="866635" y="1657699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50973A6-8D15-DEC1-5C63-41FC9414742B}"/>
              </a:ext>
            </a:extLst>
          </p:cNvPr>
          <p:cNvSpPr/>
          <p:nvPr/>
        </p:nvSpPr>
        <p:spPr>
          <a:xfrm rot="6857488">
            <a:off x="10680977" y="2762163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A410F40-8E69-59E2-EF83-F40A76204AA1}"/>
              </a:ext>
            </a:extLst>
          </p:cNvPr>
          <p:cNvSpPr/>
          <p:nvPr/>
        </p:nvSpPr>
        <p:spPr>
          <a:xfrm rot="20062316">
            <a:off x="9637569" y="5461854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grpSp>
        <p:nvGrpSpPr>
          <p:cNvPr id="43" name="Graphic 16">
            <a:extLst>
              <a:ext uri="{FF2B5EF4-FFF2-40B4-BE49-F238E27FC236}">
                <a16:creationId xmlns:a16="http://schemas.microsoft.com/office/drawing/2014/main" id="{E90780E0-9275-637F-8FC4-631538BD0A17}"/>
              </a:ext>
            </a:extLst>
          </p:cNvPr>
          <p:cNvGrpSpPr/>
          <p:nvPr/>
        </p:nvGrpSpPr>
        <p:grpSpPr>
          <a:xfrm>
            <a:off x="-3798988" y="3422975"/>
            <a:ext cx="18592604" cy="2770896"/>
            <a:chOff x="4306249" y="4678348"/>
            <a:chExt cx="3874773" cy="599237"/>
          </a:xfrm>
          <a:noFill/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32DCD52-D4EE-EAAD-B414-D44006791DCC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1CA51D0-6E8C-6AE5-62D3-2A2B03FB9AF8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16BE4B8-C897-2051-B0EF-A74DB68CFF5D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9625DB7-7D70-5560-6D0D-5E38303E330D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4950AF5-4844-5E4B-8178-31CE3633E67D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260D47D-7CB5-69C6-5312-3E5CE70094E0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76C4AA1-7039-C497-E27B-3423296362A3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51D33B3-29F5-DFD4-4D7D-0373677C2650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F6F6A03-E60D-CD2A-FC59-03642C732257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906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5120BB-E577-870A-A7E7-23D378FB7745}"/>
              </a:ext>
            </a:extLst>
          </p:cNvPr>
          <p:cNvSpPr txBox="1"/>
          <p:nvPr/>
        </p:nvSpPr>
        <p:spPr>
          <a:xfrm>
            <a:off x="901722" y="1503017"/>
            <a:ext cx="55308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Company Overview </a:t>
            </a:r>
            <a:r>
              <a:rPr lang="id-ID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and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 Mission</a:t>
            </a:r>
            <a:endParaRPr lang="en-US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3C2DB-07F9-26BA-656A-9D126A65F73B}"/>
              </a:ext>
            </a:extLst>
          </p:cNvPr>
          <p:cNvSpPr txBox="1"/>
          <p:nvPr/>
        </p:nvSpPr>
        <p:spPr>
          <a:xfrm>
            <a:off x="923282" y="3109337"/>
            <a:ext cx="5530858" cy="10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400" b="1" dirty="0">
                <a:solidFill>
                  <a:schemeClr val="accent3"/>
                </a:solidFill>
                <a:latin typeface="+mn-lt"/>
              </a:rPr>
              <a:t>Our company is a next-generation cyber security 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provider</a:t>
            </a:r>
            <a:endParaRPr lang="id-ID" sz="1400" dirty="0">
              <a:solidFill>
                <a:schemeClr val="bg1">
                  <a:lumMod val="85000"/>
                </a:schemeClr>
              </a:solidFill>
              <a:latin typeface="+mn-lt"/>
            </a:endParaRPr>
          </a:p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focused on protecting businesses from modern digital threats ransomware, phishing, data breaches, and insider attacks.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7B057-9509-85F4-B0A3-986D78EB662D}"/>
              </a:ext>
            </a:extLst>
          </p:cNvPr>
          <p:cNvSpPr txBox="1"/>
          <p:nvPr/>
        </p:nvSpPr>
        <p:spPr>
          <a:xfrm>
            <a:off x="923282" y="4320917"/>
            <a:ext cx="5530858" cy="103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We develop advanced security solutions that combine artificial intelligence, behavioral analytics, and automated threat response to strengthen organizational defenses.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6EA39F0-ABD2-E596-4CE4-D57DCF96CF35}"/>
              </a:ext>
            </a:extLst>
          </p:cNvPr>
          <p:cNvSpPr/>
          <p:nvPr/>
        </p:nvSpPr>
        <p:spPr>
          <a:xfrm rot="20062316">
            <a:off x="6595676" y="1649837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B705C28-5F0A-2E53-016E-161A35EA5E91}"/>
              </a:ext>
            </a:extLst>
          </p:cNvPr>
          <p:cNvSpPr/>
          <p:nvPr/>
        </p:nvSpPr>
        <p:spPr>
          <a:xfrm rot="3272193">
            <a:off x="6432714" y="2260027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245151B5-4BE3-C55C-7DA2-1E4D531930E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18896" y="1563155"/>
            <a:ext cx="3676452" cy="3731690"/>
          </a:xfrm>
          <a:solidFill>
            <a:srgbClr val="FFFFFF">
              <a:lumMod val="85000"/>
            </a:srgbClr>
          </a:solidFill>
          <a:ln w="19050">
            <a:solidFill>
              <a:schemeClr val="bg1"/>
            </a:solidFill>
          </a:ln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87E01DC-4417-BAD5-8B6B-B30E38D66538}"/>
              </a:ext>
            </a:extLst>
          </p:cNvPr>
          <p:cNvSpPr/>
          <p:nvPr/>
        </p:nvSpPr>
        <p:spPr>
          <a:xfrm rot="6069600">
            <a:off x="10868081" y="4057296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3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DACDF-D51D-D368-EA06-A9F95208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8F40BB5-6C54-A516-1085-9D1D4B29F5E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2167" y="1321519"/>
            <a:ext cx="3738020" cy="3738020"/>
          </a:xfrm>
          <a:custGeom>
            <a:avLst/>
            <a:gdLst>
              <a:gd name="csX0" fmla="*/ 1869010 w 3738020"/>
              <a:gd name="csY0" fmla="*/ 0 h 3738020"/>
              <a:gd name="csX1" fmla="*/ 3738020 w 3738020"/>
              <a:gd name="csY1" fmla="*/ 1869010 h 3738020"/>
              <a:gd name="csX2" fmla="*/ 1869010 w 3738020"/>
              <a:gd name="csY2" fmla="*/ 3738020 h 3738020"/>
              <a:gd name="csX3" fmla="*/ 0 w 3738020"/>
              <a:gd name="csY3" fmla="*/ 1869010 h 3738020"/>
              <a:gd name="csX4" fmla="*/ 1869010 w 3738020"/>
              <a:gd name="csY4" fmla="*/ 0 h 3738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38020" h="3738020">
                <a:moveTo>
                  <a:pt x="1869010" y="0"/>
                </a:moveTo>
                <a:cubicBezTo>
                  <a:pt x="2901236" y="0"/>
                  <a:pt x="3738020" y="836784"/>
                  <a:pt x="3738020" y="1869010"/>
                </a:cubicBezTo>
                <a:cubicBezTo>
                  <a:pt x="3738020" y="2901236"/>
                  <a:pt x="2901236" y="3738020"/>
                  <a:pt x="1869010" y="3738020"/>
                </a:cubicBezTo>
                <a:cubicBezTo>
                  <a:pt x="836784" y="3738020"/>
                  <a:pt x="0" y="2901236"/>
                  <a:pt x="0" y="1869010"/>
                </a:cubicBezTo>
                <a:cubicBezTo>
                  <a:pt x="0" y="836784"/>
                  <a:pt x="836784" y="0"/>
                  <a:pt x="1869010" y="0"/>
                </a:cubicBezTo>
                <a:close/>
              </a:path>
            </a:pathLst>
          </a:custGeom>
          <a:solidFill>
            <a:srgbClr val="FFFFFF">
              <a:lumMod val="85000"/>
            </a:srgbClr>
          </a:solidFill>
          <a:ln w="19050">
            <a:solidFill>
              <a:schemeClr val="bg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9EA7FD-0DD5-8E06-E2E9-FB2DC66A5470}"/>
              </a:ext>
            </a:extLst>
          </p:cNvPr>
          <p:cNvSpPr txBox="1"/>
          <p:nvPr/>
        </p:nvSpPr>
        <p:spPr>
          <a:xfrm>
            <a:off x="5584268" y="1743979"/>
            <a:ext cx="521313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The Cyber Threats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We’re Solving</a:t>
            </a:r>
            <a:endParaRPr lang="en-US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ECEB6-4F39-CA7B-96DD-7D1F47F9C08C}"/>
              </a:ext>
            </a:extLst>
          </p:cNvPr>
          <p:cNvSpPr txBox="1"/>
          <p:nvPr/>
        </p:nvSpPr>
        <p:spPr>
          <a:xfrm>
            <a:off x="5605827" y="3350299"/>
            <a:ext cx="5340993" cy="2003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Lorem dolor sit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amet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consectetur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adipiscing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elit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sed do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eiusmod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tempor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incididunt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ut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labore et dolore magna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aliqua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ipsum dolor sit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amet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consectetur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adipiscing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elit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sed do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eiusmod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tempor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incididunt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ut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labore et dolore magna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aliqua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ipsum dolor sit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amet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consectetur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adipiscing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elit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sed do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eiusmod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tempor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incididunt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ut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 labore et dolore magna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+mn-lt"/>
              </a:rPr>
              <a:t>aliqu</a:t>
            </a:r>
            <a:endParaRPr lang="en-US" sz="1400" dirty="0">
              <a:solidFill>
                <a:schemeClr val="bg1">
                  <a:lumMod val="85000"/>
                </a:schemeClr>
              </a:solidFill>
              <a:latin typeface="+mn-lt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C35F6D0-DC6D-16E9-7EC7-494DD0FBA91E}"/>
              </a:ext>
            </a:extLst>
          </p:cNvPr>
          <p:cNvSpPr/>
          <p:nvPr/>
        </p:nvSpPr>
        <p:spPr>
          <a:xfrm rot="20062316">
            <a:off x="1899380" y="5442698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D0B96CA-44E2-149D-A87F-4C1C822F5CB9}"/>
              </a:ext>
            </a:extLst>
          </p:cNvPr>
          <p:cNvSpPr/>
          <p:nvPr/>
        </p:nvSpPr>
        <p:spPr>
          <a:xfrm rot="6948722">
            <a:off x="1197717" y="5413346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0B7C62-73B0-FC07-C5BC-6458F098E5DB}"/>
              </a:ext>
            </a:extLst>
          </p:cNvPr>
          <p:cNvSpPr/>
          <p:nvPr/>
        </p:nvSpPr>
        <p:spPr>
          <a:xfrm rot="7118505">
            <a:off x="11012627" y="2502534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D094FC1-D8AF-A278-1266-B1DDD040045D}"/>
              </a:ext>
            </a:extLst>
          </p:cNvPr>
          <p:cNvSpPr/>
          <p:nvPr/>
        </p:nvSpPr>
        <p:spPr>
          <a:xfrm>
            <a:off x="3032558" y="3423502"/>
            <a:ext cx="2064182" cy="2064182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A94D1916-B33F-8E33-D5C1-A48912C416C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custGeom>
            <a:avLst/>
            <a:gdLst>
              <a:gd name="csX0" fmla="*/ 951559 w 1903118"/>
              <a:gd name="csY0" fmla="*/ 0 h 1903118"/>
              <a:gd name="csX1" fmla="*/ 1903118 w 1903118"/>
              <a:gd name="csY1" fmla="*/ 951559 h 1903118"/>
              <a:gd name="csX2" fmla="*/ 951559 w 1903118"/>
              <a:gd name="csY2" fmla="*/ 1903118 h 1903118"/>
              <a:gd name="csX3" fmla="*/ 0 w 1903118"/>
              <a:gd name="csY3" fmla="*/ 951559 h 1903118"/>
              <a:gd name="csX4" fmla="*/ 951559 w 1903118"/>
              <a:gd name="csY4" fmla="*/ 0 h 19031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03118" h="1903118">
                <a:moveTo>
                  <a:pt x="951559" y="0"/>
                </a:moveTo>
                <a:cubicBezTo>
                  <a:pt x="1477091" y="0"/>
                  <a:pt x="1903118" y="426027"/>
                  <a:pt x="1903118" y="951559"/>
                </a:cubicBezTo>
                <a:cubicBezTo>
                  <a:pt x="1903118" y="1477091"/>
                  <a:pt x="1477091" y="1903118"/>
                  <a:pt x="951559" y="1903118"/>
                </a:cubicBezTo>
                <a:cubicBezTo>
                  <a:pt x="426027" y="1903118"/>
                  <a:pt x="0" y="1477091"/>
                  <a:pt x="0" y="951559"/>
                </a:cubicBezTo>
                <a:cubicBezTo>
                  <a:pt x="0" y="426027"/>
                  <a:pt x="426027" y="0"/>
                  <a:pt x="951559" y="0"/>
                </a:cubicBezTo>
                <a:close/>
              </a:path>
            </a:pathLst>
          </a:custGeom>
          <a:solidFill>
            <a:srgbClr val="FFFFFF">
              <a:lumMod val="65000"/>
            </a:srgbClr>
          </a:solidFill>
        </p:spPr>
      </p:pic>
    </p:spTree>
    <p:extLst>
      <p:ext uri="{BB962C8B-B14F-4D97-AF65-F5344CB8AC3E}">
        <p14:creationId xmlns:p14="http://schemas.microsoft.com/office/powerpoint/2010/main" val="391768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AF1CA-5135-C54C-A0CD-3D8AE4480BA7}"/>
              </a:ext>
            </a:extLst>
          </p:cNvPr>
          <p:cNvSpPr txBox="1"/>
          <p:nvPr/>
        </p:nvSpPr>
        <p:spPr>
          <a:xfrm>
            <a:off x="3489435" y="1458479"/>
            <a:ext cx="52131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Why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We Win</a:t>
            </a:r>
            <a:endParaRPr lang="en-US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63202-49A5-BB60-0BC8-B138E9636416}"/>
              </a:ext>
            </a:extLst>
          </p:cNvPr>
          <p:cNvSpPr txBox="1"/>
          <p:nvPr/>
        </p:nvSpPr>
        <p:spPr>
          <a:xfrm>
            <a:off x="2609557" y="4452496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Automated Incident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29E9C-F3DB-6B06-D45B-A2959A3849E9}"/>
              </a:ext>
            </a:extLst>
          </p:cNvPr>
          <p:cNvSpPr txBox="1"/>
          <p:nvPr/>
        </p:nvSpPr>
        <p:spPr>
          <a:xfrm>
            <a:off x="1945636" y="4909696"/>
            <a:ext cx="3407936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 magna </a:t>
            </a:r>
            <a:r>
              <a:rPr lang="en-US" sz="1200" dirty="0" err="1"/>
              <a:t>aliqua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956829-77E6-B7FD-59EC-51B36F57B489}"/>
              </a:ext>
            </a:extLst>
          </p:cNvPr>
          <p:cNvSpPr txBox="1"/>
          <p:nvPr/>
        </p:nvSpPr>
        <p:spPr>
          <a:xfrm>
            <a:off x="7502349" y="4452496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AI-driven detection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386EBD-DA38-35F7-E2BC-7877136E3ACE}"/>
              </a:ext>
            </a:extLst>
          </p:cNvPr>
          <p:cNvSpPr txBox="1"/>
          <p:nvPr/>
        </p:nvSpPr>
        <p:spPr>
          <a:xfrm>
            <a:off x="6838428" y="4909696"/>
            <a:ext cx="3407936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 magna </a:t>
            </a:r>
            <a:r>
              <a:rPr lang="en-US" sz="1200" dirty="0" err="1"/>
              <a:t>aliqua</a:t>
            </a:r>
            <a:endParaRPr lang="en-US" sz="120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7027073-60FF-A2DA-2156-D927F8B39054}"/>
              </a:ext>
            </a:extLst>
          </p:cNvPr>
          <p:cNvSpPr/>
          <p:nvPr/>
        </p:nvSpPr>
        <p:spPr>
          <a:xfrm rot="20062316">
            <a:off x="2284471" y="1395645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9D6736C-1D43-43B0-4547-EBF22770D574}"/>
              </a:ext>
            </a:extLst>
          </p:cNvPr>
          <p:cNvSpPr/>
          <p:nvPr/>
        </p:nvSpPr>
        <p:spPr>
          <a:xfrm rot="6948722">
            <a:off x="1597976" y="1929427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F6CDFAE-5D92-2961-78F2-3204508E75F1}"/>
              </a:ext>
            </a:extLst>
          </p:cNvPr>
          <p:cNvSpPr/>
          <p:nvPr/>
        </p:nvSpPr>
        <p:spPr>
          <a:xfrm rot="3445878">
            <a:off x="10772359" y="3707420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855D1422-707A-91CD-E12D-B6969506C3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custGeom>
            <a:avLst/>
            <a:gdLst>
              <a:gd name="csX0" fmla="*/ 801544 w 1603088"/>
              <a:gd name="csY0" fmla="*/ 0 h 1603088"/>
              <a:gd name="csX1" fmla="*/ 1603088 w 1603088"/>
              <a:gd name="csY1" fmla="*/ 801544 h 1603088"/>
              <a:gd name="csX2" fmla="*/ 801544 w 1603088"/>
              <a:gd name="csY2" fmla="*/ 1603088 h 1603088"/>
              <a:gd name="csX3" fmla="*/ 0 w 1603088"/>
              <a:gd name="csY3" fmla="*/ 801544 h 1603088"/>
              <a:gd name="csX4" fmla="*/ 801544 w 1603088"/>
              <a:gd name="csY4" fmla="*/ 0 h 160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03088" h="1603088">
                <a:moveTo>
                  <a:pt x="801544" y="0"/>
                </a:moveTo>
                <a:cubicBezTo>
                  <a:pt x="1244225" y="0"/>
                  <a:pt x="1603088" y="358863"/>
                  <a:pt x="1603088" y="801544"/>
                </a:cubicBezTo>
                <a:cubicBezTo>
                  <a:pt x="1603088" y="1244225"/>
                  <a:pt x="1244225" y="1603088"/>
                  <a:pt x="801544" y="1603088"/>
                </a:cubicBezTo>
                <a:cubicBezTo>
                  <a:pt x="358863" y="1603088"/>
                  <a:pt x="0" y="1244225"/>
                  <a:pt x="0" y="801544"/>
                </a:cubicBezTo>
                <a:cubicBezTo>
                  <a:pt x="0" y="358863"/>
                  <a:pt x="358863" y="0"/>
                  <a:pt x="801544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1DC36DE8-7A57-9005-8CCC-33835E1B177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custGeom>
            <a:avLst/>
            <a:gdLst>
              <a:gd name="csX0" fmla="*/ 801544 w 1603088"/>
              <a:gd name="csY0" fmla="*/ 0 h 1603088"/>
              <a:gd name="csX1" fmla="*/ 1603088 w 1603088"/>
              <a:gd name="csY1" fmla="*/ 801544 h 1603088"/>
              <a:gd name="csX2" fmla="*/ 801544 w 1603088"/>
              <a:gd name="csY2" fmla="*/ 1603088 h 1603088"/>
              <a:gd name="csX3" fmla="*/ 0 w 1603088"/>
              <a:gd name="csY3" fmla="*/ 801544 h 1603088"/>
              <a:gd name="csX4" fmla="*/ 801544 w 1603088"/>
              <a:gd name="csY4" fmla="*/ 0 h 160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03088" h="1603088">
                <a:moveTo>
                  <a:pt x="801544" y="0"/>
                </a:moveTo>
                <a:cubicBezTo>
                  <a:pt x="1244225" y="0"/>
                  <a:pt x="1603088" y="358863"/>
                  <a:pt x="1603088" y="801544"/>
                </a:cubicBezTo>
                <a:cubicBezTo>
                  <a:pt x="1603088" y="1244225"/>
                  <a:pt x="1244225" y="1603088"/>
                  <a:pt x="801544" y="1603088"/>
                </a:cubicBezTo>
                <a:cubicBezTo>
                  <a:pt x="358863" y="1603088"/>
                  <a:pt x="0" y="1244225"/>
                  <a:pt x="0" y="801544"/>
                </a:cubicBezTo>
                <a:cubicBezTo>
                  <a:pt x="0" y="358863"/>
                  <a:pt x="358863" y="0"/>
                  <a:pt x="801544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</p:spPr>
      </p:pic>
    </p:spTree>
    <p:extLst>
      <p:ext uri="{BB962C8B-B14F-4D97-AF65-F5344CB8AC3E}">
        <p14:creationId xmlns:p14="http://schemas.microsoft.com/office/powerpoint/2010/main" val="1424454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DF11F9-9F1B-B21A-DEB6-71052278055B}"/>
              </a:ext>
            </a:extLst>
          </p:cNvPr>
          <p:cNvSpPr txBox="1"/>
          <p:nvPr/>
        </p:nvSpPr>
        <p:spPr>
          <a:xfrm>
            <a:off x="1407737" y="1284859"/>
            <a:ext cx="93765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Risk Landscape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&amp; Strategic SWOT</a:t>
            </a:r>
            <a:endParaRPr lang="en-US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061CA78-B9B9-BA42-18DB-4D94E2A73F0A}"/>
              </a:ext>
            </a:extLst>
          </p:cNvPr>
          <p:cNvSpPr/>
          <p:nvPr/>
        </p:nvSpPr>
        <p:spPr>
          <a:xfrm>
            <a:off x="4847957" y="2559453"/>
            <a:ext cx="2474534" cy="2474534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BB49EC-875A-8895-2A10-FD2444FD0558}"/>
              </a:ext>
            </a:extLst>
          </p:cNvPr>
          <p:cNvSpPr/>
          <p:nvPr/>
        </p:nvSpPr>
        <p:spPr>
          <a:xfrm>
            <a:off x="5103768" y="2815264"/>
            <a:ext cx="1962912" cy="1962912"/>
          </a:xfrm>
          <a:prstGeom prst="ellipse">
            <a:avLst/>
          </a:prstGeom>
          <a:solidFill>
            <a:schemeClr val="accent2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F03F335-9C33-B5E9-5B9E-FD48404B1CA8}"/>
              </a:ext>
            </a:extLst>
          </p:cNvPr>
          <p:cNvSpPr/>
          <p:nvPr/>
        </p:nvSpPr>
        <p:spPr>
          <a:xfrm>
            <a:off x="4836998" y="2765310"/>
            <a:ext cx="665296" cy="665296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45DDD3-852C-AAA5-04ED-6E528485B616}"/>
              </a:ext>
            </a:extLst>
          </p:cNvPr>
          <p:cNvSpPr txBox="1"/>
          <p:nvPr/>
        </p:nvSpPr>
        <p:spPr>
          <a:xfrm>
            <a:off x="5006248" y="2917895"/>
            <a:ext cx="326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u="none" strike="noStrike" dirty="0">
                <a:solidFill>
                  <a:schemeClr val="accent3"/>
                </a:solidFill>
                <a:effectLst/>
                <a:latin typeface="+mj-lt"/>
              </a:rPr>
              <a:t>S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37F010-9F88-5AC1-6D25-2DFD3DE43F66}"/>
              </a:ext>
            </a:extLst>
          </p:cNvPr>
          <p:cNvSpPr txBox="1"/>
          <p:nvPr/>
        </p:nvSpPr>
        <p:spPr>
          <a:xfrm>
            <a:off x="2299731" y="2496513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Advanced AI-driven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92DC2F-BD80-FF43-4D66-F66B1866CE3B}"/>
              </a:ext>
            </a:extLst>
          </p:cNvPr>
          <p:cNvSpPr txBox="1"/>
          <p:nvPr/>
        </p:nvSpPr>
        <p:spPr>
          <a:xfrm>
            <a:off x="1471564" y="2917895"/>
            <a:ext cx="2913097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BC4A5F-0BFC-9FF9-3525-2E6545686377}"/>
              </a:ext>
            </a:extLst>
          </p:cNvPr>
          <p:cNvSpPr txBox="1"/>
          <p:nvPr/>
        </p:nvSpPr>
        <p:spPr>
          <a:xfrm>
            <a:off x="2598435" y="4211469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High research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7582F9-D0A6-9C25-7851-71A3B603EAEB}"/>
              </a:ext>
            </a:extLst>
          </p:cNvPr>
          <p:cNvSpPr txBox="1"/>
          <p:nvPr/>
        </p:nvSpPr>
        <p:spPr>
          <a:xfrm>
            <a:off x="1770268" y="4632851"/>
            <a:ext cx="2913097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9598CA-4805-7BAF-293C-865B04AF3F76}"/>
              </a:ext>
            </a:extLst>
          </p:cNvPr>
          <p:cNvSpPr/>
          <p:nvPr/>
        </p:nvSpPr>
        <p:spPr>
          <a:xfrm>
            <a:off x="4958918" y="4368691"/>
            <a:ext cx="665296" cy="665296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92DE59-AB1B-BC21-5567-64FB497B0537}"/>
              </a:ext>
            </a:extLst>
          </p:cNvPr>
          <p:cNvSpPr txBox="1"/>
          <p:nvPr/>
        </p:nvSpPr>
        <p:spPr>
          <a:xfrm>
            <a:off x="5128168" y="4521276"/>
            <a:ext cx="326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u="none" strike="noStrike" dirty="0">
                <a:solidFill>
                  <a:schemeClr val="accent3"/>
                </a:solidFill>
                <a:effectLst/>
                <a:latin typeface="+mj-lt"/>
              </a:rPr>
              <a:t>W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89CEF94-4C8F-D656-D999-BFA05FAED227}"/>
              </a:ext>
            </a:extLst>
          </p:cNvPr>
          <p:cNvSpPr/>
          <p:nvPr/>
        </p:nvSpPr>
        <p:spPr>
          <a:xfrm>
            <a:off x="6627698" y="2765310"/>
            <a:ext cx="665296" cy="665296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0C12E9-532C-F238-4C20-548FD04390B8}"/>
              </a:ext>
            </a:extLst>
          </p:cNvPr>
          <p:cNvSpPr txBox="1"/>
          <p:nvPr/>
        </p:nvSpPr>
        <p:spPr>
          <a:xfrm>
            <a:off x="6796948" y="2917895"/>
            <a:ext cx="326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dirty="0">
                <a:solidFill>
                  <a:schemeClr val="accent3"/>
                </a:solidFill>
                <a:latin typeface="+mj-lt"/>
              </a:rPr>
              <a:t>O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A8C9D30-5C95-025A-9124-E06F00F47609}"/>
              </a:ext>
            </a:extLst>
          </p:cNvPr>
          <p:cNvSpPr/>
          <p:nvPr/>
        </p:nvSpPr>
        <p:spPr>
          <a:xfrm>
            <a:off x="6657195" y="4368691"/>
            <a:ext cx="665296" cy="665296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583A27-DE9E-FD0B-7659-A23D03165C5F}"/>
              </a:ext>
            </a:extLst>
          </p:cNvPr>
          <p:cNvSpPr txBox="1"/>
          <p:nvPr/>
        </p:nvSpPr>
        <p:spPr>
          <a:xfrm>
            <a:off x="6826445" y="4521276"/>
            <a:ext cx="3267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u="none" strike="noStrike" dirty="0">
                <a:solidFill>
                  <a:schemeClr val="accent3"/>
                </a:solidFill>
                <a:effectLst/>
                <a:latin typeface="+mj-lt"/>
              </a:rPr>
              <a:t>T</a:t>
            </a:r>
            <a:endParaRPr lang="en-US" sz="2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B3242D-1E2E-C23E-DA4F-95857DCD8397}"/>
              </a:ext>
            </a:extLst>
          </p:cNvPr>
          <p:cNvSpPr txBox="1"/>
          <p:nvPr/>
        </p:nvSpPr>
        <p:spPr>
          <a:xfrm>
            <a:off x="7785786" y="2496513"/>
            <a:ext cx="2727165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Rapid growth of global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1A99FC-F769-340D-D076-958700D49AA9}"/>
              </a:ext>
            </a:extLst>
          </p:cNvPr>
          <p:cNvSpPr txBox="1"/>
          <p:nvPr/>
        </p:nvSpPr>
        <p:spPr>
          <a:xfrm>
            <a:off x="7807340" y="2917895"/>
            <a:ext cx="2913097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07C0B9-EA78-5C57-1BF7-9B16F3477FA4}"/>
              </a:ext>
            </a:extLst>
          </p:cNvPr>
          <p:cNvSpPr txBox="1"/>
          <p:nvPr/>
        </p:nvSpPr>
        <p:spPr>
          <a:xfrm>
            <a:off x="7578302" y="4211469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Intense competition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31CC99-4FB3-1811-5996-883A982AA110}"/>
              </a:ext>
            </a:extLst>
          </p:cNvPr>
          <p:cNvSpPr txBox="1"/>
          <p:nvPr/>
        </p:nvSpPr>
        <p:spPr>
          <a:xfrm>
            <a:off x="7599855" y="4632851"/>
            <a:ext cx="2913097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A38AC58-DFAF-2BB1-26FF-02BD374AE487}"/>
              </a:ext>
            </a:extLst>
          </p:cNvPr>
          <p:cNvSpPr/>
          <p:nvPr/>
        </p:nvSpPr>
        <p:spPr>
          <a:xfrm rot="20062316">
            <a:off x="11073661" y="2480096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A2AA0F1-72D3-8C07-5D5E-3DECFCAEB2F7}"/>
              </a:ext>
            </a:extLst>
          </p:cNvPr>
          <p:cNvSpPr/>
          <p:nvPr/>
        </p:nvSpPr>
        <p:spPr>
          <a:xfrm rot="3272193">
            <a:off x="657637" y="2750665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67FFF9-76C1-EEBA-11E8-3293877E991B}"/>
              </a:ext>
            </a:extLst>
          </p:cNvPr>
          <p:cNvSpPr/>
          <p:nvPr/>
        </p:nvSpPr>
        <p:spPr>
          <a:xfrm rot="8406806">
            <a:off x="11066115" y="4998107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9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BAD21-225A-896E-1AA8-DE9834B6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221E2A-2D98-CFC0-4BD4-AB74042C9537}"/>
              </a:ext>
            </a:extLst>
          </p:cNvPr>
          <p:cNvSpPr txBox="1"/>
          <p:nvPr/>
        </p:nvSpPr>
        <p:spPr>
          <a:xfrm>
            <a:off x="1407737" y="1458479"/>
            <a:ext cx="93765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Security-First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Leadership Team</a:t>
            </a:r>
            <a:endParaRPr lang="en-US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29CBD3-B6E6-71DA-4179-342D3938851D}"/>
              </a:ext>
            </a:extLst>
          </p:cNvPr>
          <p:cNvSpPr txBox="1"/>
          <p:nvPr/>
        </p:nvSpPr>
        <p:spPr>
          <a:xfrm>
            <a:off x="1516481" y="4510371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Noah Sullivan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3FD957-AB57-0E7B-5F10-79B6FA7E83F1}"/>
              </a:ext>
            </a:extLst>
          </p:cNvPr>
          <p:cNvSpPr txBox="1"/>
          <p:nvPr/>
        </p:nvSpPr>
        <p:spPr>
          <a:xfrm>
            <a:off x="1003511" y="4915021"/>
            <a:ext cx="3106034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FE0FC-32C2-6F66-8602-333938206B1F}"/>
              </a:ext>
            </a:extLst>
          </p:cNvPr>
          <p:cNvSpPr txBox="1"/>
          <p:nvPr/>
        </p:nvSpPr>
        <p:spPr>
          <a:xfrm>
            <a:off x="5055953" y="4510371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Oliver Hayes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723465-099C-8710-F722-F4F65B54C34C}"/>
              </a:ext>
            </a:extLst>
          </p:cNvPr>
          <p:cNvSpPr txBox="1"/>
          <p:nvPr/>
        </p:nvSpPr>
        <p:spPr>
          <a:xfrm>
            <a:off x="4542983" y="4915021"/>
            <a:ext cx="3106034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AE4318-4512-8852-B8FC-CED6A197FEA9}"/>
              </a:ext>
            </a:extLst>
          </p:cNvPr>
          <p:cNvSpPr txBox="1"/>
          <p:nvPr/>
        </p:nvSpPr>
        <p:spPr>
          <a:xfrm>
            <a:off x="8595425" y="4510371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Adrian Parker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B325E1-77DD-5236-D191-F1B68F9AEAD3}"/>
              </a:ext>
            </a:extLst>
          </p:cNvPr>
          <p:cNvSpPr txBox="1"/>
          <p:nvPr/>
        </p:nvSpPr>
        <p:spPr>
          <a:xfrm>
            <a:off x="8082455" y="4915021"/>
            <a:ext cx="3106034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9499957-56E9-FDA8-2AF4-3B17C09A2F85}"/>
              </a:ext>
            </a:extLst>
          </p:cNvPr>
          <p:cNvSpPr/>
          <p:nvPr/>
        </p:nvSpPr>
        <p:spPr>
          <a:xfrm rot="20062316">
            <a:off x="10910439" y="2146185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06F8BCA-1048-C001-0C05-1665E66167A1}"/>
              </a:ext>
            </a:extLst>
          </p:cNvPr>
          <p:cNvSpPr/>
          <p:nvPr/>
        </p:nvSpPr>
        <p:spPr>
          <a:xfrm rot="6423084">
            <a:off x="771889" y="5752611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7C9C59-9AC8-CDE8-89B3-F33A28FC1509}"/>
              </a:ext>
            </a:extLst>
          </p:cNvPr>
          <p:cNvSpPr/>
          <p:nvPr/>
        </p:nvSpPr>
        <p:spPr>
          <a:xfrm rot="3916380">
            <a:off x="1363941" y="1073264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78FCD42F-EB7F-E736-9101-D301695B3CF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33928" y="2618029"/>
            <a:ext cx="1603088" cy="1603088"/>
          </a:xfrm>
          <a:custGeom>
            <a:avLst/>
            <a:gdLst>
              <a:gd name="csX0" fmla="*/ 801544 w 1603088"/>
              <a:gd name="csY0" fmla="*/ 0 h 1603088"/>
              <a:gd name="csX1" fmla="*/ 1603088 w 1603088"/>
              <a:gd name="csY1" fmla="*/ 801544 h 1603088"/>
              <a:gd name="csX2" fmla="*/ 801544 w 1603088"/>
              <a:gd name="csY2" fmla="*/ 1603088 h 1603088"/>
              <a:gd name="csX3" fmla="*/ 0 w 1603088"/>
              <a:gd name="csY3" fmla="*/ 801544 h 1603088"/>
              <a:gd name="csX4" fmla="*/ 801544 w 1603088"/>
              <a:gd name="csY4" fmla="*/ 0 h 160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03088" h="1603088">
                <a:moveTo>
                  <a:pt x="801544" y="0"/>
                </a:moveTo>
                <a:cubicBezTo>
                  <a:pt x="1244225" y="0"/>
                  <a:pt x="1603088" y="358863"/>
                  <a:pt x="1603088" y="801544"/>
                </a:cubicBezTo>
                <a:cubicBezTo>
                  <a:pt x="1603088" y="1244225"/>
                  <a:pt x="1244225" y="1603088"/>
                  <a:pt x="801544" y="1603088"/>
                </a:cubicBezTo>
                <a:cubicBezTo>
                  <a:pt x="358863" y="1603088"/>
                  <a:pt x="0" y="1244225"/>
                  <a:pt x="0" y="801544"/>
                </a:cubicBezTo>
                <a:cubicBezTo>
                  <a:pt x="0" y="358863"/>
                  <a:pt x="358863" y="0"/>
                  <a:pt x="801544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</p:spPr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5EA1BD40-94F7-A783-AF3F-E170C6AFF75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54984" y="2618029"/>
            <a:ext cx="1603088" cy="1603088"/>
          </a:xfrm>
          <a:custGeom>
            <a:avLst/>
            <a:gdLst>
              <a:gd name="csX0" fmla="*/ 801544 w 1603088"/>
              <a:gd name="csY0" fmla="*/ 0 h 1603088"/>
              <a:gd name="csX1" fmla="*/ 1603088 w 1603088"/>
              <a:gd name="csY1" fmla="*/ 801544 h 1603088"/>
              <a:gd name="csX2" fmla="*/ 801544 w 1603088"/>
              <a:gd name="csY2" fmla="*/ 1603088 h 1603088"/>
              <a:gd name="csX3" fmla="*/ 0 w 1603088"/>
              <a:gd name="csY3" fmla="*/ 801544 h 1603088"/>
              <a:gd name="csX4" fmla="*/ 801544 w 1603088"/>
              <a:gd name="csY4" fmla="*/ 0 h 160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03088" h="1603088">
                <a:moveTo>
                  <a:pt x="801544" y="0"/>
                </a:moveTo>
                <a:cubicBezTo>
                  <a:pt x="1244225" y="0"/>
                  <a:pt x="1603088" y="358863"/>
                  <a:pt x="1603088" y="801544"/>
                </a:cubicBezTo>
                <a:cubicBezTo>
                  <a:pt x="1603088" y="1244225"/>
                  <a:pt x="1244225" y="1603088"/>
                  <a:pt x="801544" y="1603088"/>
                </a:cubicBezTo>
                <a:cubicBezTo>
                  <a:pt x="358863" y="1603088"/>
                  <a:pt x="0" y="1244225"/>
                  <a:pt x="0" y="801544"/>
                </a:cubicBezTo>
                <a:cubicBezTo>
                  <a:pt x="0" y="358863"/>
                  <a:pt x="358863" y="0"/>
                  <a:pt x="801544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</p:spPr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C4FFFC1C-2D5F-B7C9-43D1-C5D445ED6C6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294456" y="2618029"/>
            <a:ext cx="1603088" cy="1603088"/>
          </a:xfrm>
          <a:custGeom>
            <a:avLst/>
            <a:gdLst>
              <a:gd name="csX0" fmla="*/ 801544 w 1603088"/>
              <a:gd name="csY0" fmla="*/ 0 h 1603088"/>
              <a:gd name="csX1" fmla="*/ 1603088 w 1603088"/>
              <a:gd name="csY1" fmla="*/ 801544 h 1603088"/>
              <a:gd name="csX2" fmla="*/ 801544 w 1603088"/>
              <a:gd name="csY2" fmla="*/ 1603088 h 1603088"/>
              <a:gd name="csX3" fmla="*/ 0 w 1603088"/>
              <a:gd name="csY3" fmla="*/ 801544 h 1603088"/>
              <a:gd name="csX4" fmla="*/ 801544 w 1603088"/>
              <a:gd name="csY4" fmla="*/ 0 h 160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03088" h="1603088">
                <a:moveTo>
                  <a:pt x="801544" y="0"/>
                </a:moveTo>
                <a:cubicBezTo>
                  <a:pt x="1244225" y="0"/>
                  <a:pt x="1603088" y="358863"/>
                  <a:pt x="1603088" y="801544"/>
                </a:cubicBezTo>
                <a:cubicBezTo>
                  <a:pt x="1603088" y="1244225"/>
                  <a:pt x="1244225" y="1603088"/>
                  <a:pt x="801544" y="1603088"/>
                </a:cubicBezTo>
                <a:cubicBezTo>
                  <a:pt x="358863" y="1603088"/>
                  <a:pt x="0" y="1244225"/>
                  <a:pt x="0" y="801544"/>
                </a:cubicBezTo>
                <a:cubicBezTo>
                  <a:pt x="0" y="358863"/>
                  <a:pt x="358863" y="0"/>
                  <a:pt x="801544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</p:spPr>
      </p:pic>
    </p:spTree>
    <p:extLst>
      <p:ext uri="{BB962C8B-B14F-4D97-AF65-F5344CB8AC3E}">
        <p14:creationId xmlns:p14="http://schemas.microsoft.com/office/powerpoint/2010/main" val="2927503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7AAEE3B4-116D-781F-471A-C148F2A9E8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custGeom>
            <a:avLst/>
            <a:gdLst>
              <a:gd name="csX0" fmla="*/ 2330039 w 4660078"/>
              <a:gd name="csY0" fmla="*/ 0 h 2092497"/>
              <a:gd name="csX1" fmla="*/ 4626358 w 4660078"/>
              <a:gd name="csY1" fmla="*/ 1871554 h 2092497"/>
              <a:gd name="csX2" fmla="*/ 4660078 w 4660078"/>
              <a:gd name="csY2" fmla="*/ 2092497 h 2092497"/>
              <a:gd name="csX3" fmla="*/ 0 w 4660078"/>
              <a:gd name="csY3" fmla="*/ 2092497 h 2092497"/>
              <a:gd name="csX4" fmla="*/ 33720 w 4660078"/>
              <a:gd name="csY4" fmla="*/ 1871554 h 2092497"/>
              <a:gd name="csX5" fmla="*/ 2330039 w 4660078"/>
              <a:gd name="csY5" fmla="*/ 0 h 2092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660078" h="2092497">
                <a:moveTo>
                  <a:pt x="2330039" y="0"/>
                </a:moveTo>
                <a:cubicBezTo>
                  <a:pt x="3462746" y="0"/>
                  <a:pt x="4407795" y="803461"/>
                  <a:pt x="4626358" y="1871554"/>
                </a:cubicBezTo>
                <a:lnTo>
                  <a:pt x="4660078" y="2092497"/>
                </a:lnTo>
                <a:lnTo>
                  <a:pt x="0" y="2092497"/>
                </a:lnTo>
                <a:lnTo>
                  <a:pt x="33720" y="1871554"/>
                </a:lnTo>
                <a:cubicBezTo>
                  <a:pt x="252283" y="803461"/>
                  <a:pt x="1197333" y="0"/>
                  <a:pt x="2330039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DB6972-D6F4-2E7F-AFCE-2B1B776C8CFF}"/>
              </a:ext>
            </a:extLst>
          </p:cNvPr>
          <p:cNvSpPr txBox="1"/>
          <p:nvPr/>
        </p:nvSpPr>
        <p:spPr>
          <a:xfrm>
            <a:off x="3394843" y="1458479"/>
            <a:ext cx="54023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Platform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Overview</a:t>
            </a:r>
            <a:endParaRPr lang="en-US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A573E-3D85-ABBB-1268-547D32BE6900}"/>
              </a:ext>
            </a:extLst>
          </p:cNvPr>
          <p:cNvSpPr txBox="1"/>
          <p:nvPr/>
        </p:nvSpPr>
        <p:spPr>
          <a:xfrm>
            <a:off x="1667130" y="3309157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User Behavior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DC53ED-0064-4160-8426-C98B27C9F2D3}"/>
              </a:ext>
            </a:extLst>
          </p:cNvPr>
          <p:cNvSpPr txBox="1"/>
          <p:nvPr/>
        </p:nvSpPr>
        <p:spPr>
          <a:xfrm>
            <a:off x="1246252" y="3730539"/>
            <a:ext cx="2505808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D8B8C0-A77C-1E12-CE93-53A47FEC4584}"/>
              </a:ext>
            </a:extLst>
          </p:cNvPr>
          <p:cNvSpPr txBox="1"/>
          <p:nvPr/>
        </p:nvSpPr>
        <p:spPr>
          <a:xfrm>
            <a:off x="8439940" y="3309157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Identify Suspicious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CDF143-5835-CBEE-45AE-7529DDB9C0C7}"/>
              </a:ext>
            </a:extLst>
          </p:cNvPr>
          <p:cNvSpPr txBox="1"/>
          <p:nvPr/>
        </p:nvSpPr>
        <p:spPr>
          <a:xfrm>
            <a:off x="8439940" y="3730539"/>
            <a:ext cx="2505808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4D432-D57C-9A39-4F72-50C5A7C04518}"/>
              </a:ext>
            </a:extLst>
          </p:cNvPr>
          <p:cNvSpPr txBox="1"/>
          <p:nvPr/>
        </p:nvSpPr>
        <p:spPr>
          <a:xfrm>
            <a:off x="5053535" y="2408428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Analyzes Network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EF1DC5-C0D2-B440-7F6E-D96FF4F4B09C}"/>
              </a:ext>
            </a:extLst>
          </p:cNvPr>
          <p:cNvSpPr txBox="1"/>
          <p:nvPr/>
        </p:nvSpPr>
        <p:spPr>
          <a:xfrm>
            <a:off x="4569694" y="2815133"/>
            <a:ext cx="3052612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endParaRPr lang="en-US" sz="1200" dirty="0"/>
          </a:p>
        </p:txBody>
      </p:sp>
      <p:grpSp>
        <p:nvGrpSpPr>
          <p:cNvPr id="17" name="Graphic 9478">
            <a:extLst>
              <a:ext uri="{FF2B5EF4-FFF2-40B4-BE49-F238E27FC236}">
                <a16:creationId xmlns:a16="http://schemas.microsoft.com/office/drawing/2014/main" id="{A318A628-6DE9-D13B-6795-D1B0FD916721}"/>
              </a:ext>
            </a:extLst>
          </p:cNvPr>
          <p:cNvGrpSpPr/>
          <p:nvPr/>
        </p:nvGrpSpPr>
        <p:grpSpPr>
          <a:xfrm rot="18393760">
            <a:off x="7457639" y="3614551"/>
            <a:ext cx="700858" cy="174933"/>
            <a:chOff x="8187863" y="4627016"/>
            <a:chExt cx="756886" cy="188918"/>
          </a:xfrm>
          <a:noFill/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A517185-A1FC-9ED1-1A5B-0A573F91519D}"/>
                </a:ext>
              </a:extLst>
            </p:cNvPr>
            <p:cNvSpPr/>
            <p:nvPr/>
          </p:nvSpPr>
          <p:spPr>
            <a:xfrm>
              <a:off x="8187863" y="4726009"/>
              <a:ext cx="41005" cy="37404"/>
            </a:xfrm>
            <a:custGeom>
              <a:avLst/>
              <a:gdLst>
                <a:gd name="csX0" fmla="*/ 0 w 41005"/>
                <a:gd name="csY0" fmla="*/ 37405 h 37404"/>
                <a:gd name="csX1" fmla="*/ 41005 w 41005"/>
                <a:gd name="csY1" fmla="*/ 0 h 37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005" h="37404">
                  <a:moveTo>
                    <a:pt x="0" y="37405"/>
                  </a:moveTo>
                  <a:cubicBezTo>
                    <a:pt x="13668" y="24937"/>
                    <a:pt x="27337" y="12468"/>
                    <a:pt x="4100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2127F37-70CD-1FA1-7184-6613BFFBB9E4}"/>
                </a:ext>
              </a:extLst>
            </p:cNvPr>
            <p:cNvSpPr/>
            <p:nvPr/>
          </p:nvSpPr>
          <p:spPr>
            <a:xfrm>
              <a:off x="8269940" y="4673993"/>
              <a:ext cx="49710" cy="29174"/>
            </a:xfrm>
            <a:custGeom>
              <a:avLst/>
              <a:gdLst>
                <a:gd name="csX0" fmla="*/ 0 w 49710"/>
                <a:gd name="csY0" fmla="*/ 29175 h 29174"/>
                <a:gd name="csX1" fmla="*/ 49711 w 49710"/>
                <a:gd name="csY1" fmla="*/ 0 h 29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0" h="29174">
                  <a:moveTo>
                    <a:pt x="0" y="29175"/>
                  </a:moveTo>
                  <a:cubicBezTo>
                    <a:pt x="16573" y="19450"/>
                    <a:pt x="33137" y="9725"/>
                    <a:pt x="49711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8850C69-77BB-30B4-C203-38DB56949817}"/>
                </a:ext>
              </a:extLst>
            </p:cNvPr>
            <p:cNvSpPr/>
            <p:nvPr/>
          </p:nvSpPr>
          <p:spPr>
            <a:xfrm>
              <a:off x="8366267" y="4635922"/>
              <a:ext cx="55073" cy="19154"/>
            </a:xfrm>
            <a:custGeom>
              <a:avLst/>
              <a:gdLst>
                <a:gd name="csX0" fmla="*/ 0 w 55073"/>
                <a:gd name="csY0" fmla="*/ 19155 h 19154"/>
                <a:gd name="csX1" fmla="*/ 55074 w 55073"/>
                <a:gd name="csY1" fmla="*/ 0 h 19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073" h="19154">
                  <a:moveTo>
                    <a:pt x="0" y="19155"/>
                  </a:moveTo>
                  <a:cubicBezTo>
                    <a:pt x="18355" y="12773"/>
                    <a:pt x="36719" y="6391"/>
                    <a:pt x="55074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00DD80A-C0DC-6425-EDF4-CF2939F860B4}"/>
                </a:ext>
              </a:extLst>
            </p:cNvPr>
            <p:cNvSpPr/>
            <p:nvPr/>
          </p:nvSpPr>
          <p:spPr>
            <a:xfrm>
              <a:off x="8474109" y="4627016"/>
              <a:ext cx="49034" cy="4743"/>
            </a:xfrm>
            <a:custGeom>
              <a:avLst/>
              <a:gdLst>
                <a:gd name="csX0" fmla="*/ 0 w 49034"/>
                <a:gd name="csY0" fmla="*/ 4744 h 4743"/>
                <a:gd name="csX1" fmla="*/ 49035 w 49034"/>
                <a:gd name="csY1" fmla="*/ 0 h 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034" h="4743">
                  <a:moveTo>
                    <a:pt x="0" y="4744"/>
                  </a:moveTo>
                  <a:cubicBezTo>
                    <a:pt x="16345" y="3162"/>
                    <a:pt x="32690" y="1581"/>
                    <a:pt x="4903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92C6D89-B2B5-5D8E-D1FB-DE09C7F8E7F1}"/>
                </a:ext>
              </a:extLst>
            </p:cNvPr>
            <p:cNvSpPr/>
            <p:nvPr/>
          </p:nvSpPr>
          <p:spPr>
            <a:xfrm>
              <a:off x="8581284" y="4632864"/>
              <a:ext cx="43557" cy="5915"/>
            </a:xfrm>
            <a:custGeom>
              <a:avLst/>
              <a:gdLst>
                <a:gd name="csX0" fmla="*/ 0 w 43557"/>
                <a:gd name="csY0" fmla="*/ 0 h 5915"/>
                <a:gd name="csX1" fmla="*/ 43558 w 43557"/>
                <a:gd name="csY1" fmla="*/ 5915 h 5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57" h="5915">
                  <a:moveTo>
                    <a:pt x="0" y="0"/>
                  </a:moveTo>
                  <a:cubicBezTo>
                    <a:pt x="14516" y="1972"/>
                    <a:pt x="29042" y="3943"/>
                    <a:pt x="43558" y="5915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E0BCF22-A966-D6C9-6BB2-FDCB3E472661}"/>
                </a:ext>
              </a:extLst>
            </p:cNvPr>
            <p:cNvSpPr/>
            <p:nvPr/>
          </p:nvSpPr>
          <p:spPr>
            <a:xfrm>
              <a:off x="8685811" y="4661172"/>
              <a:ext cx="45748" cy="11620"/>
            </a:xfrm>
            <a:custGeom>
              <a:avLst/>
              <a:gdLst>
                <a:gd name="csX0" fmla="*/ 0 w 45748"/>
                <a:gd name="csY0" fmla="*/ 0 h 11620"/>
                <a:gd name="csX1" fmla="*/ 45749 w 45748"/>
                <a:gd name="csY1" fmla="*/ 11621 h 11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748" h="11620">
                  <a:moveTo>
                    <a:pt x="0" y="0"/>
                  </a:moveTo>
                  <a:cubicBezTo>
                    <a:pt x="15250" y="3877"/>
                    <a:pt x="30499" y="7744"/>
                    <a:pt x="45749" y="11621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8D6943D-A51D-EC57-0DBE-DD6984EA1E3D}"/>
                </a:ext>
              </a:extLst>
            </p:cNvPr>
            <p:cNvSpPr/>
            <p:nvPr/>
          </p:nvSpPr>
          <p:spPr>
            <a:xfrm>
              <a:off x="8777147" y="4690529"/>
              <a:ext cx="44434" cy="25222"/>
            </a:xfrm>
            <a:custGeom>
              <a:avLst/>
              <a:gdLst>
                <a:gd name="csX0" fmla="*/ 0 w 44434"/>
                <a:gd name="csY0" fmla="*/ 0 h 25222"/>
                <a:gd name="csX1" fmla="*/ 44434 w 44434"/>
                <a:gd name="csY1" fmla="*/ 25222 h 25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434" h="25222">
                  <a:moveTo>
                    <a:pt x="0" y="0"/>
                  </a:moveTo>
                  <a:cubicBezTo>
                    <a:pt x="14811" y="8411"/>
                    <a:pt x="29623" y="16812"/>
                    <a:pt x="44434" y="25222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B58D7BA-E604-F13B-FF82-A83B510CDC57}"/>
                </a:ext>
              </a:extLst>
            </p:cNvPr>
            <p:cNvSpPr/>
            <p:nvPr/>
          </p:nvSpPr>
          <p:spPr>
            <a:xfrm>
              <a:off x="8856566" y="4742583"/>
              <a:ext cx="36366" cy="27813"/>
            </a:xfrm>
            <a:custGeom>
              <a:avLst/>
              <a:gdLst>
                <a:gd name="csX0" fmla="*/ 0 w 36366"/>
                <a:gd name="csY0" fmla="*/ 0 h 27813"/>
                <a:gd name="csX1" fmla="*/ 36366 w 36366"/>
                <a:gd name="csY1" fmla="*/ 27813 h 2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366" h="27813">
                  <a:moveTo>
                    <a:pt x="0" y="0"/>
                  </a:moveTo>
                  <a:cubicBezTo>
                    <a:pt x="12125" y="9268"/>
                    <a:pt x="24241" y="18545"/>
                    <a:pt x="36366" y="27813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C4C6CA9-FC76-6DA4-2D58-F69E4E62BAC4}"/>
                </a:ext>
              </a:extLst>
            </p:cNvPr>
            <p:cNvSpPr/>
            <p:nvPr/>
          </p:nvSpPr>
          <p:spPr>
            <a:xfrm>
              <a:off x="8822476" y="4675775"/>
              <a:ext cx="122273" cy="140159"/>
            </a:xfrm>
            <a:custGeom>
              <a:avLst/>
              <a:gdLst>
                <a:gd name="csX0" fmla="*/ 0 w 122273"/>
                <a:gd name="csY0" fmla="*/ 123558 h 140159"/>
                <a:gd name="csX1" fmla="*/ 93926 w 122273"/>
                <a:gd name="csY1" fmla="*/ 139179 h 140159"/>
                <a:gd name="csX2" fmla="*/ 120053 w 122273"/>
                <a:gd name="csY2" fmla="*/ 108680 h 140159"/>
                <a:gd name="csX3" fmla="*/ 93459 w 122273"/>
                <a:gd name="csY3" fmla="*/ 0 h 14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273" h="140159">
                  <a:moveTo>
                    <a:pt x="0" y="123558"/>
                  </a:moveTo>
                  <a:cubicBezTo>
                    <a:pt x="31823" y="124673"/>
                    <a:pt x="63484" y="130130"/>
                    <a:pt x="93926" y="139179"/>
                  </a:cubicBezTo>
                  <a:cubicBezTo>
                    <a:pt x="112395" y="144666"/>
                    <a:pt x="128264" y="126121"/>
                    <a:pt x="120053" y="108680"/>
                  </a:cubicBezTo>
                  <a:cubicBezTo>
                    <a:pt x="104042" y="74714"/>
                    <a:pt x="94831" y="37529"/>
                    <a:pt x="93459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27" name="Graphic 9478">
            <a:extLst>
              <a:ext uri="{FF2B5EF4-FFF2-40B4-BE49-F238E27FC236}">
                <a16:creationId xmlns:a16="http://schemas.microsoft.com/office/drawing/2014/main" id="{FCFC8E57-6A7C-3CEF-FD6C-A801C2F8FE82}"/>
              </a:ext>
            </a:extLst>
          </p:cNvPr>
          <p:cNvGrpSpPr/>
          <p:nvPr/>
        </p:nvGrpSpPr>
        <p:grpSpPr>
          <a:xfrm rot="3608966" flipH="1">
            <a:off x="4019496" y="3614550"/>
            <a:ext cx="700858" cy="174933"/>
            <a:chOff x="8187863" y="4627016"/>
            <a:chExt cx="756886" cy="188918"/>
          </a:xfrm>
          <a:noFill/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77B17DC-1AAC-2257-B5DE-AED017C4668F}"/>
                </a:ext>
              </a:extLst>
            </p:cNvPr>
            <p:cNvSpPr/>
            <p:nvPr/>
          </p:nvSpPr>
          <p:spPr>
            <a:xfrm>
              <a:off x="8187863" y="4726009"/>
              <a:ext cx="41005" cy="37404"/>
            </a:xfrm>
            <a:custGeom>
              <a:avLst/>
              <a:gdLst>
                <a:gd name="csX0" fmla="*/ 0 w 41005"/>
                <a:gd name="csY0" fmla="*/ 37405 h 37404"/>
                <a:gd name="csX1" fmla="*/ 41005 w 41005"/>
                <a:gd name="csY1" fmla="*/ 0 h 37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005" h="37404">
                  <a:moveTo>
                    <a:pt x="0" y="37405"/>
                  </a:moveTo>
                  <a:cubicBezTo>
                    <a:pt x="13668" y="24937"/>
                    <a:pt x="27337" y="12468"/>
                    <a:pt x="4100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7648EBE-8EA4-4948-B81E-F8858FF6ED03}"/>
                </a:ext>
              </a:extLst>
            </p:cNvPr>
            <p:cNvSpPr/>
            <p:nvPr/>
          </p:nvSpPr>
          <p:spPr>
            <a:xfrm>
              <a:off x="8269940" y="4673993"/>
              <a:ext cx="49710" cy="29174"/>
            </a:xfrm>
            <a:custGeom>
              <a:avLst/>
              <a:gdLst>
                <a:gd name="csX0" fmla="*/ 0 w 49710"/>
                <a:gd name="csY0" fmla="*/ 29175 h 29174"/>
                <a:gd name="csX1" fmla="*/ 49711 w 49710"/>
                <a:gd name="csY1" fmla="*/ 0 h 29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0" h="29174">
                  <a:moveTo>
                    <a:pt x="0" y="29175"/>
                  </a:moveTo>
                  <a:cubicBezTo>
                    <a:pt x="16573" y="19450"/>
                    <a:pt x="33137" y="9725"/>
                    <a:pt x="49711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0DF357B-3DDB-336D-3C1E-4DC76A636A47}"/>
                </a:ext>
              </a:extLst>
            </p:cNvPr>
            <p:cNvSpPr/>
            <p:nvPr/>
          </p:nvSpPr>
          <p:spPr>
            <a:xfrm>
              <a:off x="8366267" y="4635922"/>
              <a:ext cx="55073" cy="19154"/>
            </a:xfrm>
            <a:custGeom>
              <a:avLst/>
              <a:gdLst>
                <a:gd name="csX0" fmla="*/ 0 w 55073"/>
                <a:gd name="csY0" fmla="*/ 19155 h 19154"/>
                <a:gd name="csX1" fmla="*/ 55074 w 55073"/>
                <a:gd name="csY1" fmla="*/ 0 h 19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073" h="19154">
                  <a:moveTo>
                    <a:pt x="0" y="19155"/>
                  </a:moveTo>
                  <a:cubicBezTo>
                    <a:pt x="18355" y="12773"/>
                    <a:pt x="36719" y="6391"/>
                    <a:pt x="55074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D0B8386-CB15-5125-28DD-2C8981F3BC8A}"/>
                </a:ext>
              </a:extLst>
            </p:cNvPr>
            <p:cNvSpPr/>
            <p:nvPr/>
          </p:nvSpPr>
          <p:spPr>
            <a:xfrm>
              <a:off x="8474109" y="4627016"/>
              <a:ext cx="49034" cy="4743"/>
            </a:xfrm>
            <a:custGeom>
              <a:avLst/>
              <a:gdLst>
                <a:gd name="csX0" fmla="*/ 0 w 49034"/>
                <a:gd name="csY0" fmla="*/ 4744 h 4743"/>
                <a:gd name="csX1" fmla="*/ 49035 w 49034"/>
                <a:gd name="csY1" fmla="*/ 0 h 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034" h="4743">
                  <a:moveTo>
                    <a:pt x="0" y="4744"/>
                  </a:moveTo>
                  <a:cubicBezTo>
                    <a:pt x="16345" y="3162"/>
                    <a:pt x="32690" y="1581"/>
                    <a:pt x="4903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9554155-B945-D479-A94A-F2B3902E29AA}"/>
                </a:ext>
              </a:extLst>
            </p:cNvPr>
            <p:cNvSpPr/>
            <p:nvPr/>
          </p:nvSpPr>
          <p:spPr>
            <a:xfrm>
              <a:off x="8581284" y="4632864"/>
              <a:ext cx="43557" cy="5915"/>
            </a:xfrm>
            <a:custGeom>
              <a:avLst/>
              <a:gdLst>
                <a:gd name="csX0" fmla="*/ 0 w 43557"/>
                <a:gd name="csY0" fmla="*/ 0 h 5915"/>
                <a:gd name="csX1" fmla="*/ 43558 w 43557"/>
                <a:gd name="csY1" fmla="*/ 5915 h 5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57" h="5915">
                  <a:moveTo>
                    <a:pt x="0" y="0"/>
                  </a:moveTo>
                  <a:cubicBezTo>
                    <a:pt x="14516" y="1972"/>
                    <a:pt x="29042" y="3943"/>
                    <a:pt x="43558" y="5915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C1B4B6F-DB34-2307-21A7-C24E6C532F89}"/>
                </a:ext>
              </a:extLst>
            </p:cNvPr>
            <p:cNvSpPr/>
            <p:nvPr/>
          </p:nvSpPr>
          <p:spPr>
            <a:xfrm>
              <a:off x="8685811" y="4661172"/>
              <a:ext cx="45748" cy="11620"/>
            </a:xfrm>
            <a:custGeom>
              <a:avLst/>
              <a:gdLst>
                <a:gd name="csX0" fmla="*/ 0 w 45748"/>
                <a:gd name="csY0" fmla="*/ 0 h 11620"/>
                <a:gd name="csX1" fmla="*/ 45749 w 45748"/>
                <a:gd name="csY1" fmla="*/ 11621 h 11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748" h="11620">
                  <a:moveTo>
                    <a:pt x="0" y="0"/>
                  </a:moveTo>
                  <a:cubicBezTo>
                    <a:pt x="15250" y="3877"/>
                    <a:pt x="30499" y="7744"/>
                    <a:pt x="45749" y="11621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7CEE391-20F2-59AF-5F6C-C5BB51170D58}"/>
                </a:ext>
              </a:extLst>
            </p:cNvPr>
            <p:cNvSpPr/>
            <p:nvPr/>
          </p:nvSpPr>
          <p:spPr>
            <a:xfrm>
              <a:off x="8777147" y="4690529"/>
              <a:ext cx="44434" cy="25222"/>
            </a:xfrm>
            <a:custGeom>
              <a:avLst/>
              <a:gdLst>
                <a:gd name="csX0" fmla="*/ 0 w 44434"/>
                <a:gd name="csY0" fmla="*/ 0 h 25222"/>
                <a:gd name="csX1" fmla="*/ 44434 w 44434"/>
                <a:gd name="csY1" fmla="*/ 25222 h 25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434" h="25222">
                  <a:moveTo>
                    <a:pt x="0" y="0"/>
                  </a:moveTo>
                  <a:cubicBezTo>
                    <a:pt x="14811" y="8411"/>
                    <a:pt x="29623" y="16812"/>
                    <a:pt x="44434" y="25222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93D0F4F-F157-9A91-1D8F-8CFD1A41D0DA}"/>
                </a:ext>
              </a:extLst>
            </p:cNvPr>
            <p:cNvSpPr/>
            <p:nvPr/>
          </p:nvSpPr>
          <p:spPr>
            <a:xfrm>
              <a:off x="8856566" y="4742583"/>
              <a:ext cx="36366" cy="27813"/>
            </a:xfrm>
            <a:custGeom>
              <a:avLst/>
              <a:gdLst>
                <a:gd name="csX0" fmla="*/ 0 w 36366"/>
                <a:gd name="csY0" fmla="*/ 0 h 27813"/>
                <a:gd name="csX1" fmla="*/ 36366 w 36366"/>
                <a:gd name="csY1" fmla="*/ 27813 h 2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366" h="27813">
                  <a:moveTo>
                    <a:pt x="0" y="0"/>
                  </a:moveTo>
                  <a:cubicBezTo>
                    <a:pt x="12125" y="9268"/>
                    <a:pt x="24241" y="18545"/>
                    <a:pt x="36366" y="27813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C4B890E-2505-7EDC-E5DE-02CA8B21D788}"/>
                </a:ext>
              </a:extLst>
            </p:cNvPr>
            <p:cNvSpPr/>
            <p:nvPr/>
          </p:nvSpPr>
          <p:spPr>
            <a:xfrm>
              <a:off x="8822476" y="4675775"/>
              <a:ext cx="122273" cy="140159"/>
            </a:xfrm>
            <a:custGeom>
              <a:avLst/>
              <a:gdLst>
                <a:gd name="csX0" fmla="*/ 0 w 122273"/>
                <a:gd name="csY0" fmla="*/ 123558 h 140159"/>
                <a:gd name="csX1" fmla="*/ 93926 w 122273"/>
                <a:gd name="csY1" fmla="*/ 139179 h 140159"/>
                <a:gd name="csX2" fmla="*/ 120053 w 122273"/>
                <a:gd name="csY2" fmla="*/ 108680 h 140159"/>
                <a:gd name="csX3" fmla="*/ 93459 w 122273"/>
                <a:gd name="csY3" fmla="*/ 0 h 14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273" h="140159">
                  <a:moveTo>
                    <a:pt x="0" y="123558"/>
                  </a:moveTo>
                  <a:cubicBezTo>
                    <a:pt x="31823" y="124673"/>
                    <a:pt x="63484" y="130130"/>
                    <a:pt x="93926" y="139179"/>
                  </a:cubicBezTo>
                  <a:cubicBezTo>
                    <a:pt x="112395" y="144666"/>
                    <a:pt x="128264" y="126121"/>
                    <a:pt x="120053" y="108680"/>
                  </a:cubicBezTo>
                  <a:cubicBezTo>
                    <a:pt x="104042" y="74714"/>
                    <a:pt x="94831" y="37529"/>
                    <a:pt x="93459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37" name="Graphic 9478">
            <a:extLst>
              <a:ext uri="{FF2B5EF4-FFF2-40B4-BE49-F238E27FC236}">
                <a16:creationId xmlns:a16="http://schemas.microsoft.com/office/drawing/2014/main" id="{04F3E930-3536-5669-4948-073879DE752A}"/>
              </a:ext>
            </a:extLst>
          </p:cNvPr>
          <p:cNvGrpSpPr/>
          <p:nvPr/>
        </p:nvGrpSpPr>
        <p:grpSpPr>
          <a:xfrm rot="18393760">
            <a:off x="4209741" y="2741300"/>
            <a:ext cx="643542" cy="160627"/>
            <a:chOff x="8187863" y="4627016"/>
            <a:chExt cx="756886" cy="188918"/>
          </a:xfrm>
          <a:noFill/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11D47CA-4035-5D96-3104-CA81CDBA38BD}"/>
                </a:ext>
              </a:extLst>
            </p:cNvPr>
            <p:cNvSpPr/>
            <p:nvPr/>
          </p:nvSpPr>
          <p:spPr>
            <a:xfrm>
              <a:off x="8187863" y="4726009"/>
              <a:ext cx="41005" cy="37404"/>
            </a:xfrm>
            <a:custGeom>
              <a:avLst/>
              <a:gdLst>
                <a:gd name="csX0" fmla="*/ 0 w 41005"/>
                <a:gd name="csY0" fmla="*/ 37405 h 37404"/>
                <a:gd name="csX1" fmla="*/ 41005 w 41005"/>
                <a:gd name="csY1" fmla="*/ 0 h 37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005" h="37404">
                  <a:moveTo>
                    <a:pt x="0" y="37405"/>
                  </a:moveTo>
                  <a:cubicBezTo>
                    <a:pt x="13668" y="24937"/>
                    <a:pt x="27337" y="12468"/>
                    <a:pt x="4100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0164EE8-0CA9-49AA-195B-7F09E160412C}"/>
                </a:ext>
              </a:extLst>
            </p:cNvPr>
            <p:cNvSpPr/>
            <p:nvPr/>
          </p:nvSpPr>
          <p:spPr>
            <a:xfrm>
              <a:off x="8269940" y="4673993"/>
              <a:ext cx="49710" cy="29174"/>
            </a:xfrm>
            <a:custGeom>
              <a:avLst/>
              <a:gdLst>
                <a:gd name="csX0" fmla="*/ 0 w 49710"/>
                <a:gd name="csY0" fmla="*/ 29175 h 29174"/>
                <a:gd name="csX1" fmla="*/ 49711 w 49710"/>
                <a:gd name="csY1" fmla="*/ 0 h 29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0" h="29174">
                  <a:moveTo>
                    <a:pt x="0" y="29175"/>
                  </a:moveTo>
                  <a:cubicBezTo>
                    <a:pt x="16573" y="19450"/>
                    <a:pt x="33137" y="9725"/>
                    <a:pt x="49711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EE2E5B4-7E15-19AC-4D70-AF3A04ACA200}"/>
                </a:ext>
              </a:extLst>
            </p:cNvPr>
            <p:cNvSpPr/>
            <p:nvPr/>
          </p:nvSpPr>
          <p:spPr>
            <a:xfrm>
              <a:off x="8366267" y="4635922"/>
              <a:ext cx="55073" cy="19154"/>
            </a:xfrm>
            <a:custGeom>
              <a:avLst/>
              <a:gdLst>
                <a:gd name="csX0" fmla="*/ 0 w 55073"/>
                <a:gd name="csY0" fmla="*/ 19155 h 19154"/>
                <a:gd name="csX1" fmla="*/ 55074 w 55073"/>
                <a:gd name="csY1" fmla="*/ 0 h 19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073" h="19154">
                  <a:moveTo>
                    <a:pt x="0" y="19155"/>
                  </a:moveTo>
                  <a:cubicBezTo>
                    <a:pt x="18355" y="12773"/>
                    <a:pt x="36719" y="6391"/>
                    <a:pt x="55074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A4C769D-AD39-60EF-5B9A-668C5E7E1B97}"/>
                </a:ext>
              </a:extLst>
            </p:cNvPr>
            <p:cNvSpPr/>
            <p:nvPr/>
          </p:nvSpPr>
          <p:spPr>
            <a:xfrm>
              <a:off x="8474109" y="4627016"/>
              <a:ext cx="49034" cy="4743"/>
            </a:xfrm>
            <a:custGeom>
              <a:avLst/>
              <a:gdLst>
                <a:gd name="csX0" fmla="*/ 0 w 49034"/>
                <a:gd name="csY0" fmla="*/ 4744 h 4743"/>
                <a:gd name="csX1" fmla="*/ 49035 w 49034"/>
                <a:gd name="csY1" fmla="*/ 0 h 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034" h="4743">
                  <a:moveTo>
                    <a:pt x="0" y="4744"/>
                  </a:moveTo>
                  <a:cubicBezTo>
                    <a:pt x="16345" y="3162"/>
                    <a:pt x="32690" y="1581"/>
                    <a:pt x="4903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7082D7B-6CE3-4F8D-5D65-4504A6239B74}"/>
                </a:ext>
              </a:extLst>
            </p:cNvPr>
            <p:cNvSpPr/>
            <p:nvPr/>
          </p:nvSpPr>
          <p:spPr>
            <a:xfrm>
              <a:off x="8581284" y="4632864"/>
              <a:ext cx="43557" cy="5915"/>
            </a:xfrm>
            <a:custGeom>
              <a:avLst/>
              <a:gdLst>
                <a:gd name="csX0" fmla="*/ 0 w 43557"/>
                <a:gd name="csY0" fmla="*/ 0 h 5915"/>
                <a:gd name="csX1" fmla="*/ 43558 w 43557"/>
                <a:gd name="csY1" fmla="*/ 5915 h 5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57" h="5915">
                  <a:moveTo>
                    <a:pt x="0" y="0"/>
                  </a:moveTo>
                  <a:cubicBezTo>
                    <a:pt x="14516" y="1972"/>
                    <a:pt x="29042" y="3943"/>
                    <a:pt x="43558" y="5915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8C8261F-2282-E901-5A7D-D254444C609F}"/>
                </a:ext>
              </a:extLst>
            </p:cNvPr>
            <p:cNvSpPr/>
            <p:nvPr/>
          </p:nvSpPr>
          <p:spPr>
            <a:xfrm>
              <a:off x="8685811" y="4661172"/>
              <a:ext cx="45748" cy="11620"/>
            </a:xfrm>
            <a:custGeom>
              <a:avLst/>
              <a:gdLst>
                <a:gd name="csX0" fmla="*/ 0 w 45748"/>
                <a:gd name="csY0" fmla="*/ 0 h 11620"/>
                <a:gd name="csX1" fmla="*/ 45749 w 45748"/>
                <a:gd name="csY1" fmla="*/ 11621 h 11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748" h="11620">
                  <a:moveTo>
                    <a:pt x="0" y="0"/>
                  </a:moveTo>
                  <a:cubicBezTo>
                    <a:pt x="15250" y="3877"/>
                    <a:pt x="30499" y="7744"/>
                    <a:pt x="45749" y="11621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4823BFA-1625-159B-D6ED-2F981DADF271}"/>
                </a:ext>
              </a:extLst>
            </p:cNvPr>
            <p:cNvSpPr/>
            <p:nvPr/>
          </p:nvSpPr>
          <p:spPr>
            <a:xfrm>
              <a:off x="8777147" y="4690529"/>
              <a:ext cx="44434" cy="25222"/>
            </a:xfrm>
            <a:custGeom>
              <a:avLst/>
              <a:gdLst>
                <a:gd name="csX0" fmla="*/ 0 w 44434"/>
                <a:gd name="csY0" fmla="*/ 0 h 25222"/>
                <a:gd name="csX1" fmla="*/ 44434 w 44434"/>
                <a:gd name="csY1" fmla="*/ 25222 h 25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434" h="25222">
                  <a:moveTo>
                    <a:pt x="0" y="0"/>
                  </a:moveTo>
                  <a:cubicBezTo>
                    <a:pt x="14811" y="8411"/>
                    <a:pt x="29623" y="16812"/>
                    <a:pt x="44434" y="25222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7A36948-15F4-1BFB-9CD1-1CC158B75063}"/>
                </a:ext>
              </a:extLst>
            </p:cNvPr>
            <p:cNvSpPr/>
            <p:nvPr/>
          </p:nvSpPr>
          <p:spPr>
            <a:xfrm>
              <a:off x="8856566" y="4742583"/>
              <a:ext cx="36366" cy="27813"/>
            </a:xfrm>
            <a:custGeom>
              <a:avLst/>
              <a:gdLst>
                <a:gd name="csX0" fmla="*/ 0 w 36366"/>
                <a:gd name="csY0" fmla="*/ 0 h 27813"/>
                <a:gd name="csX1" fmla="*/ 36366 w 36366"/>
                <a:gd name="csY1" fmla="*/ 27813 h 2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366" h="27813">
                  <a:moveTo>
                    <a:pt x="0" y="0"/>
                  </a:moveTo>
                  <a:cubicBezTo>
                    <a:pt x="12125" y="9268"/>
                    <a:pt x="24241" y="18545"/>
                    <a:pt x="36366" y="27813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3406525-96EE-1C8D-3C58-921FED6C5147}"/>
                </a:ext>
              </a:extLst>
            </p:cNvPr>
            <p:cNvSpPr/>
            <p:nvPr/>
          </p:nvSpPr>
          <p:spPr>
            <a:xfrm>
              <a:off x="8822476" y="4675775"/>
              <a:ext cx="122273" cy="140159"/>
            </a:xfrm>
            <a:custGeom>
              <a:avLst/>
              <a:gdLst>
                <a:gd name="csX0" fmla="*/ 0 w 122273"/>
                <a:gd name="csY0" fmla="*/ 123558 h 140159"/>
                <a:gd name="csX1" fmla="*/ 93926 w 122273"/>
                <a:gd name="csY1" fmla="*/ 139179 h 140159"/>
                <a:gd name="csX2" fmla="*/ 120053 w 122273"/>
                <a:gd name="csY2" fmla="*/ 108680 h 140159"/>
                <a:gd name="csX3" fmla="*/ 93459 w 122273"/>
                <a:gd name="csY3" fmla="*/ 0 h 14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273" h="140159">
                  <a:moveTo>
                    <a:pt x="0" y="123558"/>
                  </a:moveTo>
                  <a:cubicBezTo>
                    <a:pt x="31823" y="124673"/>
                    <a:pt x="63484" y="130130"/>
                    <a:pt x="93926" y="139179"/>
                  </a:cubicBezTo>
                  <a:cubicBezTo>
                    <a:pt x="112395" y="144666"/>
                    <a:pt x="128264" y="126121"/>
                    <a:pt x="120053" y="108680"/>
                  </a:cubicBezTo>
                  <a:cubicBezTo>
                    <a:pt x="104042" y="74714"/>
                    <a:pt x="94831" y="37529"/>
                    <a:pt x="93459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7" name="Graphic 9478">
            <a:extLst>
              <a:ext uri="{FF2B5EF4-FFF2-40B4-BE49-F238E27FC236}">
                <a16:creationId xmlns:a16="http://schemas.microsoft.com/office/drawing/2014/main" id="{6FBC0FE3-8119-5F6C-19D4-4D92B40279CF}"/>
              </a:ext>
            </a:extLst>
          </p:cNvPr>
          <p:cNvGrpSpPr/>
          <p:nvPr/>
        </p:nvGrpSpPr>
        <p:grpSpPr>
          <a:xfrm rot="3206240" flipH="1">
            <a:off x="7312063" y="2741300"/>
            <a:ext cx="643542" cy="160627"/>
            <a:chOff x="8187863" y="4627016"/>
            <a:chExt cx="756886" cy="188918"/>
          </a:xfrm>
          <a:noFill/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4C3438E-28B3-50FA-6F62-3542D0E84CEE}"/>
                </a:ext>
              </a:extLst>
            </p:cNvPr>
            <p:cNvSpPr/>
            <p:nvPr/>
          </p:nvSpPr>
          <p:spPr>
            <a:xfrm>
              <a:off x="8187863" y="4726009"/>
              <a:ext cx="41005" cy="37404"/>
            </a:xfrm>
            <a:custGeom>
              <a:avLst/>
              <a:gdLst>
                <a:gd name="csX0" fmla="*/ 0 w 41005"/>
                <a:gd name="csY0" fmla="*/ 37405 h 37404"/>
                <a:gd name="csX1" fmla="*/ 41005 w 41005"/>
                <a:gd name="csY1" fmla="*/ 0 h 37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005" h="37404">
                  <a:moveTo>
                    <a:pt x="0" y="37405"/>
                  </a:moveTo>
                  <a:cubicBezTo>
                    <a:pt x="13668" y="24937"/>
                    <a:pt x="27337" y="12468"/>
                    <a:pt x="4100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77B134B-409C-73E8-61DD-157C86C0EB53}"/>
                </a:ext>
              </a:extLst>
            </p:cNvPr>
            <p:cNvSpPr/>
            <p:nvPr/>
          </p:nvSpPr>
          <p:spPr>
            <a:xfrm>
              <a:off x="8269940" y="4673993"/>
              <a:ext cx="49710" cy="29174"/>
            </a:xfrm>
            <a:custGeom>
              <a:avLst/>
              <a:gdLst>
                <a:gd name="csX0" fmla="*/ 0 w 49710"/>
                <a:gd name="csY0" fmla="*/ 29175 h 29174"/>
                <a:gd name="csX1" fmla="*/ 49711 w 49710"/>
                <a:gd name="csY1" fmla="*/ 0 h 29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0" h="29174">
                  <a:moveTo>
                    <a:pt x="0" y="29175"/>
                  </a:moveTo>
                  <a:cubicBezTo>
                    <a:pt x="16573" y="19450"/>
                    <a:pt x="33137" y="9725"/>
                    <a:pt x="49711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641C57F-83D9-59B7-802E-8AEB9E6D5B33}"/>
                </a:ext>
              </a:extLst>
            </p:cNvPr>
            <p:cNvSpPr/>
            <p:nvPr/>
          </p:nvSpPr>
          <p:spPr>
            <a:xfrm>
              <a:off x="8366267" y="4635922"/>
              <a:ext cx="55073" cy="19154"/>
            </a:xfrm>
            <a:custGeom>
              <a:avLst/>
              <a:gdLst>
                <a:gd name="csX0" fmla="*/ 0 w 55073"/>
                <a:gd name="csY0" fmla="*/ 19155 h 19154"/>
                <a:gd name="csX1" fmla="*/ 55074 w 55073"/>
                <a:gd name="csY1" fmla="*/ 0 h 19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073" h="19154">
                  <a:moveTo>
                    <a:pt x="0" y="19155"/>
                  </a:moveTo>
                  <a:cubicBezTo>
                    <a:pt x="18355" y="12773"/>
                    <a:pt x="36719" y="6391"/>
                    <a:pt x="55074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53CC265-B631-AE5E-5FFA-AC664837E540}"/>
                </a:ext>
              </a:extLst>
            </p:cNvPr>
            <p:cNvSpPr/>
            <p:nvPr/>
          </p:nvSpPr>
          <p:spPr>
            <a:xfrm>
              <a:off x="8474109" y="4627016"/>
              <a:ext cx="49034" cy="4743"/>
            </a:xfrm>
            <a:custGeom>
              <a:avLst/>
              <a:gdLst>
                <a:gd name="csX0" fmla="*/ 0 w 49034"/>
                <a:gd name="csY0" fmla="*/ 4744 h 4743"/>
                <a:gd name="csX1" fmla="*/ 49035 w 49034"/>
                <a:gd name="csY1" fmla="*/ 0 h 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034" h="4743">
                  <a:moveTo>
                    <a:pt x="0" y="4744"/>
                  </a:moveTo>
                  <a:cubicBezTo>
                    <a:pt x="16345" y="3162"/>
                    <a:pt x="32690" y="1581"/>
                    <a:pt x="4903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4DB0EB8-1D00-622B-DD29-5F3FEB5B65E6}"/>
                </a:ext>
              </a:extLst>
            </p:cNvPr>
            <p:cNvSpPr/>
            <p:nvPr/>
          </p:nvSpPr>
          <p:spPr>
            <a:xfrm>
              <a:off x="8581284" y="4632864"/>
              <a:ext cx="43557" cy="5915"/>
            </a:xfrm>
            <a:custGeom>
              <a:avLst/>
              <a:gdLst>
                <a:gd name="csX0" fmla="*/ 0 w 43557"/>
                <a:gd name="csY0" fmla="*/ 0 h 5915"/>
                <a:gd name="csX1" fmla="*/ 43558 w 43557"/>
                <a:gd name="csY1" fmla="*/ 5915 h 5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57" h="5915">
                  <a:moveTo>
                    <a:pt x="0" y="0"/>
                  </a:moveTo>
                  <a:cubicBezTo>
                    <a:pt x="14516" y="1972"/>
                    <a:pt x="29042" y="3943"/>
                    <a:pt x="43558" y="5915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75980E8-9D32-0F75-0B36-C75F534BC283}"/>
                </a:ext>
              </a:extLst>
            </p:cNvPr>
            <p:cNvSpPr/>
            <p:nvPr/>
          </p:nvSpPr>
          <p:spPr>
            <a:xfrm>
              <a:off x="8685811" y="4661172"/>
              <a:ext cx="45748" cy="11620"/>
            </a:xfrm>
            <a:custGeom>
              <a:avLst/>
              <a:gdLst>
                <a:gd name="csX0" fmla="*/ 0 w 45748"/>
                <a:gd name="csY0" fmla="*/ 0 h 11620"/>
                <a:gd name="csX1" fmla="*/ 45749 w 45748"/>
                <a:gd name="csY1" fmla="*/ 11621 h 11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748" h="11620">
                  <a:moveTo>
                    <a:pt x="0" y="0"/>
                  </a:moveTo>
                  <a:cubicBezTo>
                    <a:pt x="15250" y="3877"/>
                    <a:pt x="30499" y="7744"/>
                    <a:pt x="45749" y="11621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AFB795E-46E9-222C-E05F-459107BB883B}"/>
                </a:ext>
              </a:extLst>
            </p:cNvPr>
            <p:cNvSpPr/>
            <p:nvPr/>
          </p:nvSpPr>
          <p:spPr>
            <a:xfrm>
              <a:off x="8777147" y="4690529"/>
              <a:ext cx="44434" cy="25222"/>
            </a:xfrm>
            <a:custGeom>
              <a:avLst/>
              <a:gdLst>
                <a:gd name="csX0" fmla="*/ 0 w 44434"/>
                <a:gd name="csY0" fmla="*/ 0 h 25222"/>
                <a:gd name="csX1" fmla="*/ 44434 w 44434"/>
                <a:gd name="csY1" fmla="*/ 25222 h 25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434" h="25222">
                  <a:moveTo>
                    <a:pt x="0" y="0"/>
                  </a:moveTo>
                  <a:cubicBezTo>
                    <a:pt x="14811" y="8411"/>
                    <a:pt x="29623" y="16812"/>
                    <a:pt x="44434" y="25222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A79C33E-B2C3-8961-FC47-A38D95762333}"/>
                </a:ext>
              </a:extLst>
            </p:cNvPr>
            <p:cNvSpPr/>
            <p:nvPr/>
          </p:nvSpPr>
          <p:spPr>
            <a:xfrm>
              <a:off x="8856566" y="4742583"/>
              <a:ext cx="36366" cy="27813"/>
            </a:xfrm>
            <a:custGeom>
              <a:avLst/>
              <a:gdLst>
                <a:gd name="csX0" fmla="*/ 0 w 36366"/>
                <a:gd name="csY0" fmla="*/ 0 h 27813"/>
                <a:gd name="csX1" fmla="*/ 36366 w 36366"/>
                <a:gd name="csY1" fmla="*/ 27813 h 2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366" h="27813">
                  <a:moveTo>
                    <a:pt x="0" y="0"/>
                  </a:moveTo>
                  <a:cubicBezTo>
                    <a:pt x="12125" y="9268"/>
                    <a:pt x="24241" y="18545"/>
                    <a:pt x="36366" y="27813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9263F05-A73A-C06F-352E-0D077D61E1DD}"/>
                </a:ext>
              </a:extLst>
            </p:cNvPr>
            <p:cNvSpPr/>
            <p:nvPr/>
          </p:nvSpPr>
          <p:spPr>
            <a:xfrm>
              <a:off x="8822476" y="4675775"/>
              <a:ext cx="122273" cy="140159"/>
            </a:xfrm>
            <a:custGeom>
              <a:avLst/>
              <a:gdLst>
                <a:gd name="csX0" fmla="*/ 0 w 122273"/>
                <a:gd name="csY0" fmla="*/ 123558 h 140159"/>
                <a:gd name="csX1" fmla="*/ 93926 w 122273"/>
                <a:gd name="csY1" fmla="*/ 139179 h 140159"/>
                <a:gd name="csX2" fmla="*/ 120053 w 122273"/>
                <a:gd name="csY2" fmla="*/ 108680 h 140159"/>
                <a:gd name="csX3" fmla="*/ 93459 w 122273"/>
                <a:gd name="csY3" fmla="*/ 0 h 14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273" h="140159">
                  <a:moveTo>
                    <a:pt x="0" y="123558"/>
                  </a:moveTo>
                  <a:cubicBezTo>
                    <a:pt x="31823" y="124673"/>
                    <a:pt x="63484" y="130130"/>
                    <a:pt x="93926" y="139179"/>
                  </a:cubicBezTo>
                  <a:cubicBezTo>
                    <a:pt x="112395" y="144666"/>
                    <a:pt x="128264" y="126121"/>
                    <a:pt x="120053" y="108680"/>
                  </a:cubicBezTo>
                  <a:cubicBezTo>
                    <a:pt x="104042" y="74714"/>
                    <a:pt x="94831" y="37529"/>
                    <a:pt x="93459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50774A54-294C-3103-AF2E-0EA07D5721AE}"/>
              </a:ext>
            </a:extLst>
          </p:cNvPr>
          <p:cNvSpPr/>
          <p:nvPr/>
        </p:nvSpPr>
        <p:spPr>
          <a:xfrm rot="20062316">
            <a:off x="8753622" y="2401202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E9A68DB9-479E-9684-AAAB-45C15DD4BC2E}"/>
              </a:ext>
            </a:extLst>
          </p:cNvPr>
          <p:cNvSpPr/>
          <p:nvPr/>
        </p:nvSpPr>
        <p:spPr>
          <a:xfrm rot="3272193">
            <a:off x="2634500" y="5321511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8AE8325-491B-8241-6244-AA7B8021F11D}"/>
              </a:ext>
            </a:extLst>
          </p:cNvPr>
          <p:cNvSpPr/>
          <p:nvPr/>
        </p:nvSpPr>
        <p:spPr>
          <a:xfrm rot="4542088">
            <a:off x="7988589" y="5010020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31D00827-A42C-9C12-2644-32C63B957B2E}"/>
              </a:ext>
            </a:extLst>
          </p:cNvPr>
          <p:cNvSpPr/>
          <p:nvPr/>
        </p:nvSpPr>
        <p:spPr>
          <a:xfrm rot="2142467">
            <a:off x="1741873" y="5389069"/>
            <a:ext cx="300276" cy="28935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26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9D102DF-2A8A-57B6-9D3E-7427ABA09CFF}"/>
              </a:ext>
            </a:extLst>
          </p:cNvPr>
          <p:cNvSpPr/>
          <p:nvPr/>
        </p:nvSpPr>
        <p:spPr>
          <a:xfrm>
            <a:off x="1019175" y="2479040"/>
            <a:ext cx="3065145" cy="3413760"/>
          </a:xfrm>
          <a:prstGeom prst="roundRect">
            <a:avLst>
              <a:gd name="adj" fmla="val 11306"/>
            </a:avLst>
          </a:prstGeom>
          <a:solidFill>
            <a:schemeClr val="accent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217B4D-2B7F-3F71-1985-6769B1210101}"/>
              </a:ext>
            </a:extLst>
          </p:cNvPr>
          <p:cNvSpPr txBox="1"/>
          <p:nvPr/>
        </p:nvSpPr>
        <p:spPr>
          <a:xfrm>
            <a:off x="901723" y="1429447"/>
            <a:ext cx="52131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Pricing &amp;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Packages</a:t>
            </a:r>
            <a:endParaRPr lang="en-US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B0925F-DD27-FA4C-7B9E-57BFC12E70D3}"/>
              </a:ext>
            </a:extLst>
          </p:cNvPr>
          <p:cNvSpPr txBox="1"/>
          <p:nvPr/>
        </p:nvSpPr>
        <p:spPr>
          <a:xfrm>
            <a:off x="1298373" y="3252120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Starter Plan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95F02-9C65-1B9C-43E5-8CCB11122A7F}"/>
              </a:ext>
            </a:extLst>
          </p:cNvPr>
          <p:cNvSpPr txBox="1"/>
          <p:nvPr/>
        </p:nvSpPr>
        <p:spPr>
          <a:xfrm>
            <a:off x="1298373" y="3540973"/>
            <a:ext cx="2643326" cy="345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dirty="0"/>
              <a:t>Essential Cyber Security Protection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221F04-4BF8-19E5-BB06-E265F3CCA6C5}"/>
              </a:ext>
            </a:extLst>
          </p:cNvPr>
          <p:cNvSpPr txBox="1"/>
          <p:nvPr/>
        </p:nvSpPr>
        <p:spPr>
          <a:xfrm>
            <a:off x="1298373" y="4155440"/>
            <a:ext cx="25707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$29</a:t>
            </a:r>
            <a:r>
              <a:rPr lang="id-ID" sz="1600" b="1" u="none" strike="noStrike" dirty="0">
                <a:solidFill>
                  <a:schemeClr val="accent3"/>
                </a:solidFill>
                <a:effectLst/>
                <a:latin typeface="+mj-lt"/>
              </a:rPr>
              <a:t>/month</a:t>
            </a:r>
            <a:endParaRPr lang="en-US" sz="1600" strike="sngStrike" dirty="0">
              <a:solidFill>
                <a:schemeClr val="accent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E20C2E4-9219-9685-46F6-EE35FF207326}"/>
              </a:ext>
            </a:extLst>
          </p:cNvPr>
          <p:cNvSpPr/>
          <p:nvPr/>
        </p:nvSpPr>
        <p:spPr>
          <a:xfrm>
            <a:off x="1391030" y="2479041"/>
            <a:ext cx="1111506" cy="367435"/>
          </a:xfrm>
          <a:custGeom>
            <a:avLst/>
            <a:gdLst>
              <a:gd name="csX0" fmla="*/ 0 w 1099116"/>
              <a:gd name="csY0" fmla="*/ 0 h 323035"/>
              <a:gd name="csX1" fmla="*/ 1099116 w 1099116"/>
              <a:gd name="csY1" fmla="*/ 0 h 323035"/>
              <a:gd name="csX2" fmla="*/ 1099116 w 1099116"/>
              <a:gd name="csY2" fmla="*/ 250039 h 323035"/>
              <a:gd name="csX3" fmla="*/ 1026120 w 1099116"/>
              <a:gd name="csY3" fmla="*/ 323035 h 323035"/>
              <a:gd name="csX4" fmla="*/ 72996 w 1099116"/>
              <a:gd name="csY4" fmla="*/ 323035 h 323035"/>
              <a:gd name="csX5" fmla="*/ 0 w 1099116"/>
              <a:gd name="csY5" fmla="*/ 250039 h 323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9116" h="323035">
                <a:moveTo>
                  <a:pt x="0" y="0"/>
                </a:moveTo>
                <a:lnTo>
                  <a:pt x="1099116" y="0"/>
                </a:lnTo>
                <a:lnTo>
                  <a:pt x="1099116" y="250039"/>
                </a:lnTo>
                <a:cubicBezTo>
                  <a:pt x="1099116" y="290354"/>
                  <a:pt x="1066435" y="323035"/>
                  <a:pt x="1026120" y="323035"/>
                </a:cubicBezTo>
                <a:lnTo>
                  <a:pt x="72996" y="323035"/>
                </a:lnTo>
                <a:cubicBezTo>
                  <a:pt x="32681" y="323035"/>
                  <a:pt x="0" y="290354"/>
                  <a:pt x="0" y="25003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CBBC17D-1FD9-23A9-185A-1E5D8D09B9DD}"/>
              </a:ext>
            </a:extLst>
          </p:cNvPr>
          <p:cNvSpPr/>
          <p:nvPr/>
        </p:nvSpPr>
        <p:spPr>
          <a:xfrm>
            <a:off x="1391030" y="4996001"/>
            <a:ext cx="2314576" cy="491155"/>
          </a:xfrm>
          <a:prstGeom prst="roundRect">
            <a:avLst>
              <a:gd name="adj" fmla="val 2597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D101FC-05BB-46BF-1600-2FD5ECD1C5F4}"/>
              </a:ext>
            </a:extLst>
          </p:cNvPr>
          <p:cNvSpPr txBox="1"/>
          <p:nvPr/>
        </p:nvSpPr>
        <p:spPr>
          <a:xfrm>
            <a:off x="1701795" y="5041691"/>
            <a:ext cx="1693046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id-ID" sz="1600" b="1" dirty="0">
                <a:solidFill>
                  <a:schemeClr val="accent2"/>
                </a:solidFill>
                <a:latin typeface="+mn-lt"/>
              </a:rPr>
              <a:t>Buy Plan</a:t>
            </a:r>
            <a:endParaRPr lang="en-US" sz="16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0AE595-1DA3-4F7F-4564-DBCA56D42C4C}"/>
              </a:ext>
            </a:extLst>
          </p:cNvPr>
          <p:cNvSpPr txBox="1"/>
          <p:nvPr/>
        </p:nvSpPr>
        <p:spPr>
          <a:xfrm>
            <a:off x="1515365" y="2474544"/>
            <a:ext cx="858064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id-ID" sz="1400" b="1" dirty="0">
                <a:solidFill>
                  <a:schemeClr val="accent2"/>
                </a:solidFill>
                <a:latin typeface="+mn-lt"/>
              </a:rPr>
              <a:t>Popular</a:t>
            </a:r>
            <a:endParaRPr lang="en-US" sz="14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E47575E-03B2-597D-DA0D-6C2C0379BDB4}"/>
              </a:ext>
            </a:extLst>
          </p:cNvPr>
          <p:cNvSpPr/>
          <p:nvPr/>
        </p:nvSpPr>
        <p:spPr>
          <a:xfrm>
            <a:off x="4363518" y="2479040"/>
            <a:ext cx="3065145" cy="3413760"/>
          </a:xfrm>
          <a:prstGeom prst="roundRect">
            <a:avLst>
              <a:gd name="adj" fmla="val 11306"/>
            </a:avLst>
          </a:prstGeom>
          <a:solidFill>
            <a:schemeClr val="accent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9CB29E-960B-3BE5-A5CB-A39B3B34992E}"/>
              </a:ext>
            </a:extLst>
          </p:cNvPr>
          <p:cNvSpPr txBox="1"/>
          <p:nvPr/>
        </p:nvSpPr>
        <p:spPr>
          <a:xfrm>
            <a:off x="4642716" y="3252120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Enterprise Plan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10250B-70FB-4DC2-6110-2C80312AFDFE}"/>
              </a:ext>
            </a:extLst>
          </p:cNvPr>
          <p:cNvSpPr txBox="1"/>
          <p:nvPr/>
        </p:nvSpPr>
        <p:spPr>
          <a:xfrm>
            <a:off x="4642716" y="3540973"/>
            <a:ext cx="2735984" cy="345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dirty="0"/>
              <a:t>Complete Cyber Security Platform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07D8AC-8A7E-DA61-6A91-E42ED65B5EF8}"/>
              </a:ext>
            </a:extLst>
          </p:cNvPr>
          <p:cNvSpPr txBox="1"/>
          <p:nvPr/>
        </p:nvSpPr>
        <p:spPr>
          <a:xfrm>
            <a:off x="4642716" y="4155440"/>
            <a:ext cx="25707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$55</a:t>
            </a:r>
            <a:r>
              <a:rPr lang="id-ID" sz="1600" b="1" u="none" strike="noStrike" dirty="0">
                <a:solidFill>
                  <a:schemeClr val="accent3"/>
                </a:solidFill>
                <a:effectLst/>
                <a:latin typeface="+mj-lt"/>
              </a:rPr>
              <a:t>/month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B8E12D4-07AA-07D7-EC3D-C5353C3E20A1}"/>
              </a:ext>
            </a:extLst>
          </p:cNvPr>
          <p:cNvSpPr/>
          <p:nvPr/>
        </p:nvSpPr>
        <p:spPr>
          <a:xfrm>
            <a:off x="4735373" y="2479041"/>
            <a:ext cx="1111506" cy="367435"/>
          </a:xfrm>
          <a:custGeom>
            <a:avLst/>
            <a:gdLst>
              <a:gd name="csX0" fmla="*/ 0 w 1099116"/>
              <a:gd name="csY0" fmla="*/ 0 h 323035"/>
              <a:gd name="csX1" fmla="*/ 1099116 w 1099116"/>
              <a:gd name="csY1" fmla="*/ 0 h 323035"/>
              <a:gd name="csX2" fmla="*/ 1099116 w 1099116"/>
              <a:gd name="csY2" fmla="*/ 250039 h 323035"/>
              <a:gd name="csX3" fmla="*/ 1026120 w 1099116"/>
              <a:gd name="csY3" fmla="*/ 323035 h 323035"/>
              <a:gd name="csX4" fmla="*/ 72996 w 1099116"/>
              <a:gd name="csY4" fmla="*/ 323035 h 323035"/>
              <a:gd name="csX5" fmla="*/ 0 w 1099116"/>
              <a:gd name="csY5" fmla="*/ 250039 h 323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9116" h="323035">
                <a:moveTo>
                  <a:pt x="0" y="0"/>
                </a:moveTo>
                <a:lnTo>
                  <a:pt x="1099116" y="0"/>
                </a:lnTo>
                <a:lnTo>
                  <a:pt x="1099116" y="250039"/>
                </a:lnTo>
                <a:cubicBezTo>
                  <a:pt x="1099116" y="290354"/>
                  <a:pt x="1066435" y="323035"/>
                  <a:pt x="1026120" y="323035"/>
                </a:cubicBezTo>
                <a:lnTo>
                  <a:pt x="72996" y="323035"/>
                </a:lnTo>
                <a:cubicBezTo>
                  <a:pt x="32681" y="323035"/>
                  <a:pt x="0" y="290354"/>
                  <a:pt x="0" y="25003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1A04B55-2D88-BCAF-228E-5D31605E04DF}"/>
              </a:ext>
            </a:extLst>
          </p:cNvPr>
          <p:cNvSpPr/>
          <p:nvPr/>
        </p:nvSpPr>
        <p:spPr>
          <a:xfrm>
            <a:off x="4735373" y="4996001"/>
            <a:ext cx="2314576" cy="491155"/>
          </a:xfrm>
          <a:prstGeom prst="roundRect">
            <a:avLst>
              <a:gd name="adj" fmla="val 2597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D8E12C-9931-D7B7-3ABD-0233B35D4353}"/>
              </a:ext>
            </a:extLst>
          </p:cNvPr>
          <p:cNvSpPr txBox="1"/>
          <p:nvPr/>
        </p:nvSpPr>
        <p:spPr>
          <a:xfrm>
            <a:off x="5085893" y="5041691"/>
            <a:ext cx="1613536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id-ID" sz="1600" b="1" dirty="0">
                <a:solidFill>
                  <a:schemeClr val="accent2"/>
                </a:solidFill>
                <a:latin typeface="+mn-lt"/>
              </a:rPr>
              <a:t>Buy Plan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9F147F-CDDE-08A6-55C2-B0C83A689039}"/>
              </a:ext>
            </a:extLst>
          </p:cNvPr>
          <p:cNvSpPr txBox="1"/>
          <p:nvPr/>
        </p:nvSpPr>
        <p:spPr>
          <a:xfrm>
            <a:off x="4735480" y="2474544"/>
            <a:ext cx="1106520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id-ID" sz="1400" b="1" dirty="0">
                <a:solidFill>
                  <a:schemeClr val="accent2"/>
                </a:solidFill>
                <a:latin typeface="+mn-lt"/>
              </a:rPr>
              <a:t>Best Plan</a:t>
            </a:r>
            <a:endParaRPr lang="en-US" sz="14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805A1A4-E5D3-72BD-2FBE-A412324C3EB6}"/>
              </a:ext>
            </a:extLst>
          </p:cNvPr>
          <p:cNvSpPr/>
          <p:nvPr/>
        </p:nvSpPr>
        <p:spPr>
          <a:xfrm>
            <a:off x="7800518" y="2479040"/>
            <a:ext cx="3065145" cy="3413760"/>
          </a:xfrm>
          <a:prstGeom prst="roundRect">
            <a:avLst>
              <a:gd name="adj" fmla="val 11306"/>
            </a:avLst>
          </a:prstGeom>
          <a:solidFill>
            <a:schemeClr val="accent2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52144E-AEC7-FABE-7BC8-72C52954AAEF}"/>
              </a:ext>
            </a:extLst>
          </p:cNvPr>
          <p:cNvSpPr txBox="1"/>
          <p:nvPr/>
        </p:nvSpPr>
        <p:spPr>
          <a:xfrm>
            <a:off x="8079716" y="3252120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Professional Plan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0ADDC4-51AF-6774-4627-2F2BE5D68848}"/>
              </a:ext>
            </a:extLst>
          </p:cNvPr>
          <p:cNvSpPr txBox="1"/>
          <p:nvPr/>
        </p:nvSpPr>
        <p:spPr>
          <a:xfrm>
            <a:off x="8079715" y="3540973"/>
            <a:ext cx="2493625" cy="345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dirty="0"/>
              <a:t>Advanced Security Monitoring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CC272C-2237-D04D-D5A5-A4AA28EB8BC4}"/>
              </a:ext>
            </a:extLst>
          </p:cNvPr>
          <p:cNvSpPr txBox="1"/>
          <p:nvPr/>
        </p:nvSpPr>
        <p:spPr>
          <a:xfrm>
            <a:off x="8079716" y="4155440"/>
            <a:ext cx="25707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$79</a:t>
            </a:r>
            <a:r>
              <a:rPr lang="id-ID" sz="1600" b="1" u="none" strike="noStrike" dirty="0">
                <a:solidFill>
                  <a:schemeClr val="accent3"/>
                </a:solidFill>
                <a:effectLst/>
                <a:latin typeface="+mj-lt"/>
              </a:rPr>
              <a:t>/month</a:t>
            </a:r>
            <a:endParaRPr lang="en-US" sz="1600" strike="sngStrike" dirty="0">
              <a:solidFill>
                <a:schemeClr val="accent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0071612-2F8E-C428-9B7A-346F898ABDF9}"/>
              </a:ext>
            </a:extLst>
          </p:cNvPr>
          <p:cNvSpPr/>
          <p:nvPr/>
        </p:nvSpPr>
        <p:spPr>
          <a:xfrm>
            <a:off x="8172372" y="2479041"/>
            <a:ext cx="1706119" cy="367435"/>
          </a:xfrm>
          <a:custGeom>
            <a:avLst/>
            <a:gdLst>
              <a:gd name="csX0" fmla="*/ 0 w 1099116"/>
              <a:gd name="csY0" fmla="*/ 0 h 323035"/>
              <a:gd name="csX1" fmla="*/ 1099116 w 1099116"/>
              <a:gd name="csY1" fmla="*/ 0 h 323035"/>
              <a:gd name="csX2" fmla="*/ 1099116 w 1099116"/>
              <a:gd name="csY2" fmla="*/ 250039 h 323035"/>
              <a:gd name="csX3" fmla="*/ 1026120 w 1099116"/>
              <a:gd name="csY3" fmla="*/ 323035 h 323035"/>
              <a:gd name="csX4" fmla="*/ 72996 w 1099116"/>
              <a:gd name="csY4" fmla="*/ 323035 h 323035"/>
              <a:gd name="csX5" fmla="*/ 0 w 1099116"/>
              <a:gd name="csY5" fmla="*/ 250039 h 323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099116" h="323035">
                <a:moveTo>
                  <a:pt x="0" y="0"/>
                </a:moveTo>
                <a:lnTo>
                  <a:pt x="1099116" y="0"/>
                </a:lnTo>
                <a:lnTo>
                  <a:pt x="1099116" y="250039"/>
                </a:lnTo>
                <a:cubicBezTo>
                  <a:pt x="1099116" y="290354"/>
                  <a:pt x="1066435" y="323035"/>
                  <a:pt x="1026120" y="323035"/>
                </a:cubicBezTo>
                <a:lnTo>
                  <a:pt x="72996" y="323035"/>
                </a:lnTo>
                <a:cubicBezTo>
                  <a:pt x="32681" y="323035"/>
                  <a:pt x="0" y="290354"/>
                  <a:pt x="0" y="250039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A56E03F-1F16-6A1A-B2A8-A2FB03BDF889}"/>
              </a:ext>
            </a:extLst>
          </p:cNvPr>
          <p:cNvSpPr/>
          <p:nvPr/>
        </p:nvSpPr>
        <p:spPr>
          <a:xfrm>
            <a:off x="8172373" y="4996001"/>
            <a:ext cx="2314576" cy="491155"/>
          </a:xfrm>
          <a:prstGeom prst="roundRect">
            <a:avLst>
              <a:gd name="adj" fmla="val 2597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DB6CF6-BF51-2B27-D853-7B715B11F0DC}"/>
              </a:ext>
            </a:extLst>
          </p:cNvPr>
          <p:cNvSpPr txBox="1"/>
          <p:nvPr/>
        </p:nvSpPr>
        <p:spPr>
          <a:xfrm>
            <a:off x="8522893" y="5041691"/>
            <a:ext cx="1613536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id-ID" sz="1600" b="1" dirty="0">
                <a:solidFill>
                  <a:schemeClr val="accent2"/>
                </a:solidFill>
                <a:latin typeface="+mn-lt"/>
              </a:rPr>
              <a:t>Buy Plan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B8BD36-D2DA-3D0E-543F-4800F075B65C}"/>
              </a:ext>
            </a:extLst>
          </p:cNvPr>
          <p:cNvSpPr txBox="1"/>
          <p:nvPr/>
        </p:nvSpPr>
        <p:spPr>
          <a:xfrm>
            <a:off x="8218880" y="2474544"/>
            <a:ext cx="1613102" cy="339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id-ID" sz="1400" b="1" dirty="0">
                <a:solidFill>
                  <a:schemeClr val="accent2"/>
                </a:solidFill>
                <a:latin typeface="+mn-lt"/>
              </a:rPr>
              <a:t>Reccomendation</a:t>
            </a:r>
            <a:endParaRPr lang="en-US" sz="14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A7C168-2AD6-02D0-878A-E65D8B15D4FF}"/>
              </a:ext>
            </a:extLst>
          </p:cNvPr>
          <p:cNvSpPr/>
          <p:nvPr/>
        </p:nvSpPr>
        <p:spPr>
          <a:xfrm rot="20062316">
            <a:off x="9327665" y="1567380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716D5A8-2779-334D-3BE6-15C396414657}"/>
              </a:ext>
            </a:extLst>
          </p:cNvPr>
          <p:cNvSpPr/>
          <p:nvPr/>
        </p:nvSpPr>
        <p:spPr>
          <a:xfrm rot="3272193">
            <a:off x="6598469" y="1318320"/>
            <a:ext cx="206976" cy="398912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D451AA0-DD1C-33B7-6175-553B4485E652}"/>
              </a:ext>
            </a:extLst>
          </p:cNvPr>
          <p:cNvSpPr/>
          <p:nvPr/>
        </p:nvSpPr>
        <p:spPr>
          <a:xfrm rot="6489422">
            <a:off x="10747692" y="4132174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8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287B-35CE-6316-E3F1-2A16F02F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5B66D66-97E9-27D4-0C68-2B687E044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291" y="1641941"/>
            <a:ext cx="2173120" cy="43812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FB312BC-4309-DF92-DC9E-231B7722B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1187669"/>
            <a:ext cx="2173120" cy="4381291"/>
          </a:xfrm>
          <a:prstGeom prst="rect">
            <a:avLst/>
          </a:prstGeom>
        </p:spPr>
      </p:pic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D771EC39-DD3B-BB06-4508-31AA92F7FCF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41413" y="1292225"/>
            <a:ext cx="1928812" cy="4171950"/>
          </a:xfrm>
        </p:spPr>
      </p:pic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8BDEC74C-1CAC-4F13-D1F2-A5C3BE864A2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12001" y="1747068"/>
            <a:ext cx="1927701" cy="4171036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F2DF6-84A3-3A4F-A71D-ACD8CDD6EFE3}"/>
              </a:ext>
            </a:extLst>
          </p:cNvPr>
          <p:cNvSpPr txBox="1"/>
          <p:nvPr/>
        </p:nvSpPr>
        <p:spPr>
          <a:xfrm>
            <a:off x="6293530" y="1429447"/>
            <a:ext cx="521313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Product Dem</a:t>
            </a:r>
            <a:r>
              <a:rPr lang="id-ID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o</a:t>
            </a:r>
          </a:p>
          <a:p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&amp;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Key</a:t>
            </a:r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Workflows</a:t>
            </a:r>
            <a:endParaRPr lang="en-US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E91F1F-CEC9-FA82-4F82-21E07FEEE35B}"/>
              </a:ext>
            </a:extLst>
          </p:cNvPr>
          <p:cNvSpPr txBox="1"/>
          <p:nvPr/>
        </p:nvSpPr>
        <p:spPr>
          <a:xfrm>
            <a:off x="6354490" y="3607478"/>
            <a:ext cx="3830034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Users Can Monitor Their Security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F08954-FDDA-503F-034A-A7CD83452447}"/>
              </a:ext>
            </a:extLst>
          </p:cNvPr>
          <p:cNvSpPr txBox="1"/>
          <p:nvPr/>
        </p:nvSpPr>
        <p:spPr>
          <a:xfrm>
            <a:off x="6354490" y="4102012"/>
            <a:ext cx="4531593" cy="1730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 magna </a:t>
            </a:r>
            <a:r>
              <a:rPr lang="en-US" sz="1200" dirty="0" err="1"/>
              <a:t>aliqua</a:t>
            </a:r>
            <a:r>
              <a:rPr lang="en-US" sz="1200" dirty="0"/>
              <a:t> ipsum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 magna </a:t>
            </a:r>
            <a:r>
              <a:rPr lang="en-US" sz="1200" dirty="0" err="1"/>
              <a:t>aliqua</a:t>
            </a:r>
            <a:r>
              <a:rPr lang="en-US" sz="1200" dirty="0"/>
              <a:t> ipsum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 magna </a:t>
            </a:r>
            <a:r>
              <a:rPr lang="en-US" sz="1200" dirty="0" err="1"/>
              <a:t>aliqu</a:t>
            </a:r>
            <a:endParaRPr lang="en-US" sz="12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72B3DD8-8913-F093-0D41-BB5AAF4A0227}"/>
              </a:ext>
            </a:extLst>
          </p:cNvPr>
          <p:cNvSpPr/>
          <p:nvPr/>
        </p:nvSpPr>
        <p:spPr>
          <a:xfrm>
            <a:off x="6417485" y="3210399"/>
            <a:ext cx="451945" cy="8024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56A7-02AC-E185-B0B1-9176C3827241}"/>
              </a:ext>
            </a:extLst>
          </p:cNvPr>
          <p:cNvSpPr/>
          <p:nvPr/>
        </p:nvSpPr>
        <p:spPr>
          <a:xfrm rot="20062316">
            <a:off x="10937124" y="3096051"/>
            <a:ext cx="320603" cy="308939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3963C60-9208-08C3-C66D-8457618D2C3D}"/>
              </a:ext>
            </a:extLst>
          </p:cNvPr>
          <p:cNvSpPr/>
          <p:nvPr/>
        </p:nvSpPr>
        <p:spPr>
          <a:xfrm rot="3272193">
            <a:off x="11156230" y="3666009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A6F6F70-8402-416F-26B5-CF7B9AD2CE19}"/>
              </a:ext>
            </a:extLst>
          </p:cNvPr>
          <p:cNvSpPr/>
          <p:nvPr/>
        </p:nvSpPr>
        <p:spPr>
          <a:xfrm rot="7235318">
            <a:off x="923038" y="2996651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33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4B11F9-5E20-9F22-9C0E-9E1DB1537999}"/>
              </a:ext>
            </a:extLst>
          </p:cNvPr>
          <p:cNvSpPr txBox="1"/>
          <p:nvPr/>
        </p:nvSpPr>
        <p:spPr>
          <a:xfrm>
            <a:off x="901723" y="1429447"/>
            <a:ext cx="536018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Funding Ask</a:t>
            </a:r>
            <a:endParaRPr lang="id-ID" sz="4400" b="1" u="none" strike="noStrike" dirty="0">
              <a:solidFill>
                <a:schemeClr val="accent3"/>
              </a:solidFill>
              <a:effectLst/>
              <a:latin typeface="+mj-lt"/>
            </a:endParaRPr>
          </a:p>
          <a:p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&amp; Use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of Funds</a:t>
            </a:r>
            <a:endParaRPr lang="en-US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696D235-CF50-1B93-038A-BCCA22A81F2C}"/>
              </a:ext>
            </a:extLst>
          </p:cNvPr>
          <p:cNvSpPr/>
          <p:nvPr/>
        </p:nvSpPr>
        <p:spPr>
          <a:xfrm>
            <a:off x="5436536" y="2954019"/>
            <a:ext cx="2474534" cy="2474534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7899C6-CFB1-D41B-FCE9-CD73704753B5}"/>
              </a:ext>
            </a:extLst>
          </p:cNvPr>
          <p:cNvSpPr/>
          <p:nvPr/>
        </p:nvSpPr>
        <p:spPr>
          <a:xfrm>
            <a:off x="5271055" y="2416966"/>
            <a:ext cx="1565038" cy="1565038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0858D3-2E2C-FE9B-85F7-D19689EFCB74}"/>
              </a:ext>
            </a:extLst>
          </p:cNvPr>
          <p:cNvSpPr/>
          <p:nvPr/>
        </p:nvSpPr>
        <p:spPr>
          <a:xfrm>
            <a:off x="7231592" y="3826259"/>
            <a:ext cx="1857496" cy="1857496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6DA16-B4F0-F7C9-7414-9ACEA60E538B}"/>
              </a:ext>
            </a:extLst>
          </p:cNvPr>
          <p:cNvSpPr txBox="1"/>
          <p:nvPr/>
        </p:nvSpPr>
        <p:spPr>
          <a:xfrm>
            <a:off x="5805616" y="4005845"/>
            <a:ext cx="1736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none" strike="noStrike" dirty="0">
                <a:solidFill>
                  <a:schemeClr val="accent2"/>
                </a:solidFill>
                <a:effectLst/>
                <a:latin typeface="+mj-lt"/>
              </a:rPr>
              <a:t>5</a:t>
            </a:r>
            <a:r>
              <a:rPr lang="id-ID" sz="3600" b="1" u="none" strike="noStrike" dirty="0">
                <a:solidFill>
                  <a:schemeClr val="accent2"/>
                </a:solidFill>
                <a:effectLst/>
                <a:latin typeface="+mj-lt"/>
              </a:rPr>
              <a:t>0%</a:t>
            </a:r>
            <a:endParaRPr lang="en-US" sz="36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11F426-80A0-AA30-5F70-158478D68470}"/>
              </a:ext>
            </a:extLst>
          </p:cNvPr>
          <p:cNvSpPr txBox="1"/>
          <p:nvPr/>
        </p:nvSpPr>
        <p:spPr>
          <a:xfrm>
            <a:off x="5386331" y="2916588"/>
            <a:ext cx="1324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3600" b="1" u="none" strike="noStrike" dirty="0">
                <a:solidFill>
                  <a:schemeClr val="accent2"/>
                </a:solidFill>
                <a:effectLst/>
                <a:latin typeface="+mj-lt"/>
              </a:rPr>
              <a:t>30%</a:t>
            </a:r>
            <a:endParaRPr lang="en-US" sz="36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9D428-2419-9300-3D4A-EED7AA0316E7}"/>
              </a:ext>
            </a:extLst>
          </p:cNvPr>
          <p:cNvSpPr txBox="1"/>
          <p:nvPr/>
        </p:nvSpPr>
        <p:spPr>
          <a:xfrm>
            <a:off x="7497923" y="4505475"/>
            <a:ext cx="1324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3600" b="1" u="none" strike="noStrike" dirty="0">
                <a:solidFill>
                  <a:schemeClr val="accent2"/>
                </a:solidFill>
                <a:effectLst/>
                <a:latin typeface="+mj-lt"/>
              </a:rPr>
              <a:t>20%</a:t>
            </a:r>
            <a:endParaRPr lang="en-US" sz="36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70A25F-EA15-10ED-C129-2FC91483C793}"/>
              </a:ext>
            </a:extLst>
          </p:cNvPr>
          <p:cNvSpPr txBox="1"/>
          <p:nvPr/>
        </p:nvSpPr>
        <p:spPr>
          <a:xfrm>
            <a:off x="8516393" y="1955036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Global Marketing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0DA0D9-DBB8-F423-18BD-4E0213AF54FC}"/>
              </a:ext>
            </a:extLst>
          </p:cNvPr>
          <p:cNvSpPr txBox="1"/>
          <p:nvPr/>
        </p:nvSpPr>
        <p:spPr>
          <a:xfrm>
            <a:off x="8516393" y="2376418"/>
            <a:ext cx="2505808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endParaRPr lang="en-US" sz="1200" dirty="0"/>
          </a:p>
        </p:txBody>
      </p:sp>
      <p:grpSp>
        <p:nvGrpSpPr>
          <p:cNvPr id="23" name="Graphic 9478">
            <a:extLst>
              <a:ext uri="{FF2B5EF4-FFF2-40B4-BE49-F238E27FC236}">
                <a16:creationId xmlns:a16="http://schemas.microsoft.com/office/drawing/2014/main" id="{2682556C-75B7-D2E0-2108-B59699A2506F}"/>
              </a:ext>
            </a:extLst>
          </p:cNvPr>
          <p:cNvGrpSpPr/>
          <p:nvPr/>
        </p:nvGrpSpPr>
        <p:grpSpPr>
          <a:xfrm rot="15945610">
            <a:off x="7790214" y="3022111"/>
            <a:ext cx="700858" cy="174933"/>
            <a:chOff x="8187863" y="4627016"/>
            <a:chExt cx="756886" cy="188918"/>
          </a:xfrm>
          <a:noFill/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0498439-DE73-800A-412E-FA48FD56B71D}"/>
                </a:ext>
              </a:extLst>
            </p:cNvPr>
            <p:cNvSpPr/>
            <p:nvPr/>
          </p:nvSpPr>
          <p:spPr>
            <a:xfrm>
              <a:off x="8187863" y="4726009"/>
              <a:ext cx="41005" cy="37404"/>
            </a:xfrm>
            <a:custGeom>
              <a:avLst/>
              <a:gdLst>
                <a:gd name="csX0" fmla="*/ 0 w 41005"/>
                <a:gd name="csY0" fmla="*/ 37405 h 37404"/>
                <a:gd name="csX1" fmla="*/ 41005 w 41005"/>
                <a:gd name="csY1" fmla="*/ 0 h 37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005" h="37404">
                  <a:moveTo>
                    <a:pt x="0" y="37405"/>
                  </a:moveTo>
                  <a:cubicBezTo>
                    <a:pt x="13668" y="24937"/>
                    <a:pt x="27337" y="12468"/>
                    <a:pt x="4100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D3E1321-9CCC-3211-806B-B782704E5375}"/>
                </a:ext>
              </a:extLst>
            </p:cNvPr>
            <p:cNvSpPr/>
            <p:nvPr/>
          </p:nvSpPr>
          <p:spPr>
            <a:xfrm>
              <a:off x="8269940" y="4673993"/>
              <a:ext cx="49710" cy="29174"/>
            </a:xfrm>
            <a:custGeom>
              <a:avLst/>
              <a:gdLst>
                <a:gd name="csX0" fmla="*/ 0 w 49710"/>
                <a:gd name="csY0" fmla="*/ 29175 h 29174"/>
                <a:gd name="csX1" fmla="*/ 49711 w 49710"/>
                <a:gd name="csY1" fmla="*/ 0 h 29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0" h="29174">
                  <a:moveTo>
                    <a:pt x="0" y="29175"/>
                  </a:moveTo>
                  <a:cubicBezTo>
                    <a:pt x="16573" y="19450"/>
                    <a:pt x="33137" y="9725"/>
                    <a:pt x="49711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5B0C2E-0E0E-1AA4-E561-CF8B403D0B89}"/>
                </a:ext>
              </a:extLst>
            </p:cNvPr>
            <p:cNvSpPr/>
            <p:nvPr/>
          </p:nvSpPr>
          <p:spPr>
            <a:xfrm>
              <a:off x="8366267" y="4635922"/>
              <a:ext cx="55073" cy="19154"/>
            </a:xfrm>
            <a:custGeom>
              <a:avLst/>
              <a:gdLst>
                <a:gd name="csX0" fmla="*/ 0 w 55073"/>
                <a:gd name="csY0" fmla="*/ 19155 h 19154"/>
                <a:gd name="csX1" fmla="*/ 55074 w 55073"/>
                <a:gd name="csY1" fmla="*/ 0 h 19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073" h="19154">
                  <a:moveTo>
                    <a:pt x="0" y="19155"/>
                  </a:moveTo>
                  <a:cubicBezTo>
                    <a:pt x="18355" y="12773"/>
                    <a:pt x="36719" y="6391"/>
                    <a:pt x="55074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35A745D-5E05-BF04-9845-ED2F9A4B769D}"/>
                </a:ext>
              </a:extLst>
            </p:cNvPr>
            <p:cNvSpPr/>
            <p:nvPr/>
          </p:nvSpPr>
          <p:spPr>
            <a:xfrm>
              <a:off x="8474109" y="4627016"/>
              <a:ext cx="49034" cy="4743"/>
            </a:xfrm>
            <a:custGeom>
              <a:avLst/>
              <a:gdLst>
                <a:gd name="csX0" fmla="*/ 0 w 49034"/>
                <a:gd name="csY0" fmla="*/ 4744 h 4743"/>
                <a:gd name="csX1" fmla="*/ 49035 w 49034"/>
                <a:gd name="csY1" fmla="*/ 0 h 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034" h="4743">
                  <a:moveTo>
                    <a:pt x="0" y="4744"/>
                  </a:moveTo>
                  <a:cubicBezTo>
                    <a:pt x="16345" y="3162"/>
                    <a:pt x="32690" y="1581"/>
                    <a:pt x="4903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CC908D1-FB37-04C6-1130-83C520AC2761}"/>
                </a:ext>
              </a:extLst>
            </p:cNvPr>
            <p:cNvSpPr/>
            <p:nvPr/>
          </p:nvSpPr>
          <p:spPr>
            <a:xfrm>
              <a:off x="8581284" y="4632864"/>
              <a:ext cx="43557" cy="5915"/>
            </a:xfrm>
            <a:custGeom>
              <a:avLst/>
              <a:gdLst>
                <a:gd name="csX0" fmla="*/ 0 w 43557"/>
                <a:gd name="csY0" fmla="*/ 0 h 5915"/>
                <a:gd name="csX1" fmla="*/ 43558 w 43557"/>
                <a:gd name="csY1" fmla="*/ 5915 h 5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57" h="5915">
                  <a:moveTo>
                    <a:pt x="0" y="0"/>
                  </a:moveTo>
                  <a:cubicBezTo>
                    <a:pt x="14516" y="1972"/>
                    <a:pt x="29042" y="3943"/>
                    <a:pt x="43558" y="5915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187783C-B29A-8D6F-EE2C-16E0C407A39E}"/>
                </a:ext>
              </a:extLst>
            </p:cNvPr>
            <p:cNvSpPr/>
            <p:nvPr/>
          </p:nvSpPr>
          <p:spPr>
            <a:xfrm>
              <a:off x="8685811" y="4661172"/>
              <a:ext cx="45748" cy="11620"/>
            </a:xfrm>
            <a:custGeom>
              <a:avLst/>
              <a:gdLst>
                <a:gd name="csX0" fmla="*/ 0 w 45748"/>
                <a:gd name="csY0" fmla="*/ 0 h 11620"/>
                <a:gd name="csX1" fmla="*/ 45749 w 45748"/>
                <a:gd name="csY1" fmla="*/ 11621 h 11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748" h="11620">
                  <a:moveTo>
                    <a:pt x="0" y="0"/>
                  </a:moveTo>
                  <a:cubicBezTo>
                    <a:pt x="15250" y="3877"/>
                    <a:pt x="30499" y="7744"/>
                    <a:pt x="45749" y="11621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7C1D59D-1749-EE08-7B60-68718CA96F5F}"/>
                </a:ext>
              </a:extLst>
            </p:cNvPr>
            <p:cNvSpPr/>
            <p:nvPr/>
          </p:nvSpPr>
          <p:spPr>
            <a:xfrm>
              <a:off x="8777147" y="4690529"/>
              <a:ext cx="44434" cy="25222"/>
            </a:xfrm>
            <a:custGeom>
              <a:avLst/>
              <a:gdLst>
                <a:gd name="csX0" fmla="*/ 0 w 44434"/>
                <a:gd name="csY0" fmla="*/ 0 h 25222"/>
                <a:gd name="csX1" fmla="*/ 44434 w 44434"/>
                <a:gd name="csY1" fmla="*/ 25222 h 25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434" h="25222">
                  <a:moveTo>
                    <a:pt x="0" y="0"/>
                  </a:moveTo>
                  <a:cubicBezTo>
                    <a:pt x="14811" y="8411"/>
                    <a:pt x="29623" y="16812"/>
                    <a:pt x="44434" y="25222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07DAA03-11B1-28EA-A969-887025DA3EA2}"/>
                </a:ext>
              </a:extLst>
            </p:cNvPr>
            <p:cNvSpPr/>
            <p:nvPr/>
          </p:nvSpPr>
          <p:spPr>
            <a:xfrm>
              <a:off x="8856566" y="4742583"/>
              <a:ext cx="36366" cy="27813"/>
            </a:xfrm>
            <a:custGeom>
              <a:avLst/>
              <a:gdLst>
                <a:gd name="csX0" fmla="*/ 0 w 36366"/>
                <a:gd name="csY0" fmla="*/ 0 h 27813"/>
                <a:gd name="csX1" fmla="*/ 36366 w 36366"/>
                <a:gd name="csY1" fmla="*/ 27813 h 2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366" h="27813">
                  <a:moveTo>
                    <a:pt x="0" y="0"/>
                  </a:moveTo>
                  <a:cubicBezTo>
                    <a:pt x="12125" y="9268"/>
                    <a:pt x="24241" y="18545"/>
                    <a:pt x="36366" y="27813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E5A7985-C26E-C7D8-FE81-315B9EF6E1EC}"/>
                </a:ext>
              </a:extLst>
            </p:cNvPr>
            <p:cNvSpPr/>
            <p:nvPr/>
          </p:nvSpPr>
          <p:spPr>
            <a:xfrm>
              <a:off x="8822476" y="4675775"/>
              <a:ext cx="122273" cy="140159"/>
            </a:xfrm>
            <a:custGeom>
              <a:avLst/>
              <a:gdLst>
                <a:gd name="csX0" fmla="*/ 0 w 122273"/>
                <a:gd name="csY0" fmla="*/ 123558 h 140159"/>
                <a:gd name="csX1" fmla="*/ 93926 w 122273"/>
                <a:gd name="csY1" fmla="*/ 139179 h 140159"/>
                <a:gd name="csX2" fmla="*/ 120053 w 122273"/>
                <a:gd name="csY2" fmla="*/ 108680 h 140159"/>
                <a:gd name="csX3" fmla="*/ 93459 w 122273"/>
                <a:gd name="csY3" fmla="*/ 0 h 14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273" h="140159">
                  <a:moveTo>
                    <a:pt x="0" y="123558"/>
                  </a:moveTo>
                  <a:cubicBezTo>
                    <a:pt x="31823" y="124673"/>
                    <a:pt x="63484" y="130130"/>
                    <a:pt x="93926" y="139179"/>
                  </a:cubicBezTo>
                  <a:cubicBezTo>
                    <a:pt x="112395" y="144666"/>
                    <a:pt x="128264" y="126121"/>
                    <a:pt x="120053" y="108680"/>
                  </a:cubicBezTo>
                  <a:cubicBezTo>
                    <a:pt x="104042" y="74714"/>
                    <a:pt x="94831" y="37529"/>
                    <a:pt x="93459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9848016-8F08-3DA4-E0B6-7D77F82EE0FF}"/>
              </a:ext>
            </a:extLst>
          </p:cNvPr>
          <p:cNvSpPr txBox="1"/>
          <p:nvPr/>
        </p:nvSpPr>
        <p:spPr>
          <a:xfrm>
            <a:off x="1491219" y="3188393"/>
            <a:ext cx="2505808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Product Development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5E994D-714F-33A8-1757-66934085CD48}"/>
              </a:ext>
            </a:extLst>
          </p:cNvPr>
          <p:cNvSpPr txBox="1"/>
          <p:nvPr/>
        </p:nvSpPr>
        <p:spPr>
          <a:xfrm>
            <a:off x="1491219" y="3609775"/>
            <a:ext cx="2505808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endParaRPr lang="en-US" sz="1200" dirty="0"/>
          </a:p>
        </p:txBody>
      </p:sp>
      <p:grpSp>
        <p:nvGrpSpPr>
          <p:cNvPr id="35" name="Graphic 9478">
            <a:extLst>
              <a:ext uri="{FF2B5EF4-FFF2-40B4-BE49-F238E27FC236}">
                <a16:creationId xmlns:a16="http://schemas.microsoft.com/office/drawing/2014/main" id="{E497EF9B-B314-F261-99D1-ADDD485E2BD9}"/>
              </a:ext>
            </a:extLst>
          </p:cNvPr>
          <p:cNvGrpSpPr/>
          <p:nvPr/>
        </p:nvGrpSpPr>
        <p:grpSpPr>
          <a:xfrm rot="9177231">
            <a:off x="4302417" y="3689766"/>
            <a:ext cx="700858" cy="174933"/>
            <a:chOff x="8187863" y="4627016"/>
            <a:chExt cx="756886" cy="188918"/>
          </a:xfrm>
          <a:noFill/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6FC7176-3203-BE21-F5F5-9A51F371F67F}"/>
                </a:ext>
              </a:extLst>
            </p:cNvPr>
            <p:cNvSpPr/>
            <p:nvPr/>
          </p:nvSpPr>
          <p:spPr>
            <a:xfrm>
              <a:off x="8187863" y="4726009"/>
              <a:ext cx="41005" cy="37404"/>
            </a:xfrm>
            <a:custGeom>
              <a:avLst/>
              <a:gdLst>
                <a:gd name="csX0" fmla="*/ 0 w 41005"/>
                <a:gd name="csY0" fmla="*/ 37405 h 37404"/>
                <a:gd name="csX1" fmla="*/ 41005 w 41005"/>
                <a:gd name="csY1" fmla="*/ 0 h 37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005" h="37404">
                  <a:moveTo>
                    <a:pt x="0" y="37405"/>
                  </a:moveTo>
                  <a:cubicBezTo>
                    <a:pt x="13668" y="24937"/>
                    <a:pt x="27337" y="12468"/>
                    <a:pt x="4100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604E462-8CA1-4AA2-2E03-303C99DDDDAB}"/>
                </a:ext>
              </a:extLst>
            </p:cNvPr>
            <p:cNvSpPr/>
            <p:nvPr/>
          </p:nvSpPr>
          <p:spPr>
            <a:xfrm>
              <a:off x="8269940" y="4673993"/>
              <a:ext cx="49710" cy="29174"/>
            </a:xfrm>
            <a:custGeom>
              <a:avLst/>
              <a:gdLst>
                <a:gd name="csX0" fmla="*/ 0 w 49710"/>
                <a:gd name="csY0" fmla="*/ 29175 h 29174"/>
                <a:gd name="csX1" fmla="*/ 49711 w 49710"/>
                <a:gd name="csY1" fmla="*/ 0 h 29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0" h="29174">
                  <a:moveTo>
                    <a:pt x="0" y="29175"/>
                  </a:moveTo>
                  <a:cubicBezTo>
                    <a:pt x="16573" y="19450"/>
                    <a:pt x="33137" y="9725"/>
                    <a:pt x="49711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6C651B6-9A06-2EFA-75EF-B5D82DBCEFC0}"/>
                </a:ext>
              </a:extLst>
            </p:cNvPr>
            <p:cNvSpPr/>
            <p:nvPr/>
          </p:nvSpPr>
          <p:spPr>
            <a:xfrm>
              <a:off x="8366267" y="4635922"/>
              <a:ext cx="55073" cy="19154"/>
            </a:xfrm>
            <a:custGeom>
              <a:avLst/>
              <a:gdLst>
                <a:gd name="csX0" fmla="*/ 0 w 55073"/>
                <a:gd name="csY0" fmla="*/ 19155 h 19154"/>
                <a:gd name="csX1" fmla="*/ 55074 w 55073"/>
                <a:gd name="csY1" fmla="*/ 0 h 19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073" h="19154">
                  <a:moveTo>
                    <a:pt x="0" y="19155"/>
                  </a:moveTo>
                  <a:cubicBezTo>
                    <a:pt x="18355" y="12773"/>
                    <a:pt x="36719" y="6391"/>
                    <a:pt x="55074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2AC0A7E-C725-83A0-D917-6CDE8353870F}"/>
                </a:ext>
              </a:extLst>
            </p:cNvPr>
            <p:cNvSpPr/>
            <p:nvPr/>
          </p:nvSpPr>
          <p:spPr>
            <a:xfrm>
              <a:off x="8474109" y="4627016"/>
              <a:ext cx="49034" cy="4743"/>
            </a:xfrm>
            <a:custGeom>
              <a:avLst/>
              <a:gdLst>
                <a:gd name="csX0" fmla="*/ 0 w 49034"/>
                <a:gd name="csY0" fmla="*/ 4744 h 4743"/>
                <a:gd name="csX1" fmla="*/ 49035 w 49034"/>
                <a:gd name="csY1" fmla="*/ 0 h 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034" h="4743">
                  <a:moveTo>
                    <a:pt x="0" y="4744"/>
                  </a:moveTo>
                  <a:cubicBezTo>
                    <a:pt x="16345" y="3162"/>
                    <a:pt x="32690" y="1581"/>
                    <a:pt x="4903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A1F92C4-8869-2151-12CD-ED146CA2D00F}"/>
                </a:ext>
              </a:extLst>
            </p:cNvPr>
            <p:cNvSpPr/>
            <p:nvPr/>
          </p:nvSpPr>
          <p:spPr>
            <a:xfrm>
              <a:off x="8581284" y="4632864"/>
              <a:ext cx="43557" cy="5915"/>
            </a:xfrm>
            <a:custGeom>
              <a:avLst/>
              <a:gdLst>
                <a:gd name="csX0" fmla="*/ 0 w 43557"/>
                <a:gd name="csY0" fmla="*/ 0 h 5915"/>
                <a:gd name="csX1" fmla="*/ 43558 w 43557"/>
                <a:gd name="csY1" fmla="*/ 5915 h 5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57" h="5915">
                  <a:moveTo>
                    <a:pt x="0" y="0"/>
                  </a:moveTo>
                  <a:cubicBezTo>
                    <a:pt x="14516" y="1972"/>
                    <a:pt x="29042" y="3943"/>
                    <a:pt x="43558" y="5915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5CD71C9-069C-F55A-FF24-B7E266D996F1}"/>
                </a:ext>
              </a:extLst>
            </p:cNvPr>
            <p:cNvSpPr/>
            <p:nvPr/>
          </p:nvSpPr>
          <p:spPr>
            <a:xfrm>
              <a:off x="8685811" y="4661172"/>
              <a:ext cx="45748" cy="11620"/>
            </a:xfrm>
            <a:custGeom>
              <a:avLst/>
              <a:gdLst>
                <a:gd name="csX0" fmla="*/ 0 w 45748"/>
                <a:gd name="csY0" fmla="*/ 0 h 11620"/>
                <a:gd name="csX1" fmla="*/ 45749 w 45748"/>
                <a:gd name="csY1" fmla="*/ 11621 h 11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748" h="11620">
                  <a:moveTo>
                    <a:pt x="0" y="0"/>
                  </a:moveTo>
                  <a:cubicBezTo>
                    <a:pt x="15250" y="3877"/>
                    <a:pt x="30499" y="7744"/>
                    <a:pt x="45749" y="11621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B7F021D-54BE-5995-A79D-8E0CD65FEB75}"/>
                </a:ext>
              </a:extLst>
            </p:cNvPr>
            <p:cNvSpPr/>
            <p:nvPr/>
          </p:nvSpPr>
          <p:spPr>
            <a:xfrm>
              <a:off x="8777147" y="4690529"/>
              <a:ext cx="44434" cy="25222"/>
            </a:xfrm>
            <a:custGeom>
              <a:avLst/>
              <a:gdLst>
                <a:gd name="csX0" fmla="*/ 0 w 44434"/>
                <a:gd name="csY0" fmla="*/ 0 h 25222"/>
                <a:gd name="csX1" fmla="*/ 44434 w 44434"/>
                <a:gd name="csY1" fmla="*/ 25222 h 25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434" h="25222">
                  <a:moveTo>
                    <a:pt x="0" y="0"/>
                  </a:moveTo>
                  <a:cubicBezTo>
                    <a:pt x="14811" y="8411"/>
                    <a:pt x="29623" y="16812"/>
                    <a:pt x="44434" y="25222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DDFB2D0-D81E-A02E-FCE0-3D8513235063}"/>
                </a:ext>
              </a:extLst>
            </p:cNvPr>
            <p:cNvSpPr/>
            <p:nvPr/>
          </p:nvSpPr>
          <p:spPr>
            <a:xfrm>
              <a:off x="8856566" y="4742583"/>
              <a:ext cx="36366" cy="27813"/>
            </a:xfrm>
            <a:custGeom>
              <a:avLst/>
              <a:gdLst>
                <a:gd name="csX0" fmla="*/ 0 w 36366"/>
                <a:gd name="csY0" fmla="*/ 0 h 27813"/>
                <a:gd name="csX1" fmla="*/ 36366 w 36366"/>
                <a:gd name="csY1" fmla="*/ 27813 h 2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366" h="27813">
                  <a:moveTo>
                    <a:pt x="0" y="0"/>
                  </a:moveTo>
                  <a:cubicBezTo>
                    <a:pt x="12125" y="9268"/>
                    <a:pt x="24241" y="18545"/>
                    <a:pt x="36366" y="27813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7EDEDE7-DFD0-D802-600A-CA1908DDEB48}"/>
                </a:ext>
              </a:extLst>
            </p:cNvPr>
            <p:cNvSpPr/>
            <p:nvPr/>
          </p:nvSpPr>
          <p:spPr>
            <a:xfrm>
              <a:off x="8822476" y="4675775"/>
              <a:ext cx="122273" cy="140159"/>
            </a:xfrm>
            <a:custGeom>
              <a:avLst/>
              <a:gdLst>
                <a:gd name="csX0" fmla="*/ 0 w 122273"/>
                <a:gd name="csY0" fmla="*/ 123558 h 140159"/>
                <a:gd name="csX1" fmla="*/ 93926 w 122273"/>
                <a:gd name="csY1" fmla="*/ 139179 h 140159"/>
                <a:gd name="csX2" fmla="*/ 120053 w 122273"/>
                <a:gd name="csY2" fmla="*/ 108680 h 140159"/>
                <a:gd name="csX3" fmla="*/ 93459 w 122273"/>
                <a:gd name="csY3" fmla="*/ 0 h 14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273" h="140159">
                  <a:moveTo>
                    <a:pt x="0" y="123558"/>
                  </a:moveTo>
                  <a:cubicBezTo>
                    <a:pt x="31823" y="124673"/>
                    <a:pt x="63484" y="130130"/>
                    <a:pt x="93926" y="139179"/>
                  </a:cubicBezTo>
                  <a:cubicBezTo>
                    <a:pt x="112395" y="144666"/>
                    <a:pt x="128264" y="126121"/>
                    <a:pt x="120053" y="108680"/>
                  </a:cubicBezTo>
                  <a:cubicBezTo>
                    <a:pt x="104042" y="74714"/>
                    <a:pt x="94831" y="37529"/>
                    <a:pt x="93459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45" name="Graphic 9478">
            <a:extLst>
              <a:ext uri="{FF2B5EF4-FFF2-40B4-BE49-F238E27FC236}">
                <a16:creationId xmlns:a16="http://schemas.microsoft.com/office/drawing/2014/main" id="{8AF9328E-A8A8-3377-2B50-30FEE22C3023}"/>
              </a:ext>
            </a:extLst>
          </p:cNvPr>
          <p:cNvGrpSpPr/>
          <p:nvPr/>
        </p:nvGrpSpPr>
        <p:grpSpPr>
          <a:xfrm rot="9177231">
            <a:off x="4672808" y="5287072"/>
            <a:ext cx="700858" cy="174933"/>
            <a:chOff x="8187863" y="4627016"/>
            <a:chExt cx="756886" cy="188918"/>
          </a:xfrm>
          <a:noFill/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57046CA-8DC9-EF96-1DE6-F48E7777E82F}"/>
                </a:ext>
              </a:extLst>
            </p:cNvPr>
            <p:cNvSpPr/>
            <p:nvPr/>
          </p:nvSpPr>
          <p:spPr>
            <a:xfrm>
              <a:off x="8187863" y="4726009"/>
              <a:ext cx="41005" cy="37404"/>
            </a:xfrm>
            <a:custGeom>
              <a:avLst/>
              <a:gdLst>
                <a:gd name="csX0" fmla="*/ 0 w 41005"/>
                <a:gd name="csY0" fmla="*/ 37405 h 37404"/>
                <a:gd name="csX1" fmla="*/ 41005 w 41005"/>
                <a:gd name="csY1" fmla="*/ 0 h 37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005" h="37404">
                  <a:moveTo>
                    <a:pt x="0" y="37405"/>
                  </a:moveTo>
                  <a:cubicBezTo>
                    <a:pt x="13668" y="24937"/>
                    <a:pt x="27337" y="12468"/>
                    <a:pt x="4100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140121C-64C1-039B-ECB1-14CB9D879EA7}"/>
                </a:ext>
              </a:extLst>
            </p:cNvPr>
            <p:cNvSpPr/>
            <p:nvPr/>
          </p:nvSpPr>
          <p:spPr>
            <a:xfrm>
              <a:off x="8269940" y="4673993"/>
              <a:ext cx="49710" cy="29174"/>
            </a:xfrm>
            <a:custGeom>
              <a:avLst/>
              <a:gdLst>
                <a:gd name="csX0" fmla="*/ 0 w 49710"/>
                <a:gd name="csY0" fmla="*/ 29175 h 29174"/>
                <a:gd name="csX1" fmla="*/ 49711 w 49710"/>
                <a:gd name="csY1" fmla="*/ 0 h 29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0" h="29174">
                  <a:moveTo>
                    <a:pt x="0" y="29175"/>
                  </a:moveTo>
                  <a:cubicBezTo>
                    <a:pt x="16573" y="19450"/>
                    <a:pt x="33137" y="9725"/>
                    <a:pt x="49711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5DEEC97-94E3-6075-6B57-9D4A6EBB963D}"/>
                </a:ext>
              </a:extLst>
            </p:cNvPr>
            <p:cNvSpPr/>
            <p:nvPr/>
          </p:nvSpPr>
          <p:spPr>
            <a:xfrm>
              <a:off x="8366267" y="4635922"/>
              <a:ext cx="55073" cy="19154"/>
            </a:xfrm>
            <a:custGeom>
              <a:avLst/>
              <a:gdLst>
                <a:gd name="csX0" fmla="*/ 0 w 55073"/>
                <a:gd name="csY0" fmla="*/ 19155 h 19154"/>
                <a:gd name="csX1" fmla="*/ 55074 w 55073"/>
                <a:gd name="csY1" fmla="*/ 0 h 19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073" h="19154">
                  <a:moveTo>
                    <a:pt x="0" y="19155"/>
                  </a:moveTo>
                  <a:cubicBezTo>
                    <a:pt x="18355" y="12773"/>
                    <a:pt x="36719" y="6391"/>
                    <a:pt x="55074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1D2BBD8-8B61-7B3B-70BE-CF04DD3D1FB7}"/>
                </a:ext>
              </a:extLst>
            </p:cNvPr>
            <p:cNvSpPr/>
            <p:nvPr/>
          </p:nvSpPr>
          <p:spPr>
            <a:xfrm>
              <a:off x="8474109" y="4627016"/>
              <a:ext cx="49034" cy="4743"/>
            </a:xfrm>
            <a:custGeom>
              <a:avLst/>
              <a:gdLst>
                <a:gd name="csX0" fmla="*/ 0 w 49034"/>
                <a:gd name="csY0" fmla="*/ 4744 h 4743"/>
                <a:gd name="csX1" fmla="*/ 49035 w 49034"/>
                <a:gd name="csY1" fmla="*/ 0 h 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034" h="4743">
                  <a:moveTo>
                    <a:pt x="0" y="4744"/>
                  </a:moveTo>
                  <a:cubicBezTo>
                    <a:pt x="16345" y="3162"/>
                    <a:pt x="32690" y="1581"/>
                    <a:pt x="49035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352A26C-6673-43AE-916E-99A1BB100C3A}"/>
                </a:ext>
              </a:extLst>
            </p:cNvPr>
            <p:cNvSpPr/>
            <p:nvPr/>
          </p:nvSpPr>
          <p:spPr>
            <a:xfrm>
              <a:off x="8581284" y="4632864"/>
              <a:ext cx="43557" cy="5915"/>
            </a:xfrm>
            <a:custGeom>
              <a:avLst/>
              <a:gdLst>
                <a:gd name="csX0" fmla="*/ 0 w 43557"/>
                <a:gd name="csY0" fmla="*/ 0 h 5915"/>
                <a:gd name="csX1" fmla="*/ 43558 w 43557"/>
                <a:gd name="csY1" fmla="*/ 5915 h 5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57" h="5915">
                  <a:moveTo>
                    <a:pt x="0" y="0"/>
                  </a:moveTo>
                  <a:cubicBezTo>
                    <a:pt x="14516" y="1972"/>
                    <a:pt x="29042" y="3943"/>
                    <a:pt x="43558" y="5915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FB2D8D8-5D2E-080A-9F01-8FBD597E0C9B}"/>
                </a:ext>
              </a:extLst>
            </p:cNvPr>
            <p:cNvSpPr/>
            <p:nvPr/>
          </p:nvSpPr>
          <p:spPr>
            <a:xfrm>
              <a:off x="8685811" y="4661172"/>
              <a:ext cx="45748" cy="11620"/>
            </a:xfrm>
            <a:custGeom>
              <a:avLst/>
              <a:gdLst>
                <a:gd name="csX0" fmla="*/ 0 w 45748"/>
                <a:gd name="csY0" fmla="*/ 0 h 11620"/>
                <a:gd name="csX1" fmla="*/ 45749 w 45748"/>
                <a:gd name="csY1" fmla="*/ 11621 h 11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748" h="11620">
                  <a:moveTo>
                    <a:pt x="0" y="0"/>
                  </a:moveTo>
                  <a:cubicBezTo>
                    <a:pt x="15250" y="3877"/>
                    <a:pt x="30499" y="7744"/>
                    <a:pt x="45749" y="11621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996A072-3362-5A18-5497-0C668BB02322}"/>
                </a:ext>
              </a:extLst>
            </p:cNvPr>
            <p:cNvSpPr/>
            <p:nvPr/>
          </p:nvSpPr>
          <p:spPr>
            <a:xfrm>
              <a:off x="8777147" y="4690529"/>
              <a:ext cx="44434" cy="25222"/>
            </a:xfrm>
            <a:custGeom>
              <a:avLst/>
              <a:gdLst>
                <a:gd name="csX0" fmla="*/ 0 w 44434"/>
                <a:gd name="csY0" fmla="*/ 0 h 25222"/>
                <a:gd name="csX1" fmla="*/ 44434 w 44434"/>
                <a:gd name="csY1" fmla="*/ 25222 h 25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434" h="25222">
                  <a:moveTo>
                    <a:pt x="0" y="0"/>
                  </a:moveTo>
                  <a:cubicBezTo>
                    <a:pt x="14811" y="8411"/>
                    <a:pt x="29623" y="16812"/>
                    <a:pt x="44434" y="25222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59183D0-7261-8063-D255-8D48AE9EA404}"/>
                </a:ext>
              </a:extLst>
            </p:cNvPr>
            <p:cNvSpPr/>
            <p:nvPr/>
          </p:nvSpPr>
          <p:spPr>
            <a:xfrm>
              <a:off x="8856566" y="4742583"/>
              <a:ext cx="36366" cy="27813"/>
            </a:xfrm>
            <a:custGeom>
              <a:avLst/>
              <a:gdLst>
                <a:gd name="csX0" fmla="*/ 0 w 36366"/>
                <a:gd name="csY0" fmla="*/ 0 h 27813"/>
                <a:gd name="csX1" fmla="*/ 36366 w 36366"/>
                <a:gd name="csY1" fmla="*/ 27813 h 2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366" h="27813">
                  <a:moveTo>
                    <a:pt x="0" y="0"/>
                  </a:moveTo>
                  <a:cubicBezTo>
                    <a:pt x="12125" y="9268"/>
                    <a:pt x="24241" y="18545"/>
                    <a:pt x="36366" y="27813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14F7BAE-6D65-29A4-265B-50F51CD117F5}"/>
                </a:ext>
              </a:extLst>
            </p:cNvPr>
            <p:cNvSpPr/>
            <p:nvPr/>
          </p:nvSpPr>
          <p:spPr>
            <a:xfrm>
              <a:off x="8822476" y="4675775"/>
              <a:ext cx="122273" cy="140159"/>
            </a:xfrm>
            <a:custGeom>
              <a:avLst/>
              <a:gdLst>
                <a:gd name="csX0" fmla="*/ 0 w 122273"/>
                <a:gd name="csY0" fmla="*/ 123558 h 140159"/>
                <a:gd name="csX1" fmla="*/ 93926 w 122273"/>
                <a:gd name="csY1" fmla="*/ 139179 h 140159"/>
                <a:gd name="csX2" fmla="*/ 120053 w 122273"/>
                <a:gd name="csY2" fmla="*/ 108680 h 140159"/>
                <a:gd name="csX3" fmla="*/ 93459 w 122273"/>
                <a:gd name="csY3" fmla="*/ 0 h 14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273" h="140159">
                  <a:moveTo>
                    <a:pt x="0" y="123558"/>
                  </a:moveTo>
                  <a:cubicBezTo>
                    <a:pt x="31823" y="124673"/>
                    <a:pt x="63484" y="130130"/>
                    <a:pt x="93926" y="139179"/>
                  </a:cubicBezTo>
                  <a:cubicBezTo>
                    <a:pt x="112395" y="144666"/>
                    <a:pt x="128264" y="126121"/>
                    <a:pt x="120053" y="108680"/>
                  </a:cubicBezTo>
                  <a:cubicBezTo>
                    <a:pt x="104042" y="74714"/>
                    <a:pt x="94831" y="37529"/>
                    <a:pt x="93459" y="0"/>
                  </a:cubicBezTo>
                </a:path>
              </a:pathLst>
            </a:custGeom>
            <a:noFill/>
            <a:ln w="18447" cap="rnd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C840070-9C08-2AE4-718F-79F7BF5A3A6E}"/>
              </a:ext>
            </a:extLst>
          </p:cNvPr>
          <p:cNvSpPr txBox="1"/>
          <p:nvPr/>
        </p:nvSpPr>
        <p:spPr>
          <a:xfrm>
            <a:off x="2085718" y="4947745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Cyber Security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398E08-E0C8-50C7-B506-5310865C50DB}"/>
              </a:ext>
            </a:extLst>
          </p:cNvPr>
          <p:cNvSpPr txBox="1"/>
          <p:nvPr/>
        </p:nvSpPr>
        <p:spPr>
          <a:xfrm>
            <a:off x="1315651" y="5369127"/>
            <a:ext cx="2854997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endParaRPr lang="en-US" sz="120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6306AEA-31C0-648E-66FD-0C9E85FC9340}"/>
              </a:ext>
            </a:extLst>
          </p:cNvPr>
          <p:cNvSpPr/>
          <p:nvPr/>
        </p:nvSpPr>
        <p:spPr>
          <a:xfrm rot="20062316">
            <a:off x="10494906" y="1129555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FB7FE48-BBDD-CCA4-889E-45F9E578BDF0}"/>
              </a:ext>
            </a:extLst>
          </p:cNvPr>
          <p:cNvSpPr/>
          <p:nvPr/>
        </p:nvSpPr>
        <p:spPr>
          <a:xfrm rot="3272193">
            <a:off x="601816" y="865436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A3783491-C060-9C13-397B-736E7C7DEB6E}"/>
              </a:ext>
            </a:extLst>
          </p:cNvPr>
          <p:cNvSpPr/>
          <p:nvPr/>
        </p:nvSpPr>
        <p:spPr>
          <a:xfrm rot="6683393">
            <a:off x="8891460" y="4060356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32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F210-BE28-EF88-4466-5605B4C2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243A4E58-94FB-1AE5-8511-D4306CB30A7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6283" y="3563246"/>
            <a:ext cx="1603088" cy="1603088"/>
          </a:xfrm>
          <a:custGeom>
            <a:avLst/>
            <a:gdLst>
              <a:gd name="csX0" fmla="*/ 801544 w 1603088"/>
              <a:gd name="csY0" fmla="*/ 0 h 1603088"/>
              <a:gd name="csX1" fmla="*/ 1603088 w 1603088"/>
              <a:gd name="csY1" fmla="*/ 801544 h 1603088"/>
              <a:gd name="csX2" fmla="*/ 801544 w 1603088"/>
              <a:gd name="csY2" fmla="*/ 1603088 h 1603088"/>
              <a:gd name="csX3" fmla="*/ 0 w 1603088"/>
              <a:gd name="csY3" fmla="*/ 801544 h 1603088"/>
              <a:gd name="csX4" fmla="*/ 801544 w 1603088"/>
              <a:gd name="csY4" fmla="*/ 0 h 160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03088" h="1603088">
                <a:moveTo>
                  <a:pt x="801544" y="0"/>
                </a:moveTo>
                <a:cubicBezTo>
                  <a:pt x="1244225" y="0"/>
                  <a:pt x="1603088" y="358863"/>
                  <a:pt x="1603088" y="801544"/>
                </a:cubicBezTo>
                <a:cubicBezTo>
                  <a:pt x="1603088" y="1244225"/>
                  <a:pt x="1244225" y="1603088"/>
                  <a:pt x="801544" y="1603088"/>
                </a:cubicBezTo>
                <a:cubicBezTo>
                  <a:pt x="358863" y="1603088"/>
                  <a:pt x="0" y="1244225"/>
                  <a:pt x="0" y="801544"/>
                </a:cubicBezTo>
                <a:cubicBezTo>
                  <a:pt x="0" y="358863"/>
                  <a:pt x="358863" y="0"/>
                  <a:pt x="801544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E48EBA-C05D-A725-0A9A-C8F818A935B7}"/>
              </a:ext>
            </a:extLst>
          </p:cNvPr>
          <p:cNvSpPr txBox="1"/>
          <p:nvPr/>
        </p:nvSpPr>
        <p:spPr>
          <a:xfrm>
            <a:off x="901723" y="1429447"/>
            <a:ext cx="536018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Customer Proof</a:t>
            </a:r>
            <a:endParaRPr lang="id-ID" sz="4400" b="1" u="none" strike="noStrike" dirty="0">
              <a:solidFill>
                <a:schemeClr val="accent3"/>
              </a:solidFill>
              <a:effectLst/>
              <a:latin typeface="+mj-lt"/>
            </a:endParaRPr>
          </a:p>
          <a:p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&amp;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Testimonials</a:t>
            </a:r>
            <a:endParaRPr lang="en-US" sz="4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9C91A-F496-E1AF-665A-18FD6D8FA5A1}"/>
              </a:ext>
            </a:extLst>
          </p:cNvPr>
          <p:cNvSpPr txBox="1"/>
          <p:nvPr/>
        </p:nvSpPr>
        <p:spPr>
          <a:xfrm>
            <a:off x="3110243" y="3496138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Amelia Rosewood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3C33-0CC0-2B95-4F92-FF6C3EB818A5}"/>
              </a:ext>
            </a:extLst>
          </p:cNvPr>
          <p:cNvSpPr txBox="1"/>
          <p:nvPr/>
        </p:nvSpPr>
        <p:spPr>
          <a:xfrm>
            <a:off x="3110243" y="3900788"/>
            <a:ext cx="2985757" cy="1176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i="1"/>
              <a:t>“ Lorem </a:t>
            </a:r>
            <a:r>
              <a:rPr lang="en-US" sz="1200" i="1" dirty="0"/>
              <a:t>dolor sit </a:t>
            </a:r>
            <a:r>
              <a:rPr lang="en-US" sz="1200" i="1" dirty="0" err="1"/>
              <a:t>amet</a:t>
            </a:r>
            <a:r>
              <a:rPr lang="en-US" sz="1200" i="1" dirty="0"/>
              <a:t> </a:t>
            </a:r>
            <a:r>
              <a:rPr lang="en-US" sz="1200" i="1" dirty="0" err="1"/>
              <a:t>consectetur</a:t>
            </a:r>
            <a:r>
              <a:rPr lang="en-US" sz="1200" i="1" dirty="0"/>
              <a:t> </a:t>
            </a:r>
            <a:r>
              <a:rPr lang="en-US" sz="1200" i="1" dirty="0" err="1"/>
              <a:t>adipiscing</a:t>
            </a:r>
            <a:r>
              <a:rPr lang="en-US" sz="1200" i="1" dirty="0"/>
              <a:t> </a:t>
            </a:r>
            <a:r>
              <a:rPr lang="en-US" sz="1200" i="1" dirty="0" err="1"/>
              <a:t>elit</a:t>
            </a:r>
            <a:r>
              <a:rPr lang="en-US" sz="1200" i="1" dirty="0"/>
              <a:t> sed do </a:t>
            </a:r>
            <a:r>
              <a:rPr lang="en-US" sz="1200" i="1" dirty="0" err="1"/>
              <a:t>eiusmod</a:t>
            </a:r>
            <a:r>
              <a:rPr lang="en-US" sz="1200" i="1" dirty="0"/>
              <a:t> </a:t>
            </a:r>
            <a:r>
              <a:rPr lang="en-US" sz="1200" i="1" dirty="0" err="1"/>
              <a:t>tempor</a:t>
            </a:r>
            <a:r>
              <a:rPr lang="en-US" sz="1200" i="1" dirty="0"/>
              <a:t> </a:t>
            </a:r>
            <a:r>
              <a:rPr lang="en-US" sz="1200" i="1" dirty="0" err="1"/>
              <a:t>incididunt</a:t>
            </a:r>
            <a:r>
              <a:rPr lang="en-US" sz="1200" i="1" dirty="0"/>
              <a:t> </a:t>
            </a:r>
            <a:r>
              <a:rPr lang="en-US" sz="1200" i="1" dirty="0" err="1"/>
              <a:t>ut</a:t>
            </a:r>
            <a:r>
              <a:rPr lang="en-US" sz="1200" i="1" dirty="0"/>
              <a:t> labore et dolore magna </a:t>
            </a:r>
            <a:r>
              <a:rPr lang="en-US" sz="1200" i="1" dirty="0" err="1"/>
              <a:t>aliqua</a:t>
            </a:r>
            <a:r>
              <a:rPr lang="en-US" sz="1200" i="1" dirty="0"/>
              <a:t> ipsum dolor </a:t>
            </a:r>
            <a:r>
              <a:rPr lang="en-US" sz="1200" i="1"/>
              <a:t>sit amet ” </a:t>
            </a:r>
            <a:endParaRPr lang="en-US" sz="12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267FF8-9D12-8C54-D632-FF4DDCFCDD52}"/>
              </a:ext>
            </a:extLst>
          </p:cNvPr>
          <p:cNvSpPr txBox="1"/>
          <p:nvPr/>
        </p:nvSpPr>
        <p:spPr>
          <a:xfrm>
            <a:off x="8413763" y="3496138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Adrian Parker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B15465-82B8-51BE-5A22-E3A91E71CD07}"/>
              </a:ext>
            </a:extLst>
          </p:cNvPr>
          <p:cNvSpPr txBox="1"/>
          <p:nvPr/>
        </p:nvSpPr>
        <p:spPr>
          <a:xfrm>
            <a:off x="8413763" y="3900788"/>
            <a:ext cx="2985757" cy="1176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i="1"/>
              <a:t>“ Lorem </a:t>
            </a:r>
            <a:r>
              <a:rPr lang="en-US" sz="1200" i="1" dirty="0"/>
              <a:t>dolor sit </a:t>
            </a:r>
            <a:r>
              <a:rPr lang="en-US" sz="1200" i="1" dirty="0" err="1"/>
              <a:t>amet</a:t>
            </a:r>
            <a:r>
              <a:rPr lang="en-US" sz="1200" i="1" dirty="0"/>
              <a:t> </a:t>
            </a:r>
            <a:r>
              <a:rPr lang="en-US" sz="1200" i="1" dirty="0" err="1"/>
              <a:t>consectetur</a:t>
            </a:r>
            <a:r>
              <a:rPr lang="en-US" sz="1200" i="1" dirty="0"/>
              <a:t> </a:t>
            </a:r>
            <a:r>
              <a:rPr lang="en-US" sz="1200" i="1" dirty="0" err="1"/>
              <a:t>adipiscing</a:t>
            </a:r>
            <a:r>
              <a:rPr lang="en-US" sz="1200" i="1" dirty="0"/>
              <a:t> </a:t>
            </a:r>
            <a:r>
              <a:rPr lang="en-US" sz="1200" i="1" dirty="0" err="1"/>
              <a:t>elit</a:t>
            </a:r>
            <a:r>
              <a:rPr lang="en-US" sz="1200" i="1" dirty="0"/>
              <a:t> sed do </a:t>
            </a:r>
            <a:r>
              <a:rPr lang="en-US" sz="1200" i="1" dirty="0" err="1"/>
              <a:t>eiusmod</a:t>
            </a:r>
            <a:r>
              <a:rPr lang="en-US" sz="1200" i="1" dirty="0"/>
              <a:t> </a:t>
            </a:r>
            <a:r>
              <a:rPr lang="en-US" sz="1200" i="1" dirty="0" err="1"/>
              <a:t>tempor</a:t>
            </a:r>
            <a:r>
              <a:rPr lang="en-US" sz="1200" i="1" dirty="0"/>
              <a:t> </a:t>
            </a:r>
            <a:r>
              <a:rPr lang="en-US" sz="1200" i="1" dirty="0" err="1"/>
              <a:t>incididunt</a:t>
            </a:r>
            <a:r>
              <a:rPr lang="en-US" sz="1200" i="1" dirty="0"/>
              <a:t> </a:t>
            </a:r>
            <a:r>
              <a:rPr lang="en-US" sz="1200" i="1" dirty="0" err="1"/>
              <a:t>ut</a:t>
            </a:r>
            <a:r>
              <a:rPr lang="en-US" sz="1200" i="1" dirty="0"/>
              <a:t> labore et dolore magna </a:t>
            </a:r>
            <a:r>
              <a:rPr lang="en-US" sz="1200" i="1" dirty="0" err="1"/>
              <a:t>aliqua</a:t>
            </a:r>
            <a:r>
              <a:rPr lang="en-US" sz="1200" i="1" dirty="0"/>
              <a:t> ipsum dolor </a:t>
            </a:r>
            <a:r>
              <a:rPr lang="en-US" sz="1200" i="1"/>
              <a:t>sit amet “</a:t>
            </a:r>
            <a:endParaRPr lang="en-US" sz="1200" i="1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2D0FB58-5CB8-519B-6C60-4AD1B3E9502E}"/>
              </a:ext>
            </a:extLst>
          </p:cNvPr>
          <p:cNvSpPr/>
          <p:nvPr/>
        </p:nvSpPr>
        <p:spPr>
          <a:xfrm rot="20062316">
            <a:off x="7117727" y="1852330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5E0B8EF-7214-F641-4A08-C904F8A4ED16}"/>
              </a:ext>
            </a:extLst>
          </p:cNvPr>
          <p:cNvSpPr/>
          <p:nvPr/>
        </p:nvSpPr>
        <p:spPr>
          <a:xfrm rot="3272193">
            <a:off x="6336907" y="2230308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E3250A-668E-2DF7-784F-BC869C00E02B}"/>
              </a:ext>
            </a:extLst>
          </p:cNvPr>
          <p:cNvSpPr/>
          <p:nvPr/>
        </p:nvSpPr>
        <p:spPr>
          <a:xfrm rot="3540579">
            <a:off x="1170211" y="4645594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9B1E289-B268-8625-CE90-C51A8B1830F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89803" y="3563246"/>
            <a:ext cx="1603088" cy="1603088"/>
          </a:xfrm>
          <a:custGeom>
            <a:avLst/>
            <a:gdLst>
              <a:gd name="csX0" fmla="*/ 801544 w 1603088"/>
              <a:gd name="csY0" fmla="*/ 0 h 1603088"/>
              <a:gd name="csX1" fmla="*/ 1603088 w 1603088"/>
              <a:gd name="csY1" fmla="*/ 801544 h 1603088"/>
              <a:gd name="csX2" fmla="*/ 801544 w 1603088"/>
              <a:gd name="csY2" fmla="*/ 1603088 h 1603088"/>
              <a:gd name="csX3" fmla="*/ 0 w 1603088"/>
              <a:gd name="csY3" fmla="*/ 801544 h 1603088"/>
              <a:gd name="csX4" fmla="*/ 801544 w 1603088"/>
              <a:gd name="csY4" fmla="*/ 0 h 160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03088" h="1603088">
                <a:moveTo>
                  <a:pt x="801544" y="0"/>
                </a:moveTo>
                <a:cubicBezTo>
                  <a:pt x="1244225" y="0"/>
                  <a:pt x="1603088" y="358863"/>
                  <a:pt x="1603088" y="801544"/>
                </a:cubicBezTo>
                <a:cubicBezTo>
                  <a:pt x="1603088" y="1244225"/>
                  <a:pt x="1244225" y="1603088"/>
                  <a:pt x="801544" y="1603088"/>
                </a:cubicBezTo>
                <a:cubicBezTo>
                  <a:pt x="358863" y="1603088"/>
                  <a:pt x="0" y="1244225"/>
                  <a:pt x="0" y="801544"/>
                </a:cubicBezTo>
                <a:cubicBezTo>
                  <a:pt x="0" y="358863"/>
                  <a:pt x="358863" y="0"/>
                  <a:pt x="801544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</p:spPr>
      </p:pic>
    </p:spTree>
    <p:extLst>
      <p:ext uri="{BB962C8B-B14F-4D97-AF65-F5344CB8AC3E}">
        <p14:creationId xmlns:p14="http://schemas.microsoft.com/office/powerpoint/2010/main" val="46784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7957E-CE0C-24D1-89F4-FE971AA9F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1E31DAF-4ECC-B0D7-DFD1-ABB1C5802421}"/>
              </a:ext>
            </a:extLst>
          </p:cNvPr>
          <p:cNvSpPr/>
          <p:nvPr/>
        </p:nvSpPr>
        <p:spPr>
          <a:xfrm>
            <a:off x="5499590" y="2439251"/>
            <a:ext cx="3881141" cy="2156572"/>
          </a:xfrm>
          <a:custGeom>
            <a:avLst/>
            <a:gdLst>
              <a:gd name="connsiteX0" fmla="*/ 3173227 w 3757018"/>
              <a:gd name="connsiteY0" fmla="*/ 2055099 h 2237121"/>
              <a:gd name="connsiteX1" fmla="*/ 3187031 w 3757018"/>
              <a:gd name="connsiteY1" fmla="*/ 2070268 h 2237121"/>
              <a:gd name="connsiteX2" fmla="*/ 3188813 w 3757018"/>
              <a:gd name="connsiteY2" fmla="*/ 2083138 h 2237121"/>
              <a:gd name="connsiteX3" fmla="*/ 3205734 w 3757018"/>
              <a:gd name="connsiteY3" fmla="*/ 2091412 h 2237121"/>
              <a:gd name="connsiteX4" fmla="*/ 3227108 w 3757018"/>
              <a:gd name="connsiteY4" fmla="*/ 2100145 h 2237121"/>
              <a:gd name="connsiteX5" fmla="*/ 3226218 w 3757018"/>
              <a:gd name="connsiteY5" fmla="*/ 2111636 h 2237121"/>
              <a:gd name="connsiteX6" fmla="*/ 3209296 w 3757018"/>
              <a:gd name="connsiteY6" fmla="*/ 2113015 h 2237121"/>
              <a:gd name="connsiteX7" fmla="*/ 3214194 w 3757018"/>
              <a:gd name="connsiteY7" fmla="*/ 2127724 h 2237121"/>
              <a:gd name="connsiteX8" fmla="*/ 3196382 w 3757018"/>
              <a:gd name="connsiteY8" fmla="*/ 2137836 h 2237121"/>
              <a:gd name="connsiteX9" fmla="*/ 3174117 w 3757018"/>
              <a:gd name="connsiteY9" fmla="*/ 2132781 h 2237121"/>
              <a:gd name="connsiteX10" fmla="*/ 3145172 w 3757018"/>
              <a:gd name="connsiteY10" fmla="*/ 2132781 h 2237121"/>
              <a:gd name="connsiteX11" fmla="*/ 3137603 w 3757018"/>
              <a:gd name="connsiteY11" fmla="*/ 2166334 h 2237121"/>
              <a:gd name="connsiteX12" fmla="*/ 3128251 w 3757018"/>
              <a:gd name="connsiteY12" fmla="*/ 2176447 h 2237121"/>
              <a:gd name="connsiteX13" fmla="*/ 3116673 w 3757018"/>
              <a:gd name="connsiteY13" fmla="*/ 2217356 h 2237121"/>
              <a:gd name="connsiteX14" fmla="*/ 3096189 w 3757018"/>
              <a:gd name="connsiteY14" fmla="*/ 2223791 h 2237121"/>
              <a:gd name="connsiteX15" fmla="*/ 3072143 w 3757018"/>
              <a:gd name="connsiteY15" fmla="*/ 2215518 h 2237121"/>
              <a:gd name="connsiteX16" fmla="*/ 3060120 w 3757018"/>
              <a:gd name="connsiteY16" fmla="*/ 2218275 h 2237121"/>
              <a:gd name="connsiteX17" fmla="*/ 3045425 w 3757018"/>
              <a:gd name="connsiteY17" fmla="*/ 2232984 h 2237121"/>
              <a:gd name="connsiteX18" fmla="*/ 3029394 w 3757018"/>
              <a:gd name="connsiteY18" fmla="*/ 2231145 h 2237121"/>
              <a:gd name="connsiteX19" fmla="*/ 3012918 w 3757018"/>
              <a:gd name="connsiteY19" fmla="*/ 2237121 h 2237121"/>
              <a:gd name="connsiteX20" fmla="*/ 2995551 w 3757018"/>
              <a:gd name="connsiteY20" fmla="*/ 2220114 h 2237121"/>
              <a:gd name="connsiteX21" fmla="*/ 2991098 w 3757018"/>
              <a:gd name="connsiteY21" fmla="*/ 2200349 h 2237121"/>
              <a:gd name="connsiteX22" fmla="*/ 3009801 w 3757018"/>
              <a:gd name="connsiteY22" fmla="*/ 2210461 h 2237121"/>
              <a:gd name="connsiteX23" fmla="*/ 3028949 w 3757018"/>
              <a:gd name="connsiteY23" fmla="*/ 2204945 h 2237121"/>
              <a:gd name="connsiteX24" fmla="*/ 3033402 w 3757018"/>
              <a:gd name="connsiteY24" fmla="*/ 2180124 h 2237121"/>
              <a:gd name="connsiteX25" fmla="*/ 3044090 w 3757018"/>
              <a:gd name="connsiteY25" fmla="*/ 2174608 h 2237121"/>
              <a:gd name="connsiteX26" fmla="*/ 3074370 w 3757018"/>
              <a:gd name="connsiteY26" fmla="*/ 2168173 h 2237121"/>
              <a:gd name="connsiteX27" fmla="*/ 3091291 w 3757018"/>
              <a:gd name="connsiteY27" fmla="*/ 2144731 h 2237121"/>
              <a:gd name="connsiteX28" fmla="*/ 3102869 w 3757018"/>
              <a:gd name="connsiteY28" fmla="*/ 2126345 h 2237121"/>
              <a:gd name="connsiteX29" fmla="*/ 3109736 w 3757018"/>
              <a:gd name="connsiteY29" fmla="*/ 2134699 h 2237121"/>
              <a:gd name="connsiteX30" fmla="*/ 3102869 w 3757018"/>
              <a:gd name="connsiteY30" fmla="*/ 2126345 h 2237121"/>
              <a:gd name="connsiteX31" fmla="*/ 3112667 w 3757018"/>
              <a:gd name="connsiteY31" fmla="*/ 2115314 h 2237121"/>
              <a:gd name="connsiteX32" fmla="*/ 3133150 w 3757018"/>
              <a:gd name="connsiteY32" fmla="*/ 2098767 h 2237121"/>
              <a:gd name="connsiteX33" fmla="*/ 3133150 w 3757018"/>
              <a:gd name="connsiteY33" fmla="*/ 2098766 h 2237121"/>
              <a:gd name="connsiteX34" fmla="*/ 3151407 w 3757018"/>
              <a:gd name="connsiteY34" fmla="*/ 2078542 h 2237121"/>
              <a:gd name="connsiteX35" fmla="*/ 3162984 w 3757018"/>
              <a:gd name="connsiteY35" fmla="*/ 2055559 h 2237121"/>
              <a:gd name="connsiteX36" fmla="*/ 3375394 w 3757018"/>
              <a:gd name="connsiteY36" fmla="*/ 1971903 h 2237121"/>
              <a:gd name="connsiteX37" fmla="*/ 3397213 w 3757018"/>
              <a:gd name="connsiteY37" fmla="*/ 1985693 h 2237121"/>
              <a:gd name="connsiteX38" fmla="*/ 3400330 w 3757018"/>
              <a:gd name="connsiteY38" fmla="*/ 2000401 h 2237121"/>
              <a:gd name="connsiteX39" fmla="*/ 3403002 w 3757018"/>
              <a:gd name="connsiteY39" fmla="*/ 2011433 h 2237121"/>
              <a:gd name="connsiteX40" fmla="*/ 3407010 w 3757018"/>
              <a:gd name="connsiteY40" fmla="*/ 2031198 h 2237121"/>
              <a:gd name="connsiteX41" fmla="*/ 3409681 w 3757018"/>
              <a:gd name="connsiteY41" fmla="*/ 2047746 h 2237121"/>
              <a:gd name="connsiteX42" fmla="*/ 3402557 w 3757018"/>
              <a:gd name="connsiteY42" fmla="*/ 2074406 h 2237121"/>
              <a:gd name="connsiteX43" fmla="*/ 3391424 w 3757018"/>
              <a:gd name="connsiteY43" fmla="*/ 2044528 h 2237121"/>
              <a:gd name="connsiteX44" fmla="*/ 3380737 w 3757018"/>
              <a:gd name="connsiteY44" fmla="*/ 2059696 h 2237121"/>
              <a:gd name="connsiteX45" fmla="*/ 3390088 w 3757018"/>
              <a:gd name="connsiteY45" fmla="*/ 2081300 h 2237121"/>
              <a:gd name="connsiteX46" fmla="*/ 3383854 w 3757018"/>
              <a:gd name="connsiteY46" fmla="*/ 2095090 h 2237121"/>
              <a:gd name="connsiteX47" fmla="*/ 3353129 w 3757018"/>
              <a:gd name="connsiteY47" fmla="*/ 2078082 h 2237121"/>
              <a:gd name="connsiteX48" fmla="*/ 3344668 w 3757018"/>
              <a:gd name="connsiteY48" fmla="*/ 2056479 h 2237121"/>
              <a:gd name="connsiteX49" fmla="*/ 3351347 w 3757018"/>
              <a:gd name="connsiteY49" fmla="*/ 2042689 h 2237121"/>
              <a:gd name="connsiteX50" fmla="*/ 3334426 w 3757018"/>
              <a:gd name="connsiteY50" fmla="*/ 2028440 h 2237121"/>
              <a:gd name="connsiteX51" fmla="*/ 3327301 w 3757018"/>
              <a:gd name="connsiteY51" fmla="*/ 2040851 h 2237121"/>
              <a:gd name="connsiteX52" fmla="*/ 3315723 w 3757018"/>
              <a:gd name="connsiteY52" fmla="*/ 2039472 h 2237121"/>
              <a:gd name="connsiteX53" fmla="*/ 3297911 w 3757018"/>
              <a:gd name="connsiteY53" fmla="*/ 2056020 h 2237121"/>
              <a:gd name="connsiteX54" fmla="*/ 3293458 w 3757018"/>
              <a:gd name="connsiteY54" fmla="*/ 2047286 h 2237121"/>
              <a:gd name="connsiteX55" fmla="*/ 3301473 w 3757018"/>
              <a:gd name="connsiteY55" fmla="*/ 2022465 h 2237121"/>
              <a:gd name="connsiteX56" fmla="*/ 3316614 w 3757018"/>
              <a:gd name="connsiteY56" fmla="*/ 2014191 h 2237121"/>
              <a:gd name="connsiteX57" fmla="*/ 3329527 w 3757018"/>
              <a:gd name="connsiteY57" fmla="*/ 2003160 h 2237121"/>
              <a:gd name="connsiteX58" fmla="*/ 3339324 w 3757018"/>
              <a:gd name="connsiteY58" fmla="*/ 2016489 h 2237121"/>
              <a:gd name="connsiteX59" fmla="*/ 3358027 w 3757018"/>
              <a:gd name="connsiteY59" fmla="*/ 2008675 h 2237121"/>
              <a:gd name="connsiteX60" fmla="*/ 3361144 w 3757018"/>
              <a:gd name="connsiteY60" fmla="*/ 1995345 h 2237121"/>
              <a:gd name="connsiteX61" fmla="*/ 3378956 w 3757018"/>
              <a:gd name="connsiteY61" fmla="*/ 1994426 h 2237121"/>
              <a:gd name="connsiteX62" fmla="*/ 2237647 w 3757018"/>
              <a:gd name="connsiteY62" fmla="*/ 1970064 h 2237121"/>
              <a:gd name="connsiteX63" fmla="*/ 2255904 w 3757018"/>
              <a:gd name="connsiteY63" fmla="*/ 1986152 h 2237121"/>
              <a:gd name="connsiteX64" fmla="*/ 2268373 w 3757018"/>
              <a:gd name="connsiteY64" fmla="*/ 2006836 h 2237121"/>
              <a:gd name="connsiteX65" fmla="*/ 2282177 w 3757018"/>
              <a:gd name="connsiteY65" fmla="*/ 2037633 h 2237121"/>
              <a:gd name="connsiteX66" fmla="*/ 2279505 w 3757018"/>
              <a:gd name="connsiteY66" fmla="*/ 2068430 h 2237121"/>
              <a:gd name="connsiteX67" fmla="*/ 2269263 w 3757018"/>
              <a:gd name="connsiteY67" fmla="*/ 2076703 h 2237121"/>
              <a:gd name="connsiteX68" fmla="*/ 2247889 w 3757018"/>
              <a:gd name="connsiteY68" fmla="*/ 2083598 h 2237121"/>
              <a:gd name="connsiteX69" fmla="*/ 2234975 w 3757018"/>
              <a:gd name="connsiteY69" fmla="*/ 2060156 h 2237121"/>
              <a:gd name="connsiteX70" fmla="*/ 2228741 w 3757018"/>
              <a:gd name="connsiteY70" fmla="*/ 2017868 h 2237121"/>
              <a:gd name="connsiteX71" fmla="*/ 3337988 w 3757018"/>
              <a:gd name="connsiteY71" fmla="*/ 1928236 h 2237121"/>
              <a:gd name="connsiteX72" fmla="*/ 3337988 w 3757018"/>
              <a:gd name="connsiteY72" fmla="*/ 1956274 h 2237121"/>
              <a:gd name="connsiteX73" fmla="*/ 3329972 w 3757018"/>
              <a:gd name="connsiteY73" fmla="*/ 1965927 h 2237121"/>
              <a:gd name="connsiteX74" fmla="*/ 3323738 w 3757018"/>
              <a:gd name="connsiteY74" fmla="*/ 1984773 h 2237121"/>
              <a:gd name="connsiteX75" fmla="*/ 3316613 w 3757018"/>
              <a:gd name="connsiteY75" fmla="*/ 1993506 h 2237121"/>
              <a:gd name="connsiteX76" fmla="*/ 3299246 w 3757018"/>
              <a:gd name="connsiteY76" fmla="*/ 1973282 h 2237121"/>
              <a:gd name="connsiteX77" fmla="*/ 3303699 w 3757018"/>
              <a:gd name="connsiteY77" fmla="*/ 1965008 h 2237121"/>
              <a:gd name="connsiteX78" fmla="*/ 3309488 w 3757018"/>
              <a:gd name="connsiteY78" fmla="*/ 1956734 h 2237121"/>
              <a:gd name="connsiteX79" fmla="*/ 3310379 w 3757018"/>
              <a:gd name="connsiteY79" fmla="*/ 1938808 h 2237121"/>
              <a:gd name="connsiteX80" fmla="*/ 3324183 w 3757018"/>
              <a:gd name="connsiteY80" fmla="*/ 1936969 h 2237121"/>
              <a:gd name="connsiteX81" fmla="*/ 3321957 w 3757018"/>
              <a:gd name="connsiteY81" fmla="*/ 1956734 h 2237121"/>
              <a:gd name="connsiteX82" fmla="*/ 3222656 w 3757018"/>
              <a:gd name="connsiteY82" fmla="*/ 1924099 h 2237121"/>
              <a:gd name="connsiteX83" fmla="*/ 3229780 w 3757018"/>
              <a:gd name="connsiteY83" fmla="*/ 1948461 h 2237121"/>
              <a:gd name="connsiteX84" fmla="*/ 3214195 w 3757018"/>
              <a:gd name="connsiteY84" fmla="*/ 1964549 h 2237121"/>
              <a:gd name="connsiteX85" fmla="*/ 3203062 w 3757018"/>
              <a:gd name="connsiteY85" fmla="*/ 1984773 h 2237121"/>
              <a:gd name="connsiteX86" fmla="*/ 3171446 w 3757018"/>
              <a:gd name="connsiteY86" fmla="*/ 2012812 h 2237121"/>
              <a:gd name="connsiteX87" fmla="*/ 3182133 w 3757018"/>
              <a:gd name="connsiteY87" fmla="*/ 1992128 h 2237121"/>
              <a:gd name="connsiteX88" fmla="*/ 3199054 w 3757018"/>
              <a:gd name="connsiteY88" fmla="*/ 1973742 h 2237121"/>
              <a:gd name="connsiteX89" fmla="*/ 3212413 w 3757018"/>
              <a:gd name="connsiteY89" fmla="*/ 1953517 h 2237121"/>
              <a:gd name="connsiteX90" fmla="*/ 3280990 w 3757018"/>
              <a:gd name="connsiteY90" fmla="*/ 1908931 h 2237121"/>
              <a:gd name="connsiteX91" fmla="*/ 3297021 w 3757018"/>
              <a:gd name="connsiteY91" fmla="*/ 1918124 h 2237121"/>
              <a:gd name="connsiteX92" fmla="*/ 3312606 w 3757018"/>
              <a:gd name="connsiteY92" fmla="*/ 1918124 h 2237121"/>
              <a:gd name="connsiteX93" fmla="*/ 3313497 w 3757018"/>
              <a:gd name="connsiteY93" fmla="*/ 1930075 h 2237121"/>
              <a:gd name="connsiteX94" fmla="*/ 3303255 w 3757018"/>
              <a:gd name="connsiteY94" fmla="*/ 1942945 h 2237121"/>
              <a:gd name="connsiteX95" fmla="*/ 3288115 w 3757018"/>
              <a:gd name="connsiteY95" fmla="*/ 1951679 h 2237121"/>
              <a:gd name="connsiteX96" fmla="*/ 3285888 w 3757018"/>
              <a:gd name="connsiteY96" fmla="*/ 1937889 h 2237121"/>
              <a:gd name="connsiteX97" fmla="*/ 3286334 w 3757018"/>
              <a:gd name="connsiteY97" fmla="*/ 1922721 h 2237121"/>
              <a:gd name="connsiteX98" fmla="*/ 3338434 w 3757018"/>
              <a:gd name="connsiteY98" fmla="*/ 1889166 h 2237121"/>
              <a:gd name="connsiteX99" fmla="*/ 3362481 w 3757018"/>
              <a:gd name="connsiteY99" fmla="*/ 1889625 h 2237121"/>
              <a:gd name="connsiteX100" fmla="*/ 3370496 w 3757018"/>
              <a:gd name="connsiteY100" fmla="*/ 1900657 h 2237121"/>
              <a:gd name="connsiteX101" fmla="*/ 3381183 w 3757018"/>
              <a:gd name="connsiteY101" fmla="*/ 1933752 h 2237121"/>
              <a:gd name="connsiteX102" fmla="*/ 3361144 w 3757018"/>
              <a:gd name="connsiteY102" fmla="*/ 1925938 h 2237121"/>
              <a:gd name="connsiteX103" fmla="*/ 3362481 w 3757018"/>
              <a:gd name="connsiteY103" fmla="*/ 1936050 h 2237121"/>
              <a:gd name="connsiteX104" fmla="*/ 3370496 w 3757018"/>
              <a:gd name="connsiteY104" fmla="*/ 1953976 h 2237121"/>
              <a:gd name="connsiteX105" fmla="*/ 3358918 w 3757018"/>
              <a:gd name="connsiteY105" fmla="*/ 1960871 h 2237121"/>
              <a:gd name="connsiteX106" fmla="*/ 3356247 w 3757018"/>
              <a:gd name="connsiteY106" fmla="*/ 1939728 h 2237121"/>
              <a:gd name="connsiteX107" fmla="*/ 3348231 w 3757018"/>
              <a:gd name="connsiteY107" fmla="*/ 1938349 h 2237121"/>
              <a:gd name="connsiteX108" fmla="*/ 3342887 w 3757018"/>
              <a:gd name="connsiteY108" fmla="*/ 1920422 h 2237121"/>
              <a:gd name="connsiteX109" fmla="*/ 3357583 w 3757018"/>
              <a:gd name="connsiteY109" fmla="*/ 1922721 h 2237121"/>
              <a:gd name="connsiteX110" fmla="*/ 3356247 w 3757018"/>
              <a:gd name="connsiteY110" fmla="*/ 1911689 h 2237121"/>
              <a:gd name="connsiteX111" fmla="*/ 3236459 w 3757018"/>
              <a:gd name="connsiteY111" fmla="*/ 1862506 h 2237121"/>
              <a:gd name="connsiteX112" fmla="*/ 3257834 w 3757018"/>
              <a:gd name="connsiteY112" fmla="*/ 1863425 h 2237121"/>
              <a:gd name="connsiteX113" fmla="*/ 3268075 w 3757018"/>
              <a:gd name="connsiteY113" fmla="*/ 1873997 h 2237121"/>
              <a:gd name="connsiteX114" fmla="*/ 3264069 w 3757018"/>
              <a:gd name="connsiteY114" fmla="*/ 1899738 h 2237121"/>
              <a:gd name="connsiteX115" fmla="*/ 3252045 w 3757018"/>
              <a:gd name="connsiteY115" fmla="*/ 1885029 h 2237121"/>
              <a:gd name="connsiteX116" fmla="*/ 2886453 w 3757018"/>
              <a:gd name="connsiteY116" fmla="*/ 1829870 h 2237121"/>
              <a:gd name="connsiteX117" fmla="*/ 2886453 w 3757018"/>
              <a:gd name="connsiteY117" fmla="*/ 1829870 h 2237121"/>
              <a:gd name="connsiteX118" fmla="*/ 2910052 w 3757018"/>
              <a:gd name="connsiteY118" fmla="*/ 1840441 h 2237121"/>
              <a:gd name="connsiteX119" fmla="*/ 2910052 w 3757018"/>
              <a:gd name="connsiteY119" fmla="*/ 1840441 h 2237121"/>
              <a:gd name="connsiteX120" fmla="*/ 2763104 w 3757018"/>
              <a:gd name="connsiteY120" fmla="*/ 1725529 h 2237121"/>
              <a:gd name="connsiteX121" fmla="*/ 2763103 w 3757018"/>
              <a:gd name="connsiteY121" fmla="*/ 1725530 h 2237121"/>
              <a:gd name="connsiteX122" fmla="*/ 2771562 w 3757018"/>
              <a:gd name="connsiteY122" fmla="*/ 1730586 h 2237121"/>
              <a:gd name="connsiteX123" fmla="*/ 2785812 w 3757018"/>
              <a:gd name="connsiteY123" fmla="*/ 1729667 h 2237121"/>
              <a:gd name="connsiteX124" fmla="*/ 2785813 w 3757018"/>
              <a:gd name="connsiteY124" fmla="*/ 1729666 h 2237121"/>
              <a:gd name="connsiteX125" fmla="*/ 2771564 w 3757018"/>
              <a:gd name="connsiteY125" fmla="*/ 1730586 h 2237121"/>
              <a:gd name="connsiteX126" fmla="*/ 2789376 w 3757018"/>
              <a:gd name="connsiteY126" fmla="*/ 1719554 h 2237121"/>
              <a:gd name="connsiteX127" fmla="*/ 2789376 w 3757018"/>
              <a:gd name="connsiteY127" fmla="*/ 1719554 h 2237121"/>
              <a:gd name="connsiteX128" fmla="*/ 2808523 w 3757018"/>
              <a:gd name="connsiteY128" fmla="*/ 1721393 h 2237121"/>
              <a:gd name="connsiteX129" fmla="*/ 2830788 w 3757018"/>
              <a:gd name="connsiteY129" fmla="*/ 1745295 h 2237121"/>
              <a:gd name="connsiteX130" fmla="*/ 2836577 w 3757018"/>
              <a:gd name="connsiteY130" fmla="*/ 1774712 h 2237121"/>
              <a:gd name="connsiteX131" fmla="*/ 2860177 w 3757018"/>
              <a:gd name="connsiteY131" fmla="*/ 1800453 h 2237121"/>
              <a:gd name="connsiteX132" fmla="*/ 2861959 w 3757018"/>
              <a:gd name="connsiteY132" fmla="*/ 1825274 h 2237121"/>
              <a:gd name="connsiteX133" fmla="*/ 2855280 w 3757018"/>
              <a:gd name="connsiteY133" fmla="*/ 1838604 h 2237121"/>
              <a:gd name="connsiteX134" fmla="*/ 2855281 w 3757018"/>
              <a:gd name="connsiteY134" fmla="*/ 1838604 h 2237121"/>
              <a:gd name="connsiteX135" fmla="*/ 2877546 w 3757018"/>
              <a:gd name="connsiteY135" fmla="*/ 1850095 h 2237121"/>
              <a:gd name="connsiteX136" fmla="*/ 2877546 w 3757018"/>
              <a:gd name="connsiteY136" fmla="*/ 1850095 h 2237121"/>
              <a:gd name="connsiteX137" fmla="*/ 2855281 w 3757018"/>
              <a:gd name="connsiteY137" fmla="*/ 1838604 h 2237121"/>
              <a:gd name="connsiteX138" fmla="*/ 2861961 w 3757018"/>
              <a:gd name="connsiteY138" fmla="*/ 1825273 h 2237121"/>
              <a:gd name="connsiteX139" fmla="*/ 2860179 w 3757018"/>
              <a:gd name="connsiteY139" fmla="*/ 1800452 h 2237121"/>
              <a:gd name="connsiteX140" fmla="*/ 2836579 w 3757018"/>
              <a:gd name="connsiteY140" fmla="*/ 1774712 h 2237121"/>
              <a:gd name="connsiteX141" fmla="*/ 2830790 w 3757018"/>
              <a:gd name="connsiteY141" fmla="*/ 1745294 h 2237121"/>
              <a:gd name="connsiteX142" fmla="*/ 2808525 w 3757018"/>
              <a:gd name="connsiteY142" fmla="*/ 1721393 h 2237121"/>
              <a:gd name="connsiteX143" fmla="*/ 3223991 w 3757018"/>
              <a:gd name="connsiteY143" fmla="*/ 1713579 h 2237121"/>
              <a:gd name="connsiteX144" fmla="*/ 3239131 w 3757018"/>
              <a:gd name="connsiteY144" fmla="*/ 1713579 h 2237121"/>
              <a:gd name="connsiteX145" fmla="*/ 3256053 w 3757018"/>
              <a:gd name="connsiteY145" fmla="*/ 1722312 h 2237121"/>
              <a:gd name="connsiteX146" fmla="*/ 3262287 w 3757018"/>
              <a:gd name="connsiteY146" fmla="*/ 1714498 h 2237121"/>
              <a:gd name="connsiteX147" fmla="*/ 3265849 w 3757018"/>
              <a:gd name="connsiteY147" fmla="*/ 1721853 h 2237121"/>
              <a:gd name="connsiteX148" fmla="*/ 3264068 w 3757018"/>
              <a:gd name="connsiteY148" fmla="*/ 1734263 h 2237121"/>
              <a:gd name="connsiteX149" fmla="*/ 3275647 w 3757018"/>
              <a:gd name="connsiteY149" fmla="*/ 1755408 h 2237121"/>
              <a:gd name="connsiteX150" fmla="*/ 3272974 w 3757018"/>
              <a:gd name="connsiteY150" fmla="*/ 1779769 h 2237121"/>
              <a:gd name="connsiteX151" fmla="*/ 3260061 w 3757018"/>
              <a:gd name="connsiteY151" fmla="*/ 1789422 h 2237121"/>
              <a:gd name="connsiteX152" fmla="*/ 3259615 w 3757018"/>
              <a:gd name="connsiteY152" fmla="*/ 1813323 h 2237121"/>
              <a:gd name="connsiteX153" fmla="*/ 3268521 w 3757018"/>
              <a:gd name="connsiteY153" fmla="*/ 1836766 h 2237121"/>
              <a:gd name="connsiteX154" fmla="*/ 3281880 w 3757018"/>
              <a:gd name="connsiteY154" fmla="*/ 1839983 h 2237121"/>
              <a:gd name="connsiteX155" fmla="*/ 3292567 w 3757018"/>
              <a:gd name="connsiteY155" fmla="*/ 1836766 h 2237121"/>
              <a:gd name="connsiteX156" fmla="*/ 3325965 w 3757018"/>
              <a:gd name="connsiteY156" fmla="*/ 1852854 h 2237121"/>
              <a:gd name="connsiteX157" fmla="*/ 3325519 w 3757018"/>
              <a:gd name="connsiteY157" fmla="*/ 1868942 h 2237121"/>
              <a:gd name="connsiteX158" fmla="*/ 3334871 w 3757018"/>
              <a:gd name="connsiteY158" fmla="*/ 1876296 h 2237121"/>
              <a:gd name="connsiteX159" fmla="*/ 3333536 w 3757018"/>
              <a:gd name="connsiteY159" fmla="*/ 1889626 h 2237121"/>
              <a:gd name="connsiteX160" fmla="*/ 3312606 w 3757018"/>
              <a:gd name="connsiteY160" fmla="*/ 1875376 h 2237121"/>
              <a:gd name="connsiteX161" fmla="*/ 3301473 w 3757018"/>
              <a:gd name="connsiteY161" fmla="*/ 1859749 h 2237121"/>
              <a:gd name="connsiteX162" fmla="*/ 3296130 w 3757018"/>
              <a:gd name="connsiteY162" fmla="*/ 1870780 h 2237121"/>
              <a:gd name="connsiteX163" fmla="*/ 3278318 w 3757018"/>
              <a:gd name="connsiteY163" fmla="*/ 1852854 h 2237121"/>
              <a:gd name="connsiteX164" fmla="*/ 3256053 w 3757018"/>
              <a:gd name="connsiteY164" fmla="*/ 1857450 h 2237121"/>
              <a:gd name="connsiteX165" fmla="*/ 3242694 w 3757018"/>
              <a:gd name="connsiteY165" fmla="*/ 1851015 h 2237121"/>
              <a:gd name="connsiteX166" fmla="*/ 3242249 w 3757018"/>
              <a:gd name="connsiteY166" fmla="*/ 1838604 h 2237121"/>
              <a:gd name="connsiteX167" fmla="*/ 3249373 w 3757018"/>
              <a:gd name="connsiteY167" fmla="*/ 1831250 h 2237121"/>
              <a:gd name="connsiteX168" fmla="*/ 3240912 w 3757018"/>
              <a:gd name="connsiteY168" fmla="*/ 1824355 h 2237121"/>
              <a:gd name="connsiteX169" fmla="*/ 3239131 w 3757018"/>
              <a:gd name="connsiteY169" fmla="*/ 1834927 h 2237121"/>
              <a:gd name="connsiteX170" fmla="*/ 3224437 w 3757018"/>
              <a:gd name="connsiteY170" fmla="*/ 1817920 h 2237121"/>
              <a:gd name="connsiteX171" fmla="*/ 3218647 w 3757018"/>
              <a:gd name="connsiteY171" fmla="*/ 1805050 h 2237121"/>
              <a:gd name="connsiteX172" fmla="*/ 3213749 w 3757018"/>
              <a:gd name="connsiteY172" fmla="*/ 1777011 h 2237121"/>
              <a:gd name="connsiteX173" fmla="*/ 3225327 w 3757018"/>
              <a:gd name="connsiteY173" fmla="*/ 1786663 h 2237121"/>
              <a:gd name="connsiteX174" fmla="*/ 3220429 w 3757018"/>
              <a:gd name="connsiteY174" fmla="*/ 1740239 h 2237121"/>
              <a:gd name="connsiteX175" fmla="*/ 2955475 w 3757018"/>
              <a:gd name="connsiteY175" fmla="*/ 1666694 h 2237121"/>
              <a:gd name="connsiteX176" fmla="*/ 2970170 w 3757018"/>
              <a:gd name="connsiteY176" fmla="*/ 1667154 h 2237121"/>
              <a:gd name="connsiteX177" fmla="*/ 2977295 w 3757018"/>
              <a:gd name="connsiteY177" fmla="*/ 1678645 h 2237121"/>
              <a:gd name="connsiteX178" fmla="*/ 2968389 w 3757018"/>
              <a:gd name="connsiteY178" fmla="*/ 1691516 h 2237121"/>
              <a:gd name="connsiteX179" fmla="*/ 2965271 w 3757018"/>
              <a:gd name="connsiteY179" fmla="*/ 1708522 h 2237121"/>
              <a:gd name="connsiteX180" fmla="*/ 2946124 w 3757018"/>
              <a:gd name="connsiteY180" fmla="*/ 1722771 h 2237121"/>
              <a:gd name="connsiteX181" fmla="*/ 2924303 w 3757018"/>
              <a:gd name="connsiteY181" fmla="*/ 1713578 h 2237121"/>
              <a:gd name="connsiteX182" fmla="*/ 2919850 w 3757018"/>
              <a:gd name="connsiteY182" fmla="*/ 1688297 h 2237121"/>
              <a:gd name="connsiteX183" fmla="*/ 2929647 w 3757018"/>
              <a:gd name="connsiteY183" fmla="*/ 1674968 h 2237121"/>
              <a:gd name="connsiteX184" fmla="*/ 2703879 w 3757018"/>
              <a:gd name="connsiteY184" fmla="*/ 1657042 h 2237121"/>
              <a:gd name="connsiteX185" fmla="*/ 2703878 w 3757018"/>
              <a:gd name="connsiteY185" fmla="*/ 1657042 h 2237121"/>
              <a:gd name="connsiteX186" fmla="*/ 2715899 w 3757018"/>
              <a:gd name="connsiteY186" fmla="*/ 1666235 h 2237121"/>
              <a:gd name="connsiteX187" fmla="*/ 2719907 w 3757018"/>
              <a:gd name="connsiteY187" fmla="*/ 1684161 h 2237121"/>
              <a:gd name="connsiteX188" fmla="*/ 2736829 w 3757018"/>
              <a:gd name="connsiteY188" fmla="*/ 1685540 h 2237121"/>
              <a:gd name="connsiteX189" fmla="*/ 2735048 w 3757018"/>
              <a:gd name="connsiteY189" fmla="*/ 1716337 h 2237121"/>
              <a:gd name="connsiteX190" fmla="*/ 2739501 w 3757018"/>
              <a:gd name="connsiteY190" fmla="*/ 1742997 h 2237121"/>
              <a:gd name="connsiteX191" fmla="*/ 2739503 w 3757018"/>
              <a:gd name="connsiteY191" fmla="*/ 1742996 h 2237121"/>
              <a:gd name="connsiteX192" fmla="*/ 2735049 w 3757018"/>
              <a:gd name="connsiteY192" fmla="*/ 1716336 h 2237121"/>
              <a:gd name="connsiteX193" fmla="*/ 2736831 w 3757018"/>
              <a:gd name="connsiteY193" fmla="*/ 1685540 h 2237121"/>
              <a:gd name="connsiteX194" fmla="*/ 2719909 w 3757018"/>
              <a:gd name="connsiteY194" fmla="*/ 1684161 h 2237121"/>
              <a:gd name="connsiteX195" fmla="*/ 2715901 w 3757018"/>
              <a:gd name="connsiteY195" fmla="*/ 1666235 h 2237121"/>
              <a:gd name="connsiteX196" fmla="*/ 2723472 w 3757018"/>
              <a:gd name="connsiteY196" fmla="*/ 1614755 h 2237121"/>
              <a:gd name="connsiteX197" fmla="*/ 2723472 w 3757018"/>
              <a:gd name="connsiteY197" fmla="*/ 1614755 h 2237121"/>
              <a:gd name="connsiteX198" fmla="*/ 2725698 w 3757018"/>
              <a:gd name="connsiteY198" fmla="*/ 1627165 h 2237121"/>
              <a:gd name="connsiteX199" fmla="*/ 2716570 w 3757018"/>
              <a:gd name="connsiteY199" fmla="*/ 1636817 h 2237121"/>
              <a:gd name="connsiteX200" fmla="*/ 2725699 w 3757018"/>
              <a:gd name="connsiteY200" fmla="*/ 1627165 h 2237121"/>
              <a:gd name="connsiteX201" fmla="*/ 2733713 w 3757018"/>
              <a:gd name="connsiteY201" fmla="*/ 1600965 h 2237121"/>
              <a:gd name="connsiteX202" fmla="*/ 2742619 w 3757018"/>
              <a:gd name="connsiteY202" fmla="*/ 1634978 h 2237121"/>
              <a:gd name="connsiteX203" fmla="*/ 2733714 w 3757018"/>
              <a:gd name="connsiteY203" fmla="*/ 1600965 h 2237121"/>
              <a:gd name="connsiteX204" fmla="*/ 2856616 w 3757018"/>
              <a:gd name="connsiteY204" fmla="*/ 1587175 h 2237121"/>
              <a:gd name="connsiteX205" fmla="*/ 2855279 w 3757018"/>
              <a:gd name="connsiteY205" fmla="*/ 1604182 h 2237121"/>
              <a:gd name="connsiteX206" fmla="*/ 2864374 w 3757018"/>
              <a:gd name="connsiteY206" fmla="*/ 1612055 h 2237121"/>
              <a:gd name="connsiteX207" fmla="*/ 2855281 w 3757018"/>
              <a:gd name="connsiteY207" fmla="*/ 1604183 h 2237121"/>
              <a:gd name="connsiteX208" fmla="*/ 2856617 w 3757018"/>
              <a:gd name="connsiteY208" fmla="*/ 1587176 h 2237121"/>
              <a:gd name="connsiteX209" fmla="*/ 2412538 w 3757018"/>
              <a:gd name="connsiteY209" fmla="*/ 1578263 h 2237121"/>
              <a:gd name="connsiteX210" fmla="*/ 2415768 w 3757018"/>
              <a:gd name="connsiteY210" fmla="*/ 1584416 h 2237121"/>
              <a:gd name="connsiteX211" fmla="*/ 2420249 w 3757018"/>
              <a:gd name="connsiteY211" fmla="*/ 1599739 h 2237121"/>
              <a:gd name="connsiteX212" fmla="*/ 2415768 w 3757018"/>
              <a:gd name="connsiteY212" fmla="*/ 1584417 h 2237121"/>
              <a:gd name="connsiteX213" fmla="*/ 2819212 w 3757018"/>
              <a:gd name="connsiteY213" fmla="*/ 1570628 h 2237121"/>
              <a:gd name="connsiteX214" fmla="*/ 2819212 w 3757018"/>
              <a:gd name="connsiteY214" fmla="*/ 1570628 h 2237121"/>
              <a:gd name="connsiteX215" fmla="*/ 2830030 w 3757018"/>
              <a:gd name="connsiteY215" fmla="*/ 1579273 h 2237121"/>
              <a:gd name="connsiteX216" fmla="*/ 2486570 w 3757018"/>
              <a:gd name="connsiteY216" fmla="*/ 1562353 h 2237121"/>
              <a:gd name="connsiteX217" fmla="*/ 2485235 w 3757018"/>
              <a:gd name="connsiteY217" fmla="*/ 1581658 h 2237121"/>
              <a:gd name="connsiteX218" fmla="*/ 2471872 w 3757018"/>
              <a:gd name="connsiteY218" fmla="*/ 1568631 h 2237121"/>
              <a:gd name="connsiteX219" fmla="*/ 2485235 w 3757018"/>
              <a:gd name="connsiteY219" fmla="*/ 1581659 h 2237121"/>
              <a:gd name="connsiteX220" fmla="*/ 2486570 w 3757018"/>
              <a:gd name="connsiteY220" fmla="*/ 1562354 h 2237121"/>
              <a:gd name="connsiteX221" fmla="*/ 2493250 w 3757018"/>
              <a:gd name="connsiteY221" fmla="*/ 1562354 h 2237121"/>
              <a:gd name="connsiteX222" fmla="*/ 2493882 w 3757018"/>
              <a:gd name="connsiteY222" fmla="*/ 1563865 h 2237121"/>
              <a:gd name="connsiteX223" fmla="*/ 2493250 w 3757018"/>
              <a:gd name="connsiteY223" fmla="*/ 1562353 h 2237121"/>
              <a:gd name="connsiteX224" fmla="*/ 2405525 w 3757018"/>
              <a:gd name="connsiteY224" fmla="*/ 1544427 h 2237121"/>
              <a:gd name="connsiteX225" fmla="*/ 2404189 w 3757018"/>
              <a:gd name="connsiteY225" fmla="*/ 1562353 h 2237121"/>
              <a:gd name="connsiteX226" fmla="*/ 2404189 w 3757018"/>
              <a:gd name="connsiteY226" fmla="*/ 1562353 h 2237121"/>
              <a:gd name="connsiteX227" fmla="*/ 2405526 w 3757018"/>
              <a:gd name="connsiteY227" fmla="*/ 1544427 h 2237121"/>
              <a:gd name="connsiteX228" fmla="*/ 2547577 w 3757018"/>
              <a:gd name="connsiteY228" fmla="*/ 1531557 h 2237121"/>
              <a:gd name="connsiteX229" fmla="*/ 2540452 w 3757018"/>
              <a:gd name="connsiteY229" fmla="*/ 1555918 h 2237121"/>
              <a:gd name="connsiteX230" fmla="*/ 2519968 w 3757018"/>
              <a:gd name="connsiteY230" fmla="*/ 1549023 h 2237121"/>
              <a:gd name="connsiteX231" fmla="*/ 2523975 w 3757018"/>
              <a:gd name="connsiteY231" fmla="*/ 1579820 h 2237121"/>
              <a:gd name="connsiteX232" fmla="*/ 2519522 w 3757018"/>
              <a:gd name="connsiteY232" fmla="*/ 1589932 h 2237121"/>
              <a:gd name="connsiteX233" fmla="*/ 2523975 w 3757018"/>
              <a:gd name="connsiteY233" fmla="*/ 1602342 h 2237121"/>
              <a:gd name="connsiteX234" fmla="*/ 2512843 w 3757018"/>
              <a:gd name="connsiteY234" fmla="*/ 1609237 h 2237121"/>
              <a:gd name="connsiteX235" fmla="*/ 2512844 w 3757018"/>
              <a:gd name="connsiteY235" fmla="*/ 1609238 h 2237121"/>
              <a:gd name="connsiteX236" fmla="*/ 2515515 w 3757018"/>
              <a:gd name="connsiteY236" fmla="*/ 1630382 h 2237121"/>
              <a:gd name="connsiteX237" fmla="*/ 2512844 w 3757018"/>
              <a:gd name="connsiteY237" fmla="*/ 1609238 h 2237121"/>
              <a:gd name="connsiteX238" fmla="*/ 2523976 w 3757018"/>
              <a:gd name="connsiteY238" fmla="*/ 1602343 h 2237121"/>
              <a:gd name="connsiteX239" fmla="*/ 2519523 w 3757018"/>
              <a:gd name="connsiteY239" fmla="*/ 1589933 h 2237121"/>
              <a:gd name="connsiteX240" fmla="*/ 2523976 w 3757018"/>
              <a:gd name="connsiteY240" fmla="*/ 1579820 h 2237121"/>
              <a:gd name="connsiteX241" fmla="*/ 2519968 w 3757018"/>
              <a:gd name="connsiteY241" fmla="*/ 1549024 h 2237121"/>
              <a:gd name="connsiteX242" fmla="*/ 2540453 w 3757018"/>
              <a:gd name="connsiteY242" fmla="*/ 1555919 h 2237121"/>
              <a:gd name="connsiteX243" fmla="*/ 2547577 w 3757018"/>
              <a:gd name="connsiteY243" fmla="*/ 1531557 h 2237121"/>
              <a:gd name="connsiteX244" fmla="*/ 2406415 w 3757018"/>
              <a:gd name="connsiteY244" fmla="*/ 1515009 h 2237121"/>
              <a:gd name="connsiteX245" fmla="*/ 2393057 w 3757018"/>
              <a:gd name="connsiteY245" fmla="*/ 1526041 h 2237121"/>
              <a:gd name="connsiteX246" fmla="*/ 2389049 w 3757018"/>
              <a:gd name="connsiteY246" fmla="*/ 1536613 h 2237121"/>
              <a:gd name="connsiteX247" fmla="*/ 2389050 w 3757018"/>
              <a:gd name="connsiteY247" fmla="*/ 1536613 h 2237121"/>
              <a:gd name="connsiteX248" fmla="*/ 2393057 w 3757018"/>
              <a:gd name="connsiteY248" fmla="*/ 1526041 h 2237121"/>
              <a:gd name="connsiteX249" fmla="*/ 2406416 w 3757018"/>
              <a:gd name="connsiteY249" fmla="*/ 1515010 h 2237121"/>
              <a:gd name="connsiteX250" fmla="*/ 2430462 w 3757018"/>
              <a:gd name="connsiteY250" fmla="*/ 1514090 h 2237121"/>
              <a:gd name="connsiteX251" fmla="*/ 2430463 w 3757018"/>
              <a:gd name="connsiteY251" fmla="*/ 1514091 h 2237121"/>
              <a:gd name="connsiteX252" fmla="*/ 2454509 w 3757018"/>
              <a:gd name="connsiteY252" fmla="*/ 1518227 h 2237121"/>
              <a:gd name="connsiteX253" fmla="*/ 2477220 w 3757018"/>
              <a:gd name="connsiteY253" fmla="*/ 1517767 h 2237121"/>
              <a:gd name="connsiteX254" fmla="*/ 2492359 w 3757018"/>
              <a:gd name="connsiteY254" fmla="*/ 1522824 h 2237121"/>
              <a:gd name="connsiteX255" fmla="*/ 2492359 w 3757018"/>
              <a:gd name="connsiteY255" fmla="*/ 1522823 h 2237121"/>
              <a:gd name="connsiteX256" fmla="*/ 2477219 w 3757018"/>
              <a:gd name="connsiteY256" fmla="*/ 1517767 h 2237121"/>
              <a:gd name="connsiteX257" fmla="*/ 2454509 w 3757018"/>
              <a:gd name="connsiteY257" fmla="*/ 1518227 h 2237121"/>
              <a:gd name="connsiteX258" fmla="*/ 3205733 w 3757018"/>
              <a:gd name="connsiteY258" fmla="*/ 1513171 h 2237121"/>
              <a:gd name="connsiteX259" fmla="*/ 3219092 w 3757018"/>
              <a:gd name="connsiteY259" fmla="*/ 1521904 h 2237121"/>
              <a:gd name="connsiteX260" fmla="*/ 3218646 w 3757018"/>
              <a:gd name="connsiteY260" fmla="*/ 1539831 h 2237121"/>
              <a:gd name="connsiteX261" fmla="*/ 3213304 w 3757018"/>
              <a:gd name="connsiteY261" fmla="*/ 1587175 h 2237121"/>
              <a:gd name="connsiteX262" fmla="*/ 3207069 w 3757018"/>
              <a:gd name="connsiteY262" fmla="*/ 1611536 h 2237121"/>
              <a:gd name="connsiteX263" fmla="*/ 3189257 w 3757018"/>
              <a:gd name="connsiteY263" fmla="*/ 1586255 h 2237121"/>
              <a:gd name="connsiteX264" fmla="*/ 3182577 w 3757018"/>
              <a:gd name="connsiteY264" fmla="*/ 1564652 h 2237121"/>
              <a:gd name="connsiteX265" fmla="*/ 3191038 w 3757018"/>
              <a:gd name="connsiteY265" fmla="*/ 1535694 h 2237121"/>
              <a:gd name="connsiteX266" fmla="*/ 2641981 w 3757018"/>
              <a:gd name="connsiteY266" fmla="*/ 1494786 h 2237121"/>
              <a:gd name="connsiteX267" fmla="*/ 2623279 w 3757018"/>
              <a:gd name="connsiteY267" fmla="*/ 1519606 h 2237121"/>
              <a:gd name="connsiteX268" fmla="*/ 2623279 w 3757018"/>
              <a:gd name="connsiteY268" fmla="*/ 1519606 h 2237121"/>
              <a:gd name="connsiteX269" fmla="*/ 2391276 w 3757018"/>
              <a:gd name="connsiteY269" fmla="*/ 1479157 h 2237121"/>
              <a:gd name="connsiteX270" fmla="*/ 2385932 w 3757018"/>
              <a:gd name="connsiteY270" fmla="*/ 1499381 h 2237121"/>
              <a:gd name="connsiteX271" fmla="*/ 2385932 w 3757018"/>
              <a:gd name="connsiteY271" fmla="*/ 1499381 h 2237121"/>
              <a:gd name="connsiteX272" fmla="*/ 2391276 w 3757018"/>
              <a:gd name="connsiteY272" fmla="*/ 1479157 h 2237121"/>
              <a:gd name="connsiteX273" fmla="*/ 2413095 w 3757018"/>
              <a:gd name="connsiteY273" fmla="*/ 1492027 h 2237121"/>
              <a:gd name="connsiteX274" fmla="*/ 2425119 w 3757018"/>
              <a:gd name="connsiteY274" fmla="*/ 1493407 h 2237121"/>
              <a:gd name="connsiteX275" fmla="*/ 2427062 w 3757018"/>
              <a:gd name="connsiteY275" fmla="*/ 1500927 h 2237121"/>
              <a:gd name="connsiteX276" fmla="*/ 2425119 w 3757018"/>
              <a:gd name="connsiteY276" fmla="*/ 1493405 h 2237121"/>
              <a:gd name="connsiteX277" fmla="*/ 2413095 w 3757018"/>
              <a:gd name="connsiteY277" fmla="*/ 1492026 h 2237121"/>
              <a:gd name="connsiteX278" fmla="*/ 2551793 w 3757018"/>
              <a:gd name="connsiteY278" fmla="*/ 1478253 h 2237121"/>
              <a:gd name="connsiteX279" fmla="*/ 2555146 w 3757018"/>
              <a:gd name="connsiteY279" fmla="*/ 1492486 h 2237121"/>
              <a:gd name="connsiteX280" fmla="*/ 2546240 w 3757018"/>
              <a:gd name="connsiteY280" fmla="*/ 1517307 h 2237121"/>
              <a:gd name="connsiteX281" fmla="*/ 2547486 w 3757018"/>
              <a:gd name="connsiteY281" fmla="*/ 1530583 h 2237121"/>
              <a:gd name="connsiteX282" fmla="*/ 2546241 w 3757018"/>
              <a:gd name="connsiteY282" fmla="*/ 1517308 h 2237121"/>
              <a:gd name="connsiteX283" fmla="*/ 2555147 w 3757018"/>
              <a:gd name="connsiteY283" fmla="*/ 1492487 h 2237121"/>
              <a:gd name="connsiteX284" fmla="*/ 2592682 w 3757018"/>
              <a:gd name="connsiteY284" fmla="*/ 1446601 h 2237121"/>
              <a:gd name="connsiteX285" fmla="*/ 2597450 w 3757018"/>
              <a:gd name="connsiteY285" fmla="*/ 1460311 h 2237121"/>
              <a:gd name="connsiteX286" fmla="*/ 2578748 w 3757018"/>
              <a:gd name="connsiteY286" fmla="*/ 1455254 h 2237121"/>
              <a:gd name="connsiteX287" fmla="*/ 2551139 w 3757018"/>
              <a:gd name="connsiteY287" fmla="*/ 1475479 h 2237121"/>
              <a:gd name="connsiteX288" fmla="*/ 2551139 w 3757018"/>
              <a:gd name="connsiteY288" fmla="*/ 1475480 h 2237121"/>
              <a:gd name="connsiteX289" fmla="*/ 2578749 w 3757018"/>
              <a:gd name="connsiteY289" fmla="*/ 1455255 h 2237121"/>
              <a:gd name="connsiteX290" fmla="*/ 2597451 w 3757018"/>
              <a:gd name="connsiteY290" fmla="*/ 1460311 h 2237121"/>
              <a:gd name="connsiteX291" fmla="*/ 2460299 w 3757018"/>
              <a:gd name="connsiteY291" fmla="*/ 1440087 h 2237121"/>
              <a:gd name="connsiteX292" fmla="*/ 2471876 w 3757018"/>
              <a:gd name="connsiteY292" fmla="*/ 1449739 h 2237121"/>
              <a:gd name="connsiteX293" fmla="*/ 2474102 w 3757018"/>
              <a:gd name="connsiteY293" fmla="*/ 1467665 h 2237121"/>
              <a:gd name="connsiteX294" fmla="*/ 2471876 w 3757018"/>
              <a:gd name="connsiteY294" fmla="*/ 1449738 h 2237121"/>
              <a:gd name="connsiteX295" fmla="*/ 2372127 w 3757018"/>
              <a:gd name="connsiteY295" fmla="*/ 1437329 h 2237121"/>
              <a:gd name="connsiteX296" fmla="*/ 2373018 w 3757018"/>
              <a:gd name="connsiteY296" fmla="*/ 1449740 h 2237121"/>
              <a:gd name="connsiteX297" fmla="*/ 2379697 w 3757018"/>
              <a:gd name="connsiteY297" fmla="*/ 1468585 h 2237121"/>
              <a:gd name="connsiteX298" fmla="*/ 2379263 w 3757018"/>
              <a:gd name="connsiteY298" fmla="*/ 1479811 h 2237121"/>
              <a:gd name="connsiteX299" fmla="*/ 2379698 w 3757018"/>
              <a:gd name="connsiteY299" fmla="*/ 1468584 h 2237121"/>
              <a:gd name="connsiteX300" fmla="*/ 2373018 w 3757018"/>
              <a:gd name="connsiteY300" fmla="*/ 1449738 h 2237121"/>
              <a:gd name="connsiteX301" fmla="*/ 2372128 w 3757018"/>
              <a:gd name="connsiteY301" fmla="*/ 1437329 h 2237121"/>
              <a:gd name="connsiteX302" fmla="*/ 2598787 w 3757018"/>
              <a:gd name="connsiteY302" fmla="*/ 1436868 h 2237121"/>
              <a:gd name="connsiteX303" fmla="*/ 2591216 w 3757018"/>
              <a:gd name="connsiteY303" fmla="*/ 1442384 h 2237121"/>
              <a:gd name="connsiteX304" fmla="*/ 2591216 w 3757018"/>
              <a:gd name="connsiteY304" fmla="*/ 1442385 h 2237121"/>
              <a:gd name="connsiteX305" fmla="*/ 2598787 w 3757018"/>
              <a:gd name="connsiteY305" fmla="*/ 1436869 h 2237121"/>
              <a:gd name="connsiteX306" fmla="*/ 2385932 w 3757018"/>
              <a:gd name="connsiteY306" fmla="*/ 1430894 h 2237121"/>
              <a:gd name="connsiteX307" fmla="*/ 2392611 w 3757018"/>
              <a:gd name="connsiteY307" fmla="*/ 1454335 h 2237121"/>
              <a:gd name="connsiteX308" fmla="*/ 2394393 w 3757018"/>
              <a:gd name="connsiteY308" fmla="*/ 1459851 h 2237121"/>
              <a:gd name="connsiteX309" fmla="*/ 2416684 w 3757018"/>
              <a:gd name="connsiteY309" fmla="*/ 1470309 h 2237121"/>
              <a:gd name="connsiteX310" fmla="*/ 2394394 w 3757018"/>
              <a:gd name="connsiteY310" fmla="*/ 1459851 h 2237121"/>
              <a:gd name="connsiteX311" fmla="*/ 2392612 w 3757018"/>
              <a:gd name="connsiteY311" fmla="*/ 1454335 h 2237121"/>
              <a:gd name="connsiteX312" fmla="*/ 2394393 w 3757018"/>
              <a:gd name="connsiteY312" fmla="*/ 1450942 h 2237121"/>
              <a:gd name="connsiteX313" fmla="*/ 2392612 w 3757018"/>
              <a:gd name="connsiteY313" fmla="*/ 1454336 h 2237121"/>
              <a:gd name="connsiteX314" fmla="*/ 2301573 w 3757018"/>
              <a:gd name="connsiteY314" fmla="*/ 1420094 h 2237121"/>
              <a:gd name="connsiteX315" fmla="*/ 2314238 w 3757018"/>
              <a:gd name="connsiteY315" fmla="*/ 1427676 h 2237121"/>
              <a:gd name="connsiteX316" fmla="*/ 2314238 w 3757018"/>
              <a:gd name="connsiteY316" fmla="*/ 1427676 h 2237121"/>
              <a:gd name="connsiteX317" fmla="*/ 2572514 w 3757018"/>
              <a:gd name="connsiteY317" fmla="*/ 1408830 h 2237121"/>
              <a:gd name="connsiteX318" fmla="*/ 2567170 w 3757018"/>
              <a:gd name="connsiteY318" fmla="*/ 1421240 h 2237121"/>
              <a:gd name="connsiteX319" fmla="*/ 2567171 w 3757018"/>
              <a:gd name="connsiteY319" fmla="*/ 1421240 h 2237121"/>
              <a:gd name="connsiteX320" fmla="*/ 2572514 w 3757018"/>
              <a:gd name="connsiteY320" fmla="*/ 1408831 h 2237121"/>
              <a:gd name="connsiteX321" fmla="*/ 2251949 w 3757018"/>
              <a:gd name="connsiteY321" fmla="*/ 1392089 h 2237121"/>
              <a:gd name="connsiteX322" fmla="*/ 2260802 w 3757018"/>
              <a:gd name="connsiteY322" fmla="*/ 1394582 h 2237121"/>
              <a:gd name="connsiteX323" fmla="*/ 2271934 w 3757018"/>
              <a:gd name="connsiteY323" fmla="*/ 1408830 h 2237121"/>
              <a:gd name="connsiteX324" fmla="*/ 2271935 w 3757018"/>
              <a:gd name="connsiteY324" fmla="*/ 1408830 h 2237121"/>
              <a:gd name="connsiteX325" fmla="*/ 2260803 w 3757018"/>
              <a:gd name="connsiteY325" fmla="*/ 1394581 h 2237121"/>
              <a:gd name="connsiteX326" fmla="*/ 2228483 w 3757018"/>
              <a:gd name="connsiteY326" fmla="*/ 1378506 h 2237121"/>
              <a:gd name="connsiteX327" fmla="*/ 2246106 w 3757018"/>
              <a:gd name="connsiteY327" fmla="*/ 1390444 h 2237121"/>
              <a:gd name="connsiteX328" fmla="*/ 2246107 w 3757018"/>
              <a:gd name="connsiteY328" fmla="*/ 1390444 h 2237121"/>
              <a:gd name="connsiteX329" fmla="*/ 2187772 w 3757018"/>
              <a:gd name="connsiteY329" fmla="*/ 1368841 h 2237121"/>
              <a:gd name="connsiteX330" fmla="*/ 2175304 w 3757018"/>
              <a:gd name="connsiteY330" fmla="*/ 1382630 h 2237121"/>
              <a:gd name="connsiteX331" fmla="*/ 2175015 w 3757018"/>
              <a:gd name="connsiteY331" fmla="*/ 1384619 h 2237121"/>
              <a:gd name="connsiteX332" fmla="*/ 2175304 w 3757018"/>
              <a:gd name="connsiteY332" fmla="*/ 1382630 h 2237121"/>
              <a:gd name="connsiteX333" fmla="*/ 2187772 w 3757018"/>
              <a:gd name="connsiteY333" fmla="*/ 1368841 h 2237121"/>
              <a:gd name="connsiteX334" fmla="*/ 2124466 w 3757018"/>
              <a:gd name="connsiteY334" fmla="*/ 1293269 h 2237121"/>
              <a:gd name="connsiteX335" fmla="*/ 2125876 w 3757018"/>
              <a:gd name="connsiteY335" fmla="*/ 1301271 h 2237121"/>
              <a:gd name="connsiteX336" fmla="*/ 2107618 w 3757018"/>
              <a:gd name="connsiteY336" fmla="*/ 1297135 h 2237121"/>
              <a:gd name="connsiteX337" fmla="*/ 2107619 w 3757018"/>
              <a:gd name="connsiteY337" fmla="*/ 1297136 h 2237121"/>
              <a:gd name="connsiteX338" fmla="*/ 2125876 w 3757018"/>
              <a:gd name="connsiteY338" fmla="*/ 1301273 h 2237121"/>
              <a:gd name="connsiteX339" fmla="*/ 2106283 w 3757018"/>
              <a:gd name="connsiteY339" fmla="*/ 1247033 h 2237121"/>
              <a:gd name="connsiteX340" fmla="*/ 2108793 w 3757018"/>
              <a:gd name="connsiteY340" fmla="*/ 1263875 h 2237121"/>
              <a:gd name="connsiteX341" fmla="*/ 2106283 w 3757018"/>
              <a:gd name="connsiteY341" fmla="*/ 1247034 h 2237121"/>
              <a:gd name="connsiteX342" fmla="*/ 3418143 w 3757018"/>
              <a:gd name="connsiteY342" fmla="*/ 1245654 h 2237121"/>
              <a:gd name="connsiteX343" fmla="*/ 3438627 w 3757018"/>
              <a:gd name="connsiteY343" fmla="*/ 1252089 h 2237121"/>
              <a:gd name="connsiteX344" fmla="*/ 3445752 w 3757018"/>
              <a:gd name="connsiteY344" fmla="*/ 1262201 h 2237121"/>
              <a:gd name="connsiteX345" fmla="*/ 3439963 w 3757018"/>
              <a:gd name="connsiteY345" fmla="*/ 1280128 h 2237121"/>
              <a:gd name="connsiteX346" fmla="*/ 3426158 w 3757018"/>
              <a:gd name="connsiteY346" fmla="*/ 1270475 h 2237121"/>
              <a:gd name="connsiteX347" fmla="*/ 3416807 w 3757018"/>
              <a:gd name="connsiteY347" fmla="*/ 1277370 h 2237121"/>
              <a:gd name="connsiteX348" fmla="*/ 3417252 w 3757018"/>
              <a:gd name="connsiteY348" fmla="*/ 1294377 h 2237121"/>
              <a:gd name="connsiteX349" fmla="*/ 3398104 w 3757018"/>
              <a:gd name="connsiteY349" fmla="*/ 1286104 h 2237121"/>
              <a:gd name="connsiteX350" fmla="*/ 3392760 w 3757018"/>
              <a:gd name="connsiteY350" fmla="*/ 1272314 h 2237121"/>
              <a:gd name="connsiteX351" fmla="*/ 3398549 w 3757018"/>
              <a:gd name="connsiteY351" fmla="*/ 1254387 h 2237121"/>
              <a:gd name="connsiteX352" fmla="*/ 3413690 w 3757018"/>
              <a:gd name="connsiteY352" fmla="*/ 1258065 h 2237121"/>
              <a:gd name="connsiteX353" fmla="*/ 3229780 w 3757018"/>
              <a:gd name="connsiteY353" fmla="*/ 1120629 h 2237121"/>
              <a:gd name="connsiteX354" fmla="*/ 3266741 w 3757018"/>
              <a:gd name="connsiteY354" fmla="*/ 1155103 h 2237121"/>
              <a:gd name="connsiteX355" fmla="*/ 3281435 w 3757018"/>
              <a:gd name="connsiteY355" fmla="*/ 1174408 h 2237121"/>
              <a:gd name="connsiteX356" fmla="*/ 3296576 w 3757018"/>
              <a:gd name="connsiteY356" fmla="*/ 1208423 h 2237121"/>
              <a:gd name="connsiteX357" fmla="*/ 3294349 w 3757018"/>
              <a:gd name="connsiteY357" fmla="*/ 1224511 h 2237121"/>
              <a:gd name="connsiteX358" fmla="*/ 3275202 w 3757018"/>
              <a:gd name="connsiteY358" fmla="*/ 1230026 h 2237121"/>
              <a:gd name="connsiteX359" fmla="*/ 3261397 w 3757018"/>
              <a:gd name="connsiteY359" fmla="*/ 1242437 h 2237121"/>
              <a:gd name="connsiteX360" fmla="*/ 3240913 w 3757018"/>
              <a:gd name="connsiteY360" fmla="*/ 1244735 h 2237121"/>
              <a:gd name="connsiteX361" fmla="*/ 3231561 w 3757018"/>
              <a:gd name="connsiteY361" fmla="*/ 1228647 h 2237121"/>
              <a:gd name="connsiteX362" fmla="*/ 3226664 w 3757018"/>
              <a:gd name="connsiteY362" fmla="*/ 1206584 h 2237121"/>
              <a:gd name="connsiteX363" fmla="*/ 3203062 w 3757018"/>
              <a:gd name="connsiteY363" fmla="*/ 1176247 h 2237121"/>
              <a:gd name="connsiteX364" fmla="*/ 3218202 w 3757018"/>
              <a:gd name="connsiteY364" fmla="*/ 1171191 h 2237121"/>
              <a:gd name="connsiteX365" fmla="*/ 3191039 w 3757018"/>
              <a:gd name="connsiteY365" fmla="*/ 1145910 h 2237121"/>
              <a:gd name="connsiteX366" fmla="*/ 3191039 w 3757018"/>
              <a:gd name="connsiteY366" fmla="*/ 1143152 h 2237121"/>
              <a:gd name="connsiteX367" fmla="*/ 3202172 w 3757018"/>
              <a:gd name="connsiteY367" fmla="*/ 1144072 h 2237121"/>
              <a:gd name="connsiteX368" fmla="*/ 3204843 w 3757018"/>
              <a:gd name="connsiteY368" fmla="*/ 1131201 h 2237121"/>
              <a:gd name="connsiteX369" fmla="*/ 3220874 w 3757018"/>
              <a:gd name="connsiteY369" fmla="*/ 1129362 h 2237121"/>
              <a:gd name="connsiteX370" fmla="*/ 3229780 w 3757018"/>
              <a:gd name="connsiteY370" fmla="*/ 1127524 h 2237121"/>
              <a:gd name="connsiteX371" fmla="*/ 1705510 w 3757018"/>
              <a:gd name="connsiteY371" fmla="*/ 1098566 h 2237121"/>
              <a:gd name="connsiteX372" fmla="*/ 1724212 w 3757018"/>
              <a:gd name="connsiteY372" fmla="*/ 1112356 h 2237121"/>
              <a:gd name="connsiteX373" fmla="*/ 1752266 w 3757018"/>
              <a:gd name="connsiteY373" fmla="*/ 1126605 h 2237121"/>
              <a:gd name="connsiteX374" fmla="*/ 1724213 w 3757018"/>
              <a:gd name="connsiteY374" fmla="*/ 1112355 h 2237121"/>
              <a:gd name="connsiteX375" fmla="*/ 1801695 w 3757018"/>
              <a:gd name="connsiteY375" fmla="*/ 1092131 h 2237121"/>
              <a:gd name="connsiteX376" fmla="*/ 1801695 w 3757018"/>
              <a:gd name="connsiteY376" fmla="*/ 1092132 h 2237121"/>
              <a:gd name="connsiteX377" fmla="*/ 1821288 w 3757018"/>
              <a:gd name="connsiteY377" fmla="*/ 1093511 h 2237121"/>
              <a:gd name="connsiteX378" fmla="*/ 1821289 w 3757018"/>
              <a:gd name="connsiteY378" fmla="*/ 1093510 h 2237121"/>
              <a:gd name="connsiteX379" fmla="*/ 1946865 w 3757018"/>
              <a:gd name="connsiteY379" fmla="*/ 1089833 h 2237121"/>
              <a:gd name="connsiteX380" fmla="*/ 1943754 w 3757018"/>
              <a:gd name="connsiteY380" fmla="*/ 1093920 h 2237121"/>
              <a:gd name="connsiteX381" fmla="*/ 1946865 w 3757018"/>
              <a:gd name="connsiteY381" fmla="*/ 1089833 h 2237121"/>
              <a:gd name="connsiteX382" fmla="*/ 1840436 w 3757018"/>
              <a:gd name="connsiteY382" fmla="*/ 1076963 h 2237121"/>
              <a:gd name="connsiteX383" fmla="*/ 1843108 w 3757018"/>
              <a:gd name="connsiteY383" fmla="*/ 1093511 h 2237121"/>
              <a:gd name="connsiteX384" fmla="*/ 1867599 w 3757018"/>
              <a:gd name="connsiteY384" fmla="*/ 1091212 h 2237121"/>
              <a:gd name="connsiteX385" fmla="*/ 1899216 w 3757018"/>
              <a:gd name="connsiteY385" fmla="*/ 1100865 h 2237121"/>
              <a:gd name="connsiteX386" fmla="*/ 1941965 w 3757018"/>
              <a:gd name="connsiteY386" fmla="*/ 1096268 h 2237121"/>
              <a:gd name="connsiteX387" fmla="*/ 1955769 w 3757018"/>
              <a:gd name="connsiteY387" fmla="*/ 1123847 h 2237121"/>
              <a:gd name="connsiteX388" fmla="*/ 1955770 w 3757018"/>
              <a:gd name="connsiteY388" fmla="*/ 1123847 h 2237121"/>
              <a:gd name="connsiteX389" fmla="*/ 1941966 w 3757018"/>
              <a:gd name="connsiteY389" fmla="*/ 1096268 h 2237121"/>
              <a:gd name="connsiteX390" fmla="*/ 1941967 w 3757018"/>
              <a:gd name="connsiteY390" fmla="*/ 1096267 h 2237121"/>
              <a:gd name="connsiteX391" fmla="*/ 1899218 w 3757018"/>
              <a:gd name="connsiteY391" fmla="*/ 1100864 h 2237121"/>
              <a:gd name="connsiteX392" fmla="*/ 1867600 w 3757018"/>
              <a:gd name="connsiteY392" fmla="*/ 1091211 h 2237121"/>
              <a:gd name="connsiteX393" fmla="*/ 1843109 w 3757018"/>
              <a:gd name="connsiteY393" fmla="*/ 1093509 h 2237121"/>
              <a:gd name="connsiteX394" fmla="*/ 1840438 w 3757018"/>
              <a:gd name="connsiteY394" fmla="*/ 1076963 h 2237121"/>
              <a:gd name="connsiteX395" fmla="*/ 1858248 w 3757018"/>
              <a:gd name="connsiteY395" fmla="*/ 1065471 h 2237121"/>
              <a:gd name="connsiteX396" fmla="*/ 1858248 w 3757018"/>
              <a:gd name="connsiteY396" fmla="*/ 1065472 h 2237121"/>
              <a:gd name="connsiteX397" fmla="*/ 1864037 w 3757018"/>
              <a:gd name="connsiteY397" fmla="*/ 1073286 h 2237121"/>
              <a:gd name="connsiteX398" fmla="*/ 1873389 w 3757018"/>
              <a:gd name="connsiteY398" fmla="*/ 1072826 h 2237121"/>
              <a:gd name="connsiteX399" fmla="*/ 1867155 w 3757018"/>
              <a:gd name="connsiteY399" fmla="*/ 1081558 h 2237121"/>
              <a:gd name="connsiteX400" fmla="*/ 1873390 w 3757018"/>
              <a:gd name="connsiteY400" fmla="*/ 1072825 h 2237121"/>
              <a:gd name="connsiteX401" fmla="*/ 1873389 w 3757018"/>
              <a:gd name="connsiteY401" fmla="*/ 1072825 h 2237121"/>
              <a:gd name="connsiteX402" fmla="*/ 1864037 w 3757018"/>
              <a:gd name="connsiteY402" fmla="*/ 1073285 h 2237121"/>
              <a:gd name="connsiteX403" fmla="*/ 1974028 w 3757018"/>
              <a:gd name="connsiteY403" fmla="*/ 1063172 h 2237121"/>
              <a:gd name="connsiteX404" fmla="*/ 1959779 w 3757018"/>
              <a:gd name="connsiteY404" fmla="*/ 1069148 h 2237121"/>
              <a:gd name="connsiteX405" fmla="*/ 1941522 w 3757018"/>
              <a:gd name="connsiteY405" fmla="*/ 1082937 h 2237121"/>
              <a:gd name="connsiteX406" fmla="*/ 1941523 w 3757018"/>
              <a:gd name="connsiteY406" fmla="*/ 1082938 h 2237121"/>
              <a:gd name="connsiteX407" fmla="*/ 1959778 w 3757018"/>
              <a:gd name="connsiteY407" fmla="*/ 1069149 h 2237121"/>
              <a:gd name="connsiteX408" fmla="*/ 1974028 w 3757018"/>
              <a:gd name="connsiteY408" fmla="*/ 1063173 h 2237121"/>
              <a:gd name="connsiteX409" fmla="*/ 1999855 w 3757018"/>
              <a:gd name="connsiteY409" fmla="*/ 1067310 h 2237121"/>
              <a:gd name="connsiteX410" fmla="*/ 1999855 w 3757018"/>
              <a:gd name="connsiteY410" fmla="*/ 1067309 h 2237121"/>
              <a:gd name="connsiteX411" fmla="*/ 1802594 w 3757018"/>
              <a:gd name="connsiteY411" fmla="*/ 1056229 h 2237121"/>
              <a:gd name="connsiteX412" fmla="*/ 1805703 w 3757018"/>
              <a:gd name="connsiteY412" fmla="*/ 1060415 h 2237121"/>
              <a:gd name="connsiteX413" fmla="*/ 1805704 w 3757018"/>
              <a:gd name="connsiteY413" fmla="*/ 1060415 h 2237121"/>
              <a:gd name="connsiteX414" fmla="*/ 1859139 w 3757018"/>
              <a:gd name="connsiteY414" fmla="*/ 1051682 h 2237121"/>
              <a:gd name="connsiteX415" fmla="*/ 1858302 w 3757018"/>
              <a:gd name="connsiteY415" fmla="*/ 1064634 h 2237121"/>
              <a:gd name="connsiteX416" fmla="*/ 1859140 w 3757018"/>
              <a:gd name="connsiteY416" fmla="*/ 1051682 h 2237121"/>
              <a:gd name="connsiteX417" fmla="*/ 2031027 w 3757018"/>
              <a:gd name="connsiteY417" fmla="*/ 1045246 h 2237121"/>
              <a:gd name="connsiteX418" fmla="*/ 2002528 w 3757018"/>
              <a:gd name="connsiteY418" fmla="*/ 1048463 h 2237121"/>
              <a:gd name="connsiteX419" fmla="*/ 2002528 w 3757018"/>
              <a:gd name="connsiteY419" fmla="*/ 1048465 h 2237121"/>
              <a:gd name="connsiteX420" fmla="*/ 2031027 w 3757018"/>
              <a:gd name="connsiteY420" fmla="*/ 1045247 h 2237121"/>
              <a:gd name="connsiteX421" fmla="*/ 1649607 w 3757018"/>
              <a:gd name="connsiteY421" fmla="*/ 1044974 h 2237121"/>
              <a:gd name="connsiteX422" fmla="*/ 1654745 w 3757018"/>
              <a:gd name="connsiteY422" fmla="*/ 1048005 h 2237121"/>
              <a:gd name="connsiteX423" fmla="*/ 1673892 w 3757018"/>
              <a:gd name="connsiteY423" fmla="*/ 1078341 h 2237121"/>
              <a:gd name="connsiteX424" fmla="*/ 1673893 w 3757018"/>
              <a:gd name="connsiteY424" fmla="*/ 1078341 h 2237121"/>
              <a:gd name="connsiteX425" fmla="*/ 1654745 w 3757018"/>
              <a:gd name="connsiteY425" fmla="*/ 1048004 h 2237121"/>
              <a:gd name="connsiteX426" fmla="*/ 435954 w 3757018"/>
              <a:gd name="connsiteY426" fmla="*/ 1044327 h 2237121"/>
              <a:gd name="connsiteX427" fmla="*/ 450649 w 3757018"/>
              <a:gd name="connsiteY427" fmla="*/ 1065012 h 2237121"/>
              <a:gd name="connsiteX428" fmla="*/ 448867 w 3757018"/>
              <a:gd name="connsiteY428" fmla="*/ 1104082 h 2237121"/>
              <a:gd name="connsiteX429" fmla="*/ 438181 w 3757018"/>
              <a:gd name="connsiteY429" fmla="*/ 1102244 h 2237121"/>
              <a:gd name="connsiteX430" fmla="*/ 428829 w 3757018"/>
              <a:gd name="connsiteY430" fmla="*/ 1111896 h 2237121"/>
              <a:gd name="connsiteX431" fmla="*/ 419923 w 3757018"/>
              <a:gd name="connsiteY431" fmla="*/ 1104082 h 2237121"/>
              <a:gd name="connsiteX432" fmla="*/ 417697 w 3757018"/>
              <a:gd name="connsiteY432" fmla="*/ 1068689 h 2237121"/>
              <a:gd name="connsiteX433" fmla="*/ 411908 w 3757018"/>
              <a:gd name="connsiteY433" fmla="*/ 1052141 h 2237121"/>
              <a:gd name="connsiteX434" fmla="*/ 424822 w 3757018"/>
              <a:gd name="connsiteY434" fmla="*/ 1053520 h 2237121"/>
              <a:gd name="connsiteX435" fmla="*/ 3488946 w 3757018"/>
              <a:gd name="connsiteY435" fmla="*/ 1039270 h 2237121"/>
              <a:gd name="connsiteX436" fmla="*/ 3525461 w 3757018"/>
              <a:gd name="connsiteY436" fmla="*/ 1080179 h 2237121"/>
              <a:gd name="connsiteX437" fmla="*/ 3537929 w 3757018"/>
              <a:gd name="connsiteY437" fmla="*/ 1103621 h 2237121"/>
              <a:gd name="connsiteX438" fmla="*/ 3532140 w 3757018"/>
              <a:gd name="connsiteY438" fmla="*/ 1133499 h 2237121"/>
              <a:gd name="connsiteX439" fmla="*/ 3548171 w 3757018"/>
              <a:gd name="connsiteY439" fmla="*/ 1163836 h 2237121"/>
              <a:gd name="connsiteX440" fmla="*/ 3550843 w 3757018"/>
              <a:gd name="connsiteY440" fmla="*/ 1187278 h 2237121"/>
              <a:gd name="connsiteX441" fmla="*/ 3561975 w 3757018"/>
              <a:gd name="connsiteY441" fmla="*/ 1201986 h 2237121"/>
              <a:gd name="connsiteX442" fmla="*/ 3559304 w 3757018"/>
              <a:gd name="connsiteY442" fmla="*/ 1222671 h 2237121"/>
              <a:gd name="connsiteX443" fmla="*/ 3535257 w 3757018"/>
              <a:gd name="connsiteY443" fmla="*/ 1236460 h 2237121"/>
              <a:gd name="connsiteX444" fmla="*/ 3494289 w 3757018"/>
              <a:gd name="connsiteY444" fmla="*/ 1238299 h 2237121"/>
              <a:gd name="connsiteX445" fmla="*/ 3474696 w 3757018"/>
              <a:gd name="connsiteY445" fmla="*/ 1272313 h 2237121"/>
              <a:gd name="connsiteX446" fmla="*/ 3453767 w 3757018"/>
              <a:gd name="connsiteY446" fmla="*/ 1260822 h 2237121"/>
              <a:gd name="connsiteX447" fmla="*/ 3443080 w 3757018"/>
              <a:gd name="connsiteY447" fmla="*/ 1238758 h 2237121"/>
              <a:gd name="connsiteX448" fmla="*/ 3404784 w 3757018"/>
              <a:gd name="connsiteY448" fmla="*/ 1245194 h 2237121"/>
              <a:gd name="connsiteX449" fmla="*/ 3382073 w 3757018"/>
              <a:gd name="connsiteY449" fmla="*/ 1258983 h 2237121"/>
              <a:gd name="connsiteX450" fmla="*/ 3354465 w 3757018"/>
              <a:gd name="connsiteY450" fmla="*/ 1259903 h 2237121"/>
              <a:gd name="connsiteX451" fmla="*/ 3387417 w 3757018"/>
              <a:gd name="connsiteY451" fmla="*/ 1281506 h 2237121"/>
              <a:gd name="connsiteX452" fmla="*/ 3390979 w 3757018"/>
              <a:gd name="connsiteY452" fmla="*/ 1331608 h 2237121"/>
              <a:gd name="connsiteX453" fmla="*/ 3379847 w 3757018"/>
              <a:gd name="connsiteY453" fmla="*/ 1344019 h 2237121"/>
              <a:gd name="connsiteX454" fmla="*/ 3363816 w 3757018"/>
              <a:gd name="connsiteY454" fmla="*/ 1332528 h 2237121"/>
              <a:gd name="connsiteX455" fmla="*/ 3359808 w 3757018"/>
              <a:gd name="connsiteY455" fmla="*/ 1305868 h 2237121"/>
              <a:gd name="connsiteX456" fmla="*/ 3341550 w 3757018"/>
              <a:gd name="connsiteY456" fmla="*/ 1297594 h 2237121"/>
              <a:gd name="connsiteX457" fmla="*/ 3323738 w 3757018"/>
              <a:gd name="connsiteY457" fmla="*/ 1277369 h 2237121"/>
              <a:gd name="connsiteX458" fmla="*/ 3342886 w 3757018"/>
              <a:gd name="connsiteY458" fmla="*/ 1268176 h 2237121"/>
              <a:gd name="connsiteX459" fmla="*/ 3347785 w 3757018"/>
              <a:gd name="connsiteY459" fmla="*/ 1249330 h 2237121"/>
              <a:gd name="connsiteX460" fmla="*/ 3365152 w 3757018"/>
              <a:gd name="connsiteY460" fmla="*/ 1234162 h 2237121"/>
              <a:gd name="connsiteX461" fmla="*/ 3374058 w 3757018"/>
              <a:gd name="connsiteY461" fmla="*/ 1213938 h 2237121"/>
              <a:gd name="connsiteX462" fmla="*/ 3417252 w 3757018"/>
              <a:gd name="connsiteY462" fmla="*/ 1205204 h 2237121"/>
              <a:gd name="connsiteX463" fmla="*/ 3445306 w 3757018"/>
              <a:gd name="connsiteY463" fmla="*/ 1211179 h 2237121"/>
              <a:gd name="connsiteX464" fmla="*/ 3445306 w 3757018"/>
              <a:gd name="connsiteY464" fmla="*/ 1158779 h 2237121"/>
              <a:gd name="connsiteX465" fmla="*/ 3468017 w 3757018"/>
              <a:gd name="connsiteY465" fmla="*/ 1173029 h 2237121"/>
              <a:gd name="connsiteX466" fmla="*/ 3488055 w 3757018"/>
              <a:gd name="connsiteY466" fmla="*/ 1143611 h 2237121"/>
              <a:gd name="connsiteX467" fmla="*/ 3495625 w 3757018"/>
              <a:gd name="connsiteY467" fmla="*/ 1132119 h 2237121"/>
              <a:gd name="connsiteX468" fmla="*/ 3491172 w 3757018"/>
              <a:gd name="connsiteY468" fmla="*/ 1096267 h 2237121"/>
              <a:gd name="connsiteX469" fmla="*/ 3468462 w 3757018"/>
              <a:gd name="connsiteY469" fmla="*/ 1063172 h 2237121"/>
              <a:gd name="connsiteX470" fmla="*/ 3467571 w 3757018"/>
              <a:gd name="connsiteY470" fmla="*/ 1044786 h 2237121"/>
              <a:gd name="connsiteX471" fmla="*/ 1883186 w 3757018"/>
              <a:gd name="connsiteY471" fmla="*/ 1038811 h 2237121"/>
              <a:gd name="connsiteX472" fmla="*/ 1883185 w 3757018"/>
              <a:gd name="connsiteY472" fmla="*/ 1038812 h 2237121"/>
              <a:gd name="connsiteX473" fmla="*/ 1915247 w 3757018"/>
              <a:gd name="connsiteY473" fmla="*/ 1054439 h 2237121"/>
              <a:gd name="connsiteX474" fmla="*/ 1891647 w 3757018"/>
              <a:gd name="connsiteY474" fmla="*/ 1075583 h 2237121"/>
              <a:gd name="connsiteX475" fmla="*/ 1915248 w 3757018"/>
              <a:gd name="connsiteY475" fmla="*/ 1054439 h 2237121"/>
              <a:gd name="connsiteX476" fmla="*/ 1210293 w 3757018"/>
              <a:gd name="connsiteY476" fmla="*/ 1035635 h 2237121"/>
              <a:gd name="connsiteX477" fmla="*/ 1231263 w 3757018"/>
              <a:gd name="connsiteY477" fmla="*/ 1048004 h 2237121"/>
              <a:gd name="connsiteX478" fmla="*/ 1237051 w 3757018"/>
              <a:gd name="connsiteY478" fmla="*/ 1058116 h 2237121"/>
              <a:gd name="connsiteX479" fmla="*/ 1237497 w 3757018"/>
              <a:gd name="connsiteY479" fmla="*/ 1072365 h 2237121"/>
              <a:gd name="connsiteX480" fmla="*/ 1237498 w 3757018"/>
              <a:gd name="connsiteY480" fmla="*/ 1072365 h 2237121"/>
              <a:gd name="connsiteX481" fmla="*/ 1237053 w 3757018"/>
              <a:gd name="connsiteY481" fmla="*/ 1058117 h 2237121"/>
              <a:gd name="connsiteX482" fmla="*/ 1231264 w 3757018"/>
              <a:gd name="connsiteY482" fmla="*/ 1048005 h 2237121"/>
              <a:gd name="connsiteX483" fmla="*/ 1262435 w 3757018"/>
              <a:gd name="connsiteY483" fmla="*/ 1043408 h 2237121"/>
              <a:gd name="connsiteX484" fmla="*/ 1268669 w 3757018"/>
              <a:gd name="connsiteY484" fmla="*/ 1050763 h 2237121"/>
              <a:gd name="connsiteX485" fmla="*/ 1278466 w 3757018"/>
              <a:gd name="connsiteY485" fmla="*/ 1055819 h 2237121"/>
              <a:gd name="connsiteX486" fmla="*/ 1278466 w 3757018"/>
              <a:gd name="connsiteY486" fmla="*/ 1055818 h 2237121"/>
              <a:gd name="connsiteX487" fmla="*/ 1268669 w 3757018"/>
              <a:gd name="connsiteY487" fmla="*/ 1050762 h 2237121"/>
              <a:gd name="connsiteX488" fmla="*/ 1262435 w 3757018"/>
              <a:gd name="connsiteY488" fmla="*/ 1043407 h 2237121"/>
              <a:gd name="connsiteX489" fmla="*/ 1231264 w 3757018"/>
              <a:gd name="connsiteY489" fmla="*/ 1048004 h 2237121"/>
              <a:gd name="connsiteX490" fmla="*/ 824702 w 3757018"/>
              <a:gd name="connsiteY490" fmla="*/ 1026401 h 2237121"/>
              <a:gd name="connsiteX491" fmla="*/ 826039 w 3757018"/>
              <a:gd name="connsiteY491" fmla="*/ 1041110 h 2237121"/>
              <a:gd name="connsiteX492" fmla="*/ 805554 w 3757018"/>
              <a:gd name="connsiteY492" fmla="*/ 1043868 h 2237121"/>
              <a:gd name="connsiteX493" fmla="*/ 805555 w 3757018"/>
              <a:gd name="connsiteY493" fmla="*/ 1043868 h 2237121"/>
              <a:gd name="connsiteX494" fmla="*/ 826039 w 3757018"/>
              <a:gd name="connsiteY494" fmla="*/ 1041110 h 2237121"/>
              <a:gd name="connsiteX495" fmla="*/ 824703 w 3757018"/>
              <a:gd name="connsiteY495" fmla="*/ 1026401 h 2237121"/>
              <a:gd name="connsiteX496" fmla="*/ 1753702 w 3757018"/>
              <a:gd name="connsiteY496" fmla="*/ 1021773 h 2237121"/>
              <a:gd name="connsiteX497" fmla="*/ 1754493 w 3757018"/>
              <a:gd name="connsiteY497" fmla="*/ 1021805 h 2237121"/>
              <a:gd name="connsiteX498" fmla="*/ 1763523 w 3757018"/>
              <a:gd name="connsiteY498" fmla="*/ 1041192 h 2237121"/>
              <a:gd name="connsiteX499" fmla="*/ 1754494 w 3757018"/>
              <a:gd name="connsiteY499" fmla="*/ 1021805 h 2237121"/>
              <a:gd name="connsiteX500" fmla="*/ 2058451 w 3757018"/>
              <a:gd name="connsiteY500" fmla="*/ 1021612 h 2237121"/>
              <a:gd name="connsiteX501" fmla="*/ 2035480 w 3757018"/>
              <a:gd name="connsiteY501" fmla="*/ 1033295 h 2237121"/>
              <a:gd name="connsiteX502" fmla="*/ 2035480 w 3757018"/>
              <a:gd name="connsiteY502" fmla="*/ 1033296 h 2237121"/>
              <a:gd name="connsiteX503" fmla="*/ 3171001 w 3757018"/>
              <a:gd name="connsiteY503" fmla="*/ 1021345 h 2237121"/>
              <a:gd name="connsiteX504" fmla="*/ 3183468 w 3757018"/>
              <a:gd name="connsiteY504" fmla="*/ 1036972 h 2237121"/>
              <a:gd name="connsiteX505" fmla="*/ 3183468 w 3757018"/>
              <a:gd name="connsiteY505" fmla="*/ 1036972 h 2237121"/>
              <a:gd name="connsiteX506" fmla="*/ 1276239 w 3757018"/>
              <a:gd name="connsiteY506" fmla="*/ 1018586 h 2237121"/>
              <a:gd name="connsiteX507" fmla="*/ 1276239 w 3757018"/>
              <a:gd name="connsiteY507" fmla="*/ 1018587 h 2237121"/>
              <a:gd name="connsiteX508" fmla="*/ 1292270 w 3757018"/>
              <a:gd name="connsiteY508" fmla="*/ 1025481 h 2237121"/>
              <a:gd name="connsiteX509" fmla="*/ 713823 w 3757018"/>
              <a:gd name="connsiteY509" fmla="*/ 1015368 h 2237121"/>
              <a:gd name="connsiteX510" fmla="*/ 700909 w 3757018"/>
              <a:gd name="connsiteY510" fmla="*/ 1019965 h 2237121"/>
              <a:gd name="connsiteX511" fmla="*/ 700463 w 3757018"/>
              <a:gd name="connsiteY511" fmla="*/ 1025940 h 2237121"/>
              <a:gd name="connsiteX512" fmla="*/ 700464 w 3757018"/>
              <a:gd name="connsiteY512" fmla="*/ 1025941 h 2237121"/>
              <a:gd name="connsiteX513" fmla="*/ 700909 w 3757018"/>
              <a:gd name="connsiteY513" fmla="*/ 1019965 h 2237121"/>
              <a:gd name="connsiteX514" fmla="*/ 713822 w 3757018"/>
              <a:gd name="connsiteY514" fmla="*/ 1015369 h 2237121"/>
              <a:gd name="connsiteX515" fmla="*/ 1602199 w 3757018"/>
              <a:gd name="connsiteY515" fmla="*/ 1014910 h 2237121"/>
              <a:gd name="connsiteX516" fmla="*/ 1610660 w 3757018"/>
              <a:gd name="connsiteY516" fmla="*/ 1037892 h 2237121"/>
              <a:gd name="connsiteX517" fmla="*/ 1610661 w 3757018"/>
              <a:gd name="connsiteY517" fmla="*/ 1037892 h 2237121"/>
              <a:gd name="connsiteX518" fmla="*/ 32953 w 3757018"/>
              <a:gd name="connsiteY518" fmla="*/ 1013071 h 2237121"/>
              <a:gd name="connsiteX519" fmla="*/ 38296 w 3757018"/>
              <a:gd name="connsiteY519" fmla="*/ 1027320 h 2237121"/>
              <a:gd name="connsiteX520" fmla="*/ 51655 w 3757018"/>
              <a:gd name="connsiteY520" fmla="*/ 1027320 h 2237121"/>
              <a:gd name="connsiteX521" fmla="*/ 51656 w 3757018"/>
              <a:gd name="connsiteY521" fmla="*/ 1027319 h 2237121"/>
              <a:gd name="connsiteX522" fmla="*/ 38297 w 3757018"/>
              <a:gd name="connsiteY522" fmla="*/ 1027319 h 2237121"/>
              <a:gd name="connsiteX523" fmla="*/ 32954 w 3757018"/>
              <a:gd name="connsiteY523" fmla="*/ 1013071 h 2237121"/>
              <a:gd name="connsiteX524" fmla="*/ 670200 w 3757018"/>
              <a:gd name="connsiteY524" fmla="*/ 1010091 h 2237121"/>
              <a:gd name="connsiteX525" fmla="*/ 667066 w 3757018"/>
              <a:gd name="connsiteY525" fmla="*/ 1015368 h 2237121"/>
              <a:gd name="connsiteX526" fmla="*/ 667066 w 3757018"/>
              <a:gd name="connsiteY526" fmla="*/ 1015369 h 2237121"/>
              <a:gd name="connsiteX527" fmla="*/ 3221326 w 3757018"/>
              <a:gd name="connsiteY527" fmla="*/ 1005075 h 2237121"/>
              <a:gd name="connsiteX528" fmla="*/ 3223991 w 3757018"/>
              <a:gd name="connsiteY528" fmla="*/ 1009853 h 2237121"/>
              <a:gd name="connsiteX529" fmla="*/ 3223991 w 3757018"/>
              <a:gd name="connsiteY529" fmla="*/ 1009853 h 2237121"/>
              <a:gd name="connsiteX530" fmla="*/ 722284 w 3757018"/>
              <a:gd name="connsiteY530" fmla="*/ 1001120 h 2237121"/>
              <a:gd name="connsiteX531" fmla="*/ 722282 w 3757018"/>
              <a:gd name="connsiteY531" fmla="*/ 1001121 h 2237121"/>
              <a:gd name="connsiteX532" fmla="*/ 720501 w 3757018"/>
              <a:gd name="connsiteY532" fmla="*/ 1008474 h 2237121"/>
              <a:gd name="connsiteX533" fmla="*/ 717830 w 3757018"/>
              <a:gd name="connsiteY533" fmla="*/ 1011691 h 2237121"/>
              <a:gd name="connsiteX534" fmla="*/ 717831 w 3757018"/>
              <a:gd name="connsiteY534" fmla="*/ 1011692 h 2237121"/>
              <a:gd name="connsiteX535" fmla="*/ 720502 w 3757018"/>
              <a:gd name="connsiteY535" fmla="*/ 1008475 h 2237121"/>
              <a:gd name="connsiteX536" fmla="*/ 1855578 w 3757018"/>
              <a:gd name="connsiteY536" fmla="*/ 1000660 h 2237121"/>
              <a:gd name="connsiteX537" fmla="*/ 1855576 w 3757018"/>
              <a:gd name="connsiteY537" fmla="*/ 1000661 h 2237121"/>
              <a:gd name="connsiteX538" fmla="*/ 1854240 w 3757018"/>
              <a:gd name="connsiteY538" fmla="*/ 1013531 h 2237121"/>
              <a:gd name="connsiteX539" fmla="*/ 1861811 w 3757018"/>
              <a:gd name="connsiteY539" fmla="*/ 1016289 h 2237121"/>
              <a:gd name="connsiteX540" fmla="*/ 1848452 w 3757018"/>
              <a:gd name="connsiteY540" fmla="*/ 1035134 h 2237121"/>
              <a:gd name="connsiteX541" fmla="*/ 1868936 w 3757018"/>
              <a:gd name="connsiteY541" fmla="*/ 1046166 h 2237121"/>
              <a:gd name="connsiteX542" fmla="*/ 1877878 w 3757018"/>
              <a:gd name="connsiteY542" fmla="*/ 1041550 h 2237121"/>
              <a:gd name="connsiteX543" fmla="*/ 1868937 w 3757018"/>
              <a:gd name="connsiteY543" fmla="*/ 1046165 h 2237121"/>
              <a:gd name="connsiteX544" fmla="*/ 1848453 w 3757018"/>
              <a:gd name="connsiteY544" fmla="*/ 1035134 h 2237121"/>
              <a:gd name="connsiteX545" fmla="*/ 1861812 w 3757018"/>
              <a:gd name="connsiteY545" fmla="*/ 1016288 h 2237121"/>
              <a:gd name="connsiteX546" fmla="*/ 1854241 w 3757018"/>
              <a:gd name="connsiteY546" fmla="*/ 1013530 h 2237121"/>
              <a:gd name="connsiteX547" fmla="*/ 1244176 w 3757018"/>
              <a:gd name="connsiteY547" fmla="*/ 1000660 h 2237121"/>
              <a:gd name="connsiteX548" fmla="*/ 1231264 w 3757018"/>
              <a:gd name="connsiteY548" fmla="*/ 1005256 h 2237121"/>
              <a:gd name="connsiteX549" fmla="*/ 1244177 w 3757018"/>
              <a:gd name="connsiteY549" fmla="*/ 1000660 h 2237121"/>
              <a:gd name="connsiteX550" fmla="*/ 2059526 w 3757018"/>
              <a:gd name="connsiteY550" fmla="*/ 994226 h 2237121"/>
              <a:gd name="connsiteX551" fmla="*/ 2067095 w 3757018"/>
              <a:gd name="connsiteY551" fmla="*/ 1011232 h 2237121"/>
              <a:gd name="connsiteX552" fmla="*/ 2067096 w 3757018"/>
              <a:gd name="connsiteY552" fmla="*/ 1011232 h 2237121"/>
              <a:gd name="connsiteX553" fmla="*/ 3199500 w 3757018"/>
              <a:gd name="connsiteY553" fmla="*/ 992387 h 2237121"/>
              <a:gd name="connsiteX554" fmla="*/ 3199500 w 3757018"/>
              <a:gd name="connsiteY554" fmla="*/ 1008934 h 2237121"/>
              <a:gd name="connsiteX555" fmla="*/ 3199500 w 3757018"/>
              <a:gd name="connsiteY555" fmla="*/ 1008934 h 2237121"/>
              <a:gd name="connsiteX556" fmla="*/ 3199500 w 3757018"/>
              <a:gd name="connsiteY556" fmla="*/ 992387 h 2237121"/>
              <a:gd name="connsiteX557" fmla="*/ 437733 w 3757018"/>
              <a:gd name="connsiteY557" fmla="*/ 991926 h 2237121"/>
              <a:gd name="connsiteX558" fmla="*/ 442632 w 3757018"/>
              <a:gd name="connsiteY558" fmla="*/ 1016747 h 2237121"/>
              <a:gd name="connsiteX559" fmla="*/ 435952 w 3757018"/>
              <a:gd name="connsiteY559" fmla="*/ 1039270 h 2237121"/>
              <a:gd name="connsiteX560" fmla="*/ 425265 w 3757018"/>
              <a:gd name="connsiteY560" fmla="*/ 1033294 h 2237121"/>
              <a:gd name="connsiteX561" fmla="*/ 419476 w 3757018"/>
              <a:gd name="connsiteY561" fmla="*/ 1013989 h 2237121"/>
              <a:gd name="connsiteX562" fmla="*/ 423484 w 3757018"/>
              <a:gd name="connsiteY562" fmla="*/ 1002957 h 2237121"/>
              <a:gd name="connsiteX563" fmla="*/ 1908123 w 3757018"/>
              <a:gd name="connsiteY563" fmla="*/ 989629 h 2237121"/>
              <a:gd name="connsiteX564" fmla="*/ 1910092 w 3757018"/>
              <a:gd name="connsiteY564" fmla="*/ 1004667 h 2237121"/>
              <a:gd name="connsiteX565" fmla="*/ 1910350 w 3757018"/>
              <a:gd name="connsiteY565" fmla="*/ 1006636 h 2237121"/>
              <a:gd name="connsiteX566" fmla="*/ 1910350 w 3757018"/>
              <a:gd name="connsiteY566" fmla="*/ 1006635 h 2237121"/>
              <a:gd name="connsiteX567" fmla="*/ 1910092 w 3757018"/>
              <a:gd name="connsiteY567" fmla="*/ 1004667 h 2237121"/>
              <a:gd name="connsiteX568" fmla="*/ 1908124 w 3757018"/>
              <a:gd name="connsiteY568" fmla="*/ 989629 h 2237121"/>
              <a:gd name="connsiteX569" fmla="*/ 1144920 w 3757018"/>
              <a:gd name="connsiteY569" fmla="*/ 977719 h 2237121"/>
              <a:gd name="connsiteX570" fmla="*/ 1157789 w 3757018"/>
              <a:gd name="connsiteY570" fmla="*/ 980896 h 2237121"/>
              <a:gd name="connsiteX571" fmla="*/ 1192077 w 3757018"/>
              <a:gd name="connsiteY571" fmla="*/ 985492 h 2237121"/>
              <a:gd name="connsiteX572" fmla="*/ 1210206 w 3757018"/>
              <a:gd name="connsiteY572" fmla="*/ 993125 h 2237121"/>
              <a:gd name="connsiteX573" fmla="*/ 1192077 w 3757018"/>
              <a:gd name="connsiteY573" fmla="*/ 985491 h 2237121"/>
              <a:gd name="connsiteX574" fmla="*/ 1157789 w 3757018"/>
              <a:gd name="connsiteY574" fmla="*/ 980895 h 2237121"/>
              <a:gd name="connsiteX575" fmla="*/ 1702392 w 3757018"/>
              <a:gd name="connsiteY575" fmla="*/ 970783 h 2237121"/>
              <a:gd name="connsiteX576" fmla="*/ 1736235 w 3757018"/>
              <a:gd name="connsiteY576" fmla="*/ 991927 h 2237121"/>
              <a:gd name="connsiteX577" fmla="*/ 1702393 w 3757018"/>
              <a:gd name="connsiteY577" fmla="*/ 970783 h 2237121"/>
              <a:gd name="connsiteX578" fmla="*/ 754344 w 3757018"/>
              <a:gd name="connsiteY578" fmla="*/ 966186 h 2237121"/>
              <a:gd name="connsiteX579" fmla="*/ 772156 w 3757018"/>
              <a:gd name="connsiteY579" fmla="*/ 970324 h 2237121"/>
              <a:gd name="connsiteX580" fmla="*/ 806000 w 3757018"/>
              <a:gd name="connsiteY580" fmla="*/ 972162 h 2237121"/>
              <a:gd name="connsiteX581" fmla="*/ 772156 w 3757018"/>
              <a:gd name="connsiteY581" fmla="*/ 970323 h 2237121"/>
              <a:gd name="connsiteX582" fmla="*/ 668847 w 3757018"/>
              <a:gd name="connsiteY582" fmla="*/ 962050 h 2237121"/>
              <a:gd name="connsiteX583" fmla="*/ 666621 w 3757018"/>
              <a:gd name="connsiteY583" fmla="*/ 975379 h 2237121"/>
              <a:gd name="connsiteX584" fmla="*/ 661723 w 3757018"/>
              <a:gd name="connsiteY584" fmla="*/ 976758 h 2237121"/>
              <a:gd name="connsiteX585" fmla="*/ 661724 w 3757018"/>
              <a:gd name="connsiteY585" fmla="*/ 976759 h 2237121"/>
              <a:gd name="connsiteX586" fmla="*/ 666621 w 3757018"/>
              <a:gd name="connsiteY586" fmla="*/ 975380 h 2237121"/>
              <a:gd name="connsiteX587" fmla="*/ 2763549 w 3757018"/>
              <a:gd name="connsiteY587" fmla="*/ 960671 h 2237121"/>
              <a:gd name="connsiteX588" fmla="*/ 2764399 w 3757018"/>
              <a:gd name="connsiteY588" fmla="*/ 961641 h 2237121"/>
              <a:gd name="connsiteX589" fmla="*/ 2763549 w 3757018"/>
              <a:gd name="connsiteY589" fmla="*/ 960671 h 2237121"/>
              <a:gd name="connsiteX590" fmla="*/ 732079 w 3757018"/>
              <a:gd name="connsiteY590" fmla="*/ 942744 h 2237121"/>
              <a:gd name="connsiteX591" fmla="*/ 725400 w 3757018"/>
              <a:gd name="connsiteY591" fmla="*/ 949179 h 2237121"/>
              <a:gd name="connsiteX592" fmla="*/ 725401 w 3757018"/>
              <a:gd name="connsiteY592" fmla="*/ 949180 h 2237121"/>
              <a:gd name="connsiteX593" fmla="*/ 732080 w 3757018"/>
              <a:gd name="connsiteY593" fmla="*/ 942745 h 2237121"/>
              <a:gd name="connsiteX594" fmla="*/ 737868 w 3757018"/>
              <a:gd name="connsiteY594" fmla="*/ 945962 h 2237121"/>
              <a:gd name="connsiteX595" fmla="*/ 737868 w 3757018"/>
              <a:gd name="connsiteY595" fmla="*/ 945961 h 2237121"/>
              <a:gd name="connsiteX596" fmla="*/ 711595 w 3757018"/>
              <a:gd name="connsiteY596" fmla="*/ 940445 h 2237121"/>
              <a:gd name="connsiteX597" fmla="*/ 711596 w 3757018"/>
              <a:gd name="connsiteY597" fmla="*/ 940447 h 2237121"/>
              <a:gd name="connsiteX598" fmla="*/ 719385 w 3757018"/>
              <a:gd name="connsiteY598" fmla="*/ 945374 h 2237121"/>
              <a:gd name="connsiteX599" fmla="*/ 661723 w 3757018"/>
              <a:gd name="connsiteY599" fmla="*/ 937688 h 2237121"/>
              <a:gd name="connsiteX600" fmla="*/ 656824 w 3757018"/>
              <a:gd name="connsiteY600" fmla="*/ 950558 h 2237121"/>
              <a:gd name="connsiteX601" fmla="*/ 656824 w 3757018"/>
              <a:gd name="connsiteY601" fmla="*/ 950559 h 2237121"/>
              <a:gd name="connsiteX602" fmla="*/ 3188367 w 3757018"/>
              <a:gd name="connsiteY602" fmla="*/ 934930 h 2237121"/>
              <a:gd name="connsiteX603" fmla="*/ 3209296 w 3757018"/>
              <a:gd name="connsiteY603" fmla="*/ 959752 h 2237121"/>
              <a:gd name="connsiteX604" fmla="*/ 3226663 w 3757018"/>
              <a:gd name="connsiteY604" fmla="*/ 994225 h 2237121"/>
              <a:gd name="connsiteX605" fmla="*/ 3209296 w 3757018"/>
              <a:gd name="connsiteY605" fmla="*/ 959751 h 2237121"/>
              <a:gd name="connsiteX606" fmla="*/ 606950 w 3757018"/>
              <a:gd name="connsiteY606" fmla="*/ 927116 h 2237121"/>
              <a:gd name="connsiteX607" fmla="*/ 596708 w 3757018"/>
              <a:gd name="connsiteY607" fmla="*/ 927576 h 2237121"/>
              <a:gd name="connsiteX608" fmla="*/ 592255 w 3757018"/>
              <a:gd name="connsiteY608" fmla="*/ 934010 h 2237121"/>
              <a:gd name="connsiteX609" fmla="*/ 592256 w 3757018"/>
              <a:gd name="connsiteY609" fmla="*/ 934011 h 2237121"/>
              <a:gd name="connsiteX610" fmla="*/ 596709 w 3757018"/>
              <a:gd name="connsiteY610" fmla="*/ 927576 h 2237121"/>
              <a:gd name="connsiteX611" fmla="*/ 656453 w 3757018"/>
              <a:gd name="connsiteY611" fmla="*/ 922331 h 2237121"/>
              <a:gd name="connsiteX612" fmla="*/ 660831 w 3757018"/>
              <a:gd name="connsiteY612" fmla="*/ 927116 h 2237121"/>
              <a:gd name="connsiteX613" fmla="*/ 653262 w 3757018"/>
              <a:gd name="connsiteY613" fmla="*/ 938147 h 2237121"/>
              <a:gd name="connsiteX614" fmla="*/ 660832 w 3757018"/>
              <a:gd name="connsiteY614" fmla="*/ 927116 h 2237121"/>
              <a:gd name="connsiteX615" fmla="*/ 694229 w 3757018"/>
              <a:gd name="connsiteY615" fmla="*/ 922060 h 2237121"/>
              <a:gd name="connsiteX616" fmla="*/ 694229 w 3757018"/>
              <a:gd name="connsiteY616" fmla="*/ 922061 h 2237121"/>
              <a:gd name="connsiteX617" fmla="*/ 705935 w 3757018"/>
              <a:gd name="connsiteY617" fmla="*/ 927346 h 2237121"/>
              <a:gd name="connsiteX618" fmla="*/ 880809 w 3757018"/>
              <a:gd name="connsiteY618" fmla="*/ 920221 h 2237121"/>
              <a:gd name="connsiteX619" fmla="*/ 870568 w 3757018"/>
              <a:gd name="connsiteY619" fmla="*/ 925276 h 2237121"/>
              <a:gd name="connsiteX620" fmla="*/ 870569 w 3757018"/>
              <a:gd name="connsiteY620" fmla="*/ 925277 h 2237121"/>
              <a:gd name="connsiteX621" fmla="*/ 880810 w 3757018"/>
              <a:gd name="connsiteY621" fmla="*/ 920221 h 2237121"/>
              <a:gd name="connsiteX622" fmla="*/ 3424822 w 3757018"/>
              <a:gd name="connsiteY622" fmla="*/ 917923 h 2237121"/>
              <a:gd name="connsiteX623" fmla="*/ 3471579 w 3757018"/>
              <a:gd name="connsiteY623" fmla="*/ 948260 h 2237121"/>
              <a:gd name="connsiteX624" fmla="*/ 3495179 w 3757018"/>
              <a:gd name="connsiteY624" fmla="*/ 957913 h 2237121"/>
              <a:gd name="connsiteX625" fmla="*/ 3515218 w 3757018"/>
              <a:gd name="connsiteY625" fmla="*/ 963888 h 2237121"/>
              <a:gd name="connsiteX626" fmla="*/ 3523233 w 3757018"/>
              <a:gd name="connsiteY626" fmla="*/ 951937 h 2237121"/>
              <a:gd name="connsiteX627" fmla="*/ 3549951 w 3757018"/>
              <a:gd name="connsiteY627" fmla="*/ 984573 h 2237121"/>
              <a:gd name="connsiteX628" fmla="*/ 3521452 w 3757018"/>
              <a:gd name="connsiteY628" fmla="*/ 992387 h 2237121"/>
              <a:gd name="connsiteX629" fmla="*/ 3519671 w 3757018"/>
              <a:gd name="connsiteY629" fmla="*/ 1021345 h 2237121"/>
              <a:gd name="connsiteX630" fmla="*/ 3471134 w 3757018"/>
              <a:gd name="connsiteY630" fmla="*/ 1001580 h 2237121"/>
              <a:gd name="connsiteX631" fmla="*/ 3478258 w 3757018"/>
              <a:gd name="connsiteY631" fmla="*/ 1033296 h 2237121"/>
              <a:gd name="connsiteX632" fmla="*/ 3452876 w 3757018"/>
              <a:gd name="connsiteY632" fmla="*/ 1033755 h 2237121"/>
              <a:gd name="connsiteX633" fmla="*/ 3431947 w 3757018"/>
              <a:gd name="connsiteY633" fmla="*/ 1004797 h 2237121"/>
              <a:gd name="connsiteX634" fmla="*/ 3429275 w 3757018"/>
              <a:gd name="connsiteY634" fmla="*/ 982274 h 2237121"/>
              <a:gd name="connsiteX635" fmla="*/ 3452431 w 3757018"/>
              <a:gd name="connsiteY635" fmla="*/ 980895 h 2237121"/>
              <a:gd name="connsiteX636" fmla="*/ 3432837 w 3757018"/>
              <a:gd name="connsiteY636" fmla="*/ 940446 h 2237121"/>
              <a:gd name="connsiteX637" fmla="*/ 1542084 w 3757018"/>
              <a:gd name="connsiteY637" fmla="*/ 917004 h 2237121"/>
              <a:gd name="connsiteX638" fmla="*/ 1546981 w 3757018"/>
              <a:gd name="connsiteY638" fmla="*/ 919302 h 2237121"/>
              <a:gd name="connsiteX639" fmla="*/ 1587950 w 3757018"/>
              <a:gd name="connsiteY639" fmla="*/ 939987 h 2237121"/>
              <a:gd name="connsiteX640" fmla="*/ 1546982 w 3757018"/>
              <a:gd name="connsiteY640" fmla="*/ 919302 h 2237121"/>
              <a:gd name="connsiteX641" fmla="*/ 568209 w 3757018"/>
              <a:gd name="connsiteY641" fmla="*/ 912867 h 2237121"/>
              <a:gd name="connsiteX642" fmla="*/ 568208 w 3757018"/>
              <a:gd name="connsiteY642" fmla="*/ 912868 h 2237121"/>
              <a:gd name="connsiteX643" fmla="*/ 568653 w 3757018"/>
              <a:gd name="connsiteY643" fmla="*/ 920681 h 2237121"/>
              <a:gd name="connsiteX644" fmla="*/ 568654 w 3757018"/>
              <a:gd name="connsiteY644" fmla="*/ 920681 h 2237121"/>
              <a:gd name="connsiteX645" fmla="*/ 2836133 w 3757018"/>
              <a:gd name="connsiteY645" fmla="*/ 912866 h 2237121"/>
              <a:gd name="connsiteX646" fmla="*/ 2807634 w 3757018"/>
              <a:gd name="connsiteY646" fmla="*/ 923898 h 2237121"/>
              <a:gd name="connsiteX647" fmla="*/ 2793383 w 3757018"/>
              <a:gd name="connsiteY647" fmla="*/ 939526 h 2237121"/>
              <a:gd name="connsiteX648" fmla="*/ 2767111 w 3757018"/>
              <a:gd name="connsiteY648" fmla="*/ 933550 h 2237121"/>
              <a:gd name="connsiteX649" fmla="*/ 2752861 w 3757018"/>
              <a:gd name="connsiteY649" fmla="*/ 930793 h 2237121"/>
              <a:gd name="connsiteX650" fmla="*/ 2750635 w 3757018"/>
              <a:gd name="connsiteY650" fmla="*/ 949638 h 2237121"/>
              <a:gd name="connsiteX651" fmla="*/ 2750635 w 3757018"/>
              <a:gd name="connsiteY651" fmla="*/ 949638 h 2237121"/>
              <a:gd name="connsiteX652" fmla="*/ 2752862 w 3757018"/>
              <a:gd name="connsiteY652" fmla="*/ 930794 h 2237121"/>
              <a:gd name="connsiteX653" fmla="*/ 2767111 w 3757018"/>
              <a:gd name="connsiteY653" fmla="*/ 933552 h 2237121"/>
              <a:gd name="connsiteX654" fmla="*/ 2793384 w 3757018"/>
              <a:gd name="connsiteY654" fmla="*/ 939527 h 2237121"/>
              <a:gd name="connsiteX655" fmla="*/ 2807634 w 3757018"/>
              <a:gd name="connsiteY655" fmla="*/ 923899 h 2237121"/>
              <a:gd name="connsiteX656" fmla="*/ 2836133 w 3757018"/>
              <a:gd name="connsiteY656" fmla="*/ 912868 h 2237121"/>
              <a:gd name="connsiteX657" fmla="*/ 874576 w 3757018"/>
              <a:gd name="connsiteY657" fmla="*/ 889885 h 2237121"/>
              <a:gd name="connsiteX658" fmla="*/ 877247 w 3757018"/>
              <a:gd name="connsiteY658" fmla="*/ 894021 h 2237121"/>
              <a:gd name="connsiteX659" fmla="*/ 877249 w 3757018"/>
              <a:gd name="connsiteY659" fmla="*/ 894021 h 2237121"/>
              <a:gd name="connsiteX660" fmla="*/ 874577 w 3757018"/>
              <a:gd name="connsiteY660" fmla="*/ 889885 h 2237121"/>
              <a:gd name="connsiteX661" fmla="*/ 581567 w 3757018"/>
              <a:gd name="connsiteY661" fmla="*/ 885288 h 2237121"/>
              <a:gd name="connsiteX662" fmla="*/ 561974 w 3757018"/>
              <a:gd name="connsiteY662" fmla="*/ 885747 h 2237121"/>
              <a:gd name="connsiteX663" fmla="*/ 561974 w 3757018"/>
              <a:gd name="connsiteY663" fmla="*/ 885748 h 2237121"/>
              <a:gd name="connsiteX664" fmla="*/ 581567 w 3757018"/>
              <a:gd name="connsiteY664" fmla="*/ 885289 h 2237121"/>
              <a:gd name="connsiteX665" fmla="*/ 2883335 w 3757018"/>
              <a:gd name="connsiteY665" fmla="*/ 881610 h 2237121"/>
              <a:gd name="connsiteX666" fmla="*/ 2853054 w 3757018"/>
              <a:gd name="connsiteY666" fmla="*/ 885287 h 2237121"/>
              <a:gd name="connsiteX667" fmla="*/ 2841922 w 3757018"/>
              <a:gd name="connsiteY667" fmla="*/ 893561 h 2237121"/>
              <a:gd name="connsiteX668" fmla="*/ 2837644 w 3757018"/>
              <a:gd name="connsiteY668" fmla="*/ 907827 h 2237121"/>
              <a:gd name="connsiteX669" fmla="*/ 2841922 w 3757018"/>
              <a:gd name="connsiteY669" fmla="*/ 893562 h 2237121"/>
              <a:gd name="connsiteX670" fmla="*/ 2853055 w 3757018"/>
              <a:gd name="connsiteY670" fmla="*/ 885289 h 2237121"/>
              <a:gd name="connsiteX671" fmla="*/ 2883335 w 3757018"/>
              <a:gd name="connsiteY671" fmla="*/ 881611 h 2237121"/>
              <a:gd name="connsiteX672" fmla="*/ 2902928 w 3757018"/>
              <a:gd name="connsiteY672" fmla="*/ 884829 h 2237121"/>
              <a:gd name="connsiteX673" fmla="*/ 2902928 w 3757018"/>
              <a:gd name="connsiteY673" fmla="*/ 884828 h 2237121"/>
              <a:gd name="connsiteX674" fmla="*/ 852311 w 3757018"/>
              <a:gd name="connsiteY674" fmla="*/ 881610 h 2237121"/>
              <a:gd name="connsiteX675" fmla="*/ 852311 w 3757018"/>
              <a:gd name="connsiteY675" fmla="*/ 881611 h 2237121"/>
              <a:gd name="connsiteX676" fmla="*/ 854984 w 3757018"/>
              <a:gd name="connsiteY676" fmla="*/ 894022 h 2237121"/>
              <a:gd name="connsiteX677" fmla="*/ 854092 w 3757018"/>
              <a:gd name="connsiteY677" fmla="*/ 906432 h 2237121"/>
              <a:gd name="connsiteX678" fmla="*/ 859882 w 3757018"/>
              <a:gd name="connsiteY678" fmla="*/ 919761 h 2237121"/>
              <a:gd name="connsiteX679" fmla="*/ 854093 w 3757018"/>
              <a:gd name="connsiteY679" fmla="*/ 906432 h 2237121"/>
              <a:gd name="connsiteX680" fmla="*/ 854984 w 3757018"/>
              <a:gd name="connsiteY680" fmla="*/ 894022 h 2237121"/>
              <a:gd name="connsiteX681" fmla="*/ 854984 w 3757018"/>
              <a:gd name="connsiteY681" fmla="*/ 894022 h 2237121"/>
              <a:gd name="connsiteX682" fmla="*/ 854984 w 3757018"/>
              <a:gd name="connsiteY682" fmla="*/ 894021 h 2237121"/>
              <a:gd name="connsiteX683" fmla="*/ 585576 w 3757018"/>
              <a:gd name="connsiteY683" fmla="*/ 880232 h 2237121"/>
              <a:gd name="connsiteX684" fmla="*/ 589136 w 3757018"/>
              <a:gd name="connsiteY684" fmla="*/ 880692 h 2237121"/>
              <a:gd name="connsiteX685" fmla="*/ 594480 w 3757018"/>
              <a:gd name="connsiteY685" fmla="*/ 890344 h 2237121"/>
              <a:gd name="connsiteX686" fmla="*/ 577114 w 3757018"/>
              <a:gd name="connsiteY686" fmla="*/ 898158 h 2237121"/>
              <a:gd name="connsiteX687" fmla="*/ 575777 w 3757018"/>
              <a:gd name="connsiteY687" fmla="*/ 909650 h 2237121"/>
              <a:gd name="connsiteX688" fmla="*/ 573336 w 3757018"/>
              <a:gd name="connsiteY688" fmla="*/ 910687 h 2237121"/>
              <a:gd name="connsiteX689" fmla="*/ 575777 w 3757018"/>
              <a:gd name="connsiteY689" fmla="*/ 909650 h 2237121"/>
              <a:gd name="connsiteX690" fmla="*/ 575777 w 3757018"/>
              <a:gd name="connsiteY690" fmla="*/ 909650 h 2237121"/>
              <a:gd name="connsiteX691" fmla="*/ 575779 w 3757018"/>
              <a:gd name="connsiteY691" fmla="*/ 909649 h 2237121"/>
              <a:gd name="connsiteX692" fmla="*/ 577115 w 3757018"/>
              <a:gd name="connsiteY692" fmla="*/ 898158 h 2237121"/>
              <a:gd name="connsiteX693" fmla="*/ 594481 w 3757018"/>
              <a:gd name="connsiteY693" fmla="*/ 890344 h 2237121"/>
              <a:gd name="connsiteX694" fmla="*/ 601606 w 3757018"/>
              <a:gd name="connsiteY694" fmla="*/ 894021 h 2237121"/>
              <a:gd name="connsiteX695" fmla="*/ 619419 w 3757018"/>
              <a:gd name="connsiteY695" fmla="*/ 906432 h 2237121"/>
              <a:gd name="connsiteX696" fmla="*/ 638566 w 3757018"/>
              <a:gd name="connsiteY696" fmla="*/ 911948 h 2237121"/>
              <a:gd name="connsiteX697" fmla="*/ 646582 w 3757018"/>
              <a:gd name="connsiteY697" fmla="*/ 907351 h 2237121"/>
              <a:gd name="connsiteX698" fmla="*/ 646583 w 3757018"/>
              <a:gd name="connsiteY698" fmla="*/ 907352 h 2237121"/>
              <a:gd name="connsiteX699" fmla="*/ 646582 w 3757018"/>
              <a:gd name="connsiteY699" fmla="*/ 907352 h 2237121"/>
              <a:gd name="connsiteX700" fmla="*/ 653261 w 3757018"/>
              <a:gd name="connsiteY700" fmla="*/ 918842 h 2237121"/>
              <a:gd name="connsiteX701" fmla="*/ 646583 w 3757018"/>
              <a:gd name="connsiteY701" fmla="*/ 907352 h 2237121"/>
              <a:gd name="connsiteX702" fmla="*/ 663058 w 3757018"/>
              <a:gd name="connsiteY702" fmla="*/ 899997 h 2237121"/>
              <a:gd name="connsiteX703" fmla="*/ 677308 w 3757018"/>
              <a:gd name="connsiteY703" fmla="*/ 901376 h 2237121"/>
              <a:gd name="connsiteX704" fmla="*/ 677307 w 3757018"/>
              <a:gd name="connsiteY704" fmla="*/ 901375 h 2237121"/>
              <a:gd name="connsiteX705" fmla="*/ 663058 w 3757018"/>
              <a:gd name="connsiteY705" fmla="*/ 899996 h 2237121"/>
              <a:gd name="connsiteX706" fmla="*/ 646582 w 3757018"/>
              <a:gd name="connsiteY706" fmla="*/ 907351 h 2237121"/>
              <a:gd name="connsiteX707" fmla="*/ 638567 w 3757018"/>
              <a:gd name="connsiteY707" fmla="*/ 911947 h 2237121"/>
              <a:gd name="connsiteX708" fmla="*/ 619419 w 3757018"/>
              <a:gd name="connsiteY708" fmla="*/ 906431 h 2237121"/>
              <a:gd name="connsiteX709" fmla="*/ 601607 w 3757018"/>
              <a:gd name="connsiteY709" fmla="*/ 894021 h 2237121"/>
              <a:gd name="connsiteX710" fmla="*/ 594482 w 3757018"/>
              <a:gd name="connsiteY710" fmla="*/ 890344 h 2237121"/>
              <a:gd name="connsiteX711" fmla="*/ 589138 w 3757018"/>
              <a:gd name="connsiteY711" fmla="*/ 880691 h 2237121"/>
              <a:gd name="connsiteX712" fmla="*/ 1311072 w 3757018"/>
              <a:gd name="connsiteY712" fmla="*/ 875458 h 2237121"/>
              <a:gd name="connsiteX713" fmla="*/ 1311863 w 3757018"/>
              <a:gd name="connsiteY713" fmla="*/ 888506 h 2237121"/>
              <a:gd name="connsiteX714" fmla="*/ 1311863 w 3757018"/>
              <a:gd name="connsiteY714" fmla="*/ 888505 h 2237121"/>
              <a:gd name="connsiteX715" fmla="*/ 494289 w 3757018"/>
              <a:gd name="connsiteY715" fmla="*/ 872878 h 2237121"/>
              <a:gd name="connsiteX716" fmla="*/ 500077 w 3757018"/>
              <a:gd name="connsiteY716" fmla="*/ 882530 h 2237121"/>
              <a:gd name="connsiteX717" fmla="*/ 532584 w 3757018"/>
              <a:gd name="connsiteY717" fmla="*/ 890344 h 2237121"/>
              <a:gd name="connsiteX718" fmla="*/ 551286 w 3757018"/>
              <a:gd name="connsiteY718" fmla="*/ 892643 h 2237121"/>
              <a:gd name="connsiteX719" fmla="*/ 551287 w 3757018"/>
              <a:gd name="connsiteY719" fmla="*/ 892642 h 2237121"/>
              <a:gd name="connsiteX720" fmla="*/ 532585 w 3757018"/>
              <a:gd name="connsiteY720" fmla="*/ 890344 h 2237121"/>
              <a:gd name="connsiteX721" fmla="*/ 500078 w 3757018"/>
              <a:gd name="connsiteY721" fmla="*/ 882530 h 2237121"/>
              <a:gd name="connsiteX722" fmla="*/ 3216866 w 3757018"/>
              <a:gd name="connsiteY722" fmla="*/ 870119 h 2237121"/>
              <a:gd name="connsiteX723" fmla="*/ 3216866 w 3757018"/>
              <a:gd name="connsiteY723" fmla="*/ 870120 h 2237121"/>
              <a:gd name="connsiteX724" fmla="*/ 3229335 w 3757018"/>
              <a:gd name="connsiteY724" fmla="*/ 901376 h 2237121"/>
              <a:gd name="connsiteX725" fmla="*/ 3232006 w 3757018"/>
              <a:gd name="connsiteY725" fmla="*/ 929874 h 2237121"/>
              <a:gd name="connsiteX726" fmla="*/ 3229335 w 3757018"/>
              <a:gd name="connsiteY726" fmla="*/ 901375 h 2237121"/>
              <a:gd name="connsiteX727" fmla="*/ 2078228 w 3757018"/>
              <a:gd name="connsiteY727" fmla="*/ 866443 h 2237121"/>
              <a:gd name="connsiteX728" fmla="*/ 2082681 w 3757018"/>
              <a:gd name="connsiteY728" fmla="*/ 918383 h 2237121"/>
              <a:gd name="connsiteX729" fmla="*/ 2073775 w 3757018"/>
              <a:gd name="connsiteY729" fmla="*/ 924818 h 2237121"/>
              <a:gd name="connsiteX730" fmla="*/ 2033252 w 3757018"/>
              <a:gd name="connsiteY730" fmla="*/ 936309 h 2237121"/>
              <a:gd name="connsiteX731" fmla="*/ 2072438 w 3757018"/>
              <a:gd name="connsiteY731" fmla="*/ 986871 h 2237121"/>
              <a:gd name="connsiteX732" fmla="*/ 2064333 w 3757018"/>
              <a:gd name="connsiteY732" fmla="*/ 991488 h 2237121"/>
              <a:gd name="connsiteX733" fmla="*/ 2072440 w 3757018"/>
              <a:gd name="connsiteY733" fmla="*/ 986871 h 2237121"/>
              <a:gd name="connsiteX734" fmla="*/ 2033253 w 3757018"/>
              <a:gd name="connsiteY734" fmla="*/ 936309 h 2237121"/>
              <a:gd name="connsiteX735" fmla="*/ 2073776 w 3757018"/>
              <a:gd name="connsiteY735" fmla="*/ 924818 h 2237121"/>
              <a:gd name="connsiteX736" fmla="*/ 2082682 w 3757018"/>
              <a:gd name="connsiteY736" fmla="*/ 918383 h 2237121"/>
              <a:gd name="connsiteX737" fmla="*/ 2078229 w 3757018"/>
              <a:gd name="connsiteY737" fmla="*/ 866443 h 2237121"/>
              <a:gd name="connsiteX738" fmla="*/ 2880180 w 3757018"/>
              <a:gd name="connsiteY738" fmla="*/ 862614 h 2237121"/>
              <a:gd name="connsiteX739" fmla="*/ 2899365 w 3757018"/>
              <a:gd name="connsiteY739" fmla="*/ 874716 h 2237121"/>
              <a:gd name="connsiteX740" fmla="*/ 2902344 w 3757018"/>
              <a:gd name="connsiteY740" fmla="*/ 883171 h 2237121"/>
              <a:gd name="connsiteX741" fmla="*/ 2899366 w 3757018"/>
              <a:gd name="connsiteY741" fmla="*/ 874716 h 2237121"/>
              <a:gd name="connsiteX742" fmla="*/ 373164 w 3757018"/>
              <a:gd name="connsiteY742" fmla="*/ 860467 h 2237121"/>
              <a:gd name="connsiteX743" fmla="*/ 374055 w 3757018"/>
              <a:gd name="connsiteY743" fmla="*/ 867822 h 2237121"/>
              <a:gd name="connsiteX744" fmla="*/ 358024 w 3757018"/>
              <a:gd name="connsiteY744" fmla="*/ 883910 h 2237121"/>
              <a:gd name="connsiteX745" fmla="*/ 358024 w 3757018"/>
              <a:gd name="connsiteY745" fmla="*/ 897239 h 2237121"/>
              <a:gd name="connsiteX746" fmla="*/ 358026 w 3757018"/>
              <a:gd name="connsiteY746" fmla="*/ 897238 h 2237121"/>
              <a:gd name="connsiteX747" fmla="*/ 358026 w 3757018"/>
              <a:gd name="connsiteY747" fmla="*/ 883909 h 2237121"/>
              <a:gd name="connsiteX748" fmla="*/ 374057 w 3757018"/>
              <a:gd name="connsiteY748" fmla="*/ 867821 h 2237121"/>
              <a:gd name="connsiteX749" fmla="*/ 373166 w 3757018"/>
              <a:gd name="connsiteY749" fmla="*/ 860468 h 2237121"/>
              <a:gd name="connsiteX750" fmla="*/ 443079 w 3757018"/>
              <a:gd name="connsiteY750" fmla="*/ 859547 h 2237121"/>
              <a:gd name="connsiteX751" fmla="*/ 436845 w 3757018"/>
              <a:gd name="connsiteY751" fmla="*/ 860926 h 2237121"/>
              <a:gd name="connsiteX752" fmla="*/ 436844 w 3757018"/>
              <a:gd name="connsiteY752" fmla="*/ 860926 h 2237121"/>
              <a:gd name="connsiteX753" fmla="*/ 437735 w 3757018"/>
              <a:gd name="connsiteY753" fmla="*/ 865983 h 2237121"/>
              <a:gd name="connsiteX754" fmla="*/ 436845 w 3757018"/>
              <a:gd name="connsiteY754" fmla="*/ 860927 h 2237121"/>
              <a:gd name="connsiteX755" fmla="*/ 443079 w 3757018"/>
              <a:gd name="connsiteY755" fmla="*/ 859548 h 2237121"/>
              <a:gd name="connsiteX756" fmla="*/ 453553 w 3757018"/>
              <a:gd name="connsiteY756" fmla="*/ 866355 h 2237121"/>
              <a:gd name="connsiteX757" fmla="*/ 492952 w 3757018"/>
              <a:gd name="connsiteY757" fmla="*/ 855870 h 2237121"/>
              <a:gd name="connsiteX758" fmla="*/ 477367 w 3757018"/>
              <a:gd name="connsiteY758" fmla="*/ 860926 h 2237121"/>
              <a:gd name="connsiteX759" fmla="*/ 457774 w 3757018"/>
              <a:gd name="connsiteY759" fmla="*/ 859547 h 2237121"/>
              <a:gd name="connsiteX760" fmla="*/ 455101 w 3757018"/>
              <a:gd name="connsiteY760" fmla="*/ 867361 h 2237121"/>
              <a:gd name="connsiteX761" fmla="*/ 455102 w 3757018"/>
              <a:gd name="connsiteY761" fmla="*/ 867361 h 2237121"/>
              <a:gd name="connsiteX762" fmla="*/ 457774 w 3757018"/>
              <a:gd name="connsiteY762" fmla="*/ 859548 h 2237121"/>
              <a:gd name="connsiteX763" fmla="*/ 477367 w 3757018"/>
              <a:gd name="connsiteY763" fmla="*/ 860927 h 2237121"/>
              <a:gd name="connsiteX764" fmla="*/ 492953 w 3757018"/>
              <a:gd name="connsiteY764" fmla="*/ 855870 h 2237121"/>
              <a:gd name="connsiteX765" fmla="*/ 586466 w 3757018"/>
              <a:gd name="connsiteY765" fmla="*/ 855411 h 2237121"/>
              <a:gd name="connsiteX766" fmla="*/ 591365 w 3757018"/>
              <a:gd name="connsiteY766" fmla="*/ 861846 h 2237121"/>
              <a:gd name="connsiteX767" fmla="*/ 586468 w 3757018"/>
              <a:gd name="connsiteY767" fmla="*/ 855411 h 2237121"/>
              <a:gd name="connsiteX768" fmla="*/ 827382 w 3757018"/>
              <a:gd name="connsiteY768" fmla="*/ 851281 h 2237121"/>
              <a:gd name="connsiteX769" fmla="*/ 828265 w 3757018"/>
              <a:gd name="connsiteY769" fmla="*/ 852192 h 2237121"/>
              <a:gd name="connsiteX770" fmla="*/ 837171 w 3757018"/>
              <a:gd name="connsiteY770" fmla="*/ 864144 h 2237121"/>
              <a:gd name="connsiteX771" fmla="*/ 841796 w 3757018"/>
              <a:gd name="connsiteY771" fmla="*/ 869479 h 2237121"/>
              <a:gd name="connsiteX772" fmla="*/ 837172 w 3757018"/>
              <a:gd name="connsiteY772" fmla="*/ 864145 h 2237121"/>
              <a:gd name="connsiteX773" fmla="*/ 828266 w 3757018"/>
              <a:gd name="connsiteY773" fmla="*/ 852193 h 2237121"/>
              <a:gd name="connsiteX774" fmla="*/ 783288 w 3757018"/>
              <a:gd name="connsiteY774" fmla="*/ 850354 h 2237121"/>
              <a:gd name="connsiteX775" fmla="*/ 776164 w 3757018"/>
              <a:gd name="connsiteY775" fmla="*/ 854950 h 2237121"/>
              <a:gd name="connsiteX776" fmla="*/ 776164 w 3757018"/>
              <a:gd name="connsiteY776" fmla="*/ 854951 h 2237121"/>
              <a:gd name="connsiteX777" fmla="*/ 783289 w 3757018"/>
              <a:gd name="connsiteY777" fmla="*/ 850354 h 2237121"/>
              <a:gd name="connsiteX778" fmla="*/ 639901 w 3757018"/>
              <a:gd name="connsiteY778" fmla="*/ 844839 h 2237121"/>
              <a:gd name="connsiteX779" fmla="*/ 638565 w 3757018"/>
              <a:gd name="connsiteY779" fmla="*/ 850814 h 2237121"/>
              <a:gd name="connsiteX780" fmla="*/ 638567 w 3757018"/>
              <a:gd name="connsiteY780" fmla="*/ 850814 h 2237121"/>
              <a:gd name="connsiteX781" fmla="*/ 639903 w 3757018"/>
              <a:gd name="connsiteY781" fmla="*/ 844839 h 2237121"/>
              <a:gd name="connsiteX782" fmla="*/ 736531 w 3757018"/>
              <a:gd name="connsiteY782" fmla="*/ 844379 h 2237121"/>
              <a:gd name="connsiteX783" fmla="*/ 727627 w 3757018"/>
              <a:gd name="connsiteY783" fmla="*/ 850812 h 2237121"/>
              <a:gd name="connsiteX784" fmla="*/ 727627 w 3757018"/>
              <a:gd name="connsiteY784" fmla="*/ 850813 h 2237121"/>
              <a:gd name="connsiteX785" fmla="*/ 599825 w 3757018"/>
              <a:gd name="connsiteY785" fmla="*/ 843460 h 2237121"/>
              <a:gd name="connsiteX786" fmla="*/ 599427 w 3757018"/>
              <a:gd name="connsiteY786" fmla="*/ 848806 h 2237121"/>
              <a:gd name="connsiteX787" fmla="*/ 599826 w 3757018"/>
              <a:gd name="connsiteY787" fmla="*/ 843461 h 2237121"/>
              <a:gd name="connsiteX788" fmla="*/ 850084 w 3757018"/>
              <a:gd name="connsiteY788" fmla="*/ 842540 h 2237121"/>
              <a:gd name="connsiteX789" fmla="*/ 858989 w 3757018"/>
              <a:gd name="connsiteY789" fmla="*/ 843919 h 2237121"/>
              <a:gd name="connsiteX790" fmla="*/ 858990 w 3757018"/>
              <a:gd name="connsiteY790" fmla="*/ 843919 h 2237121"/>
              <a:gd name="connsiteX791" fmla="*/ 850085 w 3757018"/>
              <a:gd name="connsiteY791" fmla="*/ 842540 h 2237121"/>
              <a:gd name="connsiteX792" fmla="*/ 803772 w 3757018"/>
              <a:gd name="connsiteY792" fmla="*/ 840701 h 2237121"/>
              <a:gd name="connsiteX793" fmla="*/ 799319 w 3757018"/>
              <a:gd name="connsiteY793" fmla="*/ 847596 h 2237121"/>
              <a:gd name="connsiteX794" fmla="*/ 791163 w 3757018"/>
              <a:gd name="connsiteY794" fmla="*/ 848999 h 2237121"/>
              <a:gd name="connsiteX795" fmla="*/ 799321 w 3757018"/>
              <a:gd name="connsiteY795" fmla="*/ 847596 h 2237121"/>
              <a:gd name="connsiteX796" fmla="*/ 803774 w 3757018"/>
              <a:gd name="connsiteY796" fmla="*/ 840701 h 2237121"/>
              <a:gd name="connsiteX797" fmla="*/ 658604 w 3757018"/>
              <a:gd name="connsiteY797" fmla="*/ 839782 h 2237121"/>
              <a:gd name="connsiteX798" fmla="*/ 651156 w 3757018"/>
              <a:gd name="connsiteY798" fmla="*/ 842791 h 2237121"/>
              <a:gd name="connsiteX799" fmla="*/ 658604 w 3757018"/>
              <a:gd name="connsiteY799" fmla="*/ 839783 h 2237121"/>
              <a:gd name="connsiteX800" fmla="*/ 2122313 w 3757018"/>
              <a:gd name="connsiteY800" fmla="*/ 834267 h 2237121"/>
              <a:gd name="connsiteX801" fmla="*/ 2133445 w 3757018"/>
              <a:gd name="connsiteY801" fmla="*/ 862765 h 2237121"/>
              <a:gd name="connsiteX802" fmla="*/ 2126322 w 3757018"/>
              <a:gd name="connsiteY802" fmla="*/ 876096 h 2237121"/>
              <a:gd name="connsiteX803" fmla="*/ 2133446 w 3757018"/>
              <a:gd name="connsiteY803" fmla="*/ 862765 h 2237121"/>
              <a:gd name="connsiteX804" fmla="*/ 832271 w 3757018"/>
              <a:gd name="connsiteY804" fmla="*/ 833807 h 2237121"/>
              <a:gd name="connsiteX805" fmla="*/ 818021 w 3757018"/>
              <a:gd name="connsiteY805" fmla="*/ 836565 h 2237121"/>
              <a:gd name="connsiteX806" fmla="*/ 813124 w 3757018"/>
              <a:gd name="connsiteY806" fmla="*/ 840701 h 2237121"/>
              <a:gd name="connsiteX807" fmla="*/ 813125 w 3757018"/>
              <a:gd name="connsiteY807" fmla="*/ 840701 h 2237121"/>
              <a:gd name="connsiteX808" fmla="*/ 813126 w 3757018"/>
              <a:gd name="connsiteY808" fmla="*/ 840702 h 2237121"/>
              <a:gd name="connsiteX809" fmla="*/ 818023 w 3757018"/>
              <a:gd name="connsiteY809" fmla="*/ 836565 h 2237121"/>
              <a:gd name="connsiteX810" fmla="*/ 832272 w 3757018"/>
              <a:gd name="connsiteY810" fmla="*/ 833807 h 2237121"/>
              <a:gd name="connsiteX811" fmla="*/ 675970 w 3757018"/>
              <a:gd name="connsiteY811" fmla="*/ 831049 h 2237121"/>
              <a:gd name="connsiteX812" fmla="*/ 671518 w 3757018"/>
              <a:gd name="connsiteY812" fmla="*/ 837944 h 2237121"/>
              <a:gd name="connsiteX813" fmla="*/ 671519 w 3757018"/>
              <a:gd name="connsiteY813" fmla="*/ 837943 h 2237121"/>
              <a:gd name="connsiteX814" fmla="*/ 675971 w 3757018"/>
              <a:gd name="connsiteY814" fmla="*/ 831049 h 2237121"/>
              <a:gd name="connsiteX815" fmla="*/ 683095 w 3757018"/>
              <a:gd name="connsiteY815" fmla="*/ 829210 h 2237121"/>
              <a:gd name="connsiteX816" fmla="*/ 681899 w 3757018"/>
              <a:gd name="connsiteY816" fmla="*/ 829519 h 2237121"/>
              <a:gd name="connsiteX817" fmla="*/ 683096 w 3757018"/>
              <a:gd name="connsiteY817" fmla="*/ 829210 h 2237121"/>
              <a:gd name="connsiteX818" fmla="*/ 616594 w 3757018"/>
              <a:gd name="connsiteY818" fmla="*/ 821800 h 2237121"/>
              <a:gd name="connsiteX819" fmla="*/ 610513 w 3757018"/>
              <a:gd name="connsiteY819" fmla="*/ 824153 h 2237121"/>
              <a:gd name="connsiteX820" fmla="*/ 600716 w 3757018"/>
              <a:gd name="connsiteY820" fmla="*/ 823694 h 2237121"/>
              <a:gd name="connsiteX821" fmla="*/ 600716 w 3757018"/>
              <a:gd name="connsiteY821" fmla="*/ 823695 h 2237121"/>
              <a:gd name="connsiteX822" fmla="*/ 610511 w 3757018"/>
              <a:gd name="connsiteY822" fmla="*/ 824155 h 2237121"/>
              <a:gd name="connsiteX823" fmla="*/ 622089 w 3757018"/>
              <a:gd name="connsiteY823" fmla="*/ 817259 h 2237121"/>
              <a:gd name="connsiteX824" fmla="*/ 618082 w 3757018"/>
              <a:gd name="connsiteY824" fmla="*/ 818638 h 2237121"/>
              <a:gd name="connsiteX825" fmla="*/ 618082 w 3757018"/>
              <a:gd name="connsiteY825" fmla="*/ 818639 h 2237121"/>
              <a:gd name="connsiteX826" fmla="*/ 622089 w 3757018"/>
              <a:gd name="connsiteY826" fmla="*/ 817260 h 2237121"/>
              <a:gd name="connsiteX827" fmla="*/ 559303 w 3757018"/>
              <a:gd name="connsiteY827" fmla="*/ 817258 h 2237121"/>
              <a:gd name="connsiteX828" fmla="*/ 551733 w 3757018"/>
              <a:gd name="connsiteY828" fmla="*/ 819557 h 2237121"/>
              <a:gd name="connsiteX829" fmla="*/ 551732 w 3757018"/>
              <a:gd name="connsiteY829" fmla="*/ 819558 h 2237121"/>
              <a:gd name="connsiteX830" fmla="*/ 559303 w 3757018"/>
              <a:gd name="connsiteY830" fmla="*/ 817260 h 2237121"/>
              <a:gd name="connsiteX831" fmla="*/ 577115 w 3757018"/>
              <a:gd name="connsiteY831" fmla="*/ 825993 h 2237121"/>
              <a:gd name="connsiteX832" fmla="*/ 587357 w 3757018"/>
              <a:gd name="connsiteY832" fmla="*/ 824615 h 2237121"/>
              <a:gd name="connsiteX833" fmla="*/ 598043 w 3757018"/>
              <a:gd name="connsiteY833" fmla="*/ 830130 h 2237121"/>
              <a:gd name="connsiteX834" fmla="*/ 598043 w 3757018"/>
              <a:gd name="connsiteY834" fmla="*/ 830129 h 2237121"/>
              <a:gd name="connsiteX835" fmla="*/ 587357 w 3757018"/>
              <a:gd name="connsiteY835" fmla="*/ 824613 h 2237121"/>
              <a:gd name="connsiteX836" fmla="*/ 577115 w 3757018"/>
              <a:gd name="connsiteY836" fmla="*/ 825992 h 2237121"/>
              <a:gd name="connsiteX837" fmla="*/ 1259762 w 3757018"/>
              <a:gd name="connsiteY837" fmla="*/ 814042 h 2237121"/>
              <a:gd name="connsiteX838" fmla="*/ 1252192 w 3757018"/>
              <a:gd name="connsiteY838" fmla="*/ 836105 h 2237121"/>
              <a:gd name="connsiteX839" fmla="*/ 1252193 w 3757018"/>
              <a:gd name="connsiteY839" fmla="*/ 836105 h 2237121"/>
              <a:gd name="connsiteX840" fmla="*/ 627879 w 3757018"/>
              <a:gd name="connsiteY840" fmla="*/ 809445 h 2237121"/>
              <a:gd name="connsiteX841" fmla="*/ 624166 w 3757018"/>
              <a:gd name="connsiteY841" fmla="*/ 810490 h 2237121"/>
              <a:gd name="connsiteX842" fmla="*/ 627878 w 3757018"/>
              <a:gd name="connsiteY842" fmla="*/ 809446 h 2237121"/>
              <a:gd name="connsiteX843" fmla="*/ 698237 w 3757018"/>
              <a:gd name="connsiteY843" fmla="*/ 804848 h 2237121"/>
              <a:gd name="connsiteX844" fmla="*/ 682651 w 3757018"/>
              <a:gd name="connsiteY844" fmla="*/ 808985 h 2237121"/>
              <a:gd name="connsiteX845" fmla="*/ 671963 w 3757018"/>
              <a:gd name="connsiteY845" fmla="*/ 806227 h 2237121"/>
              <a:gd name="connsiteX846" fmla="*/ 682650 w 3757018"/>
              <a:gd name="connsiteY846" fmla="*/ 808986 h 2237121"/>
              <a:gd name="connsiteX847" fmla="*/ 698235 w 3757018"/>
              <a:gd name="connsiteY847" fmla="*/ 804849 h 2237121"/>
              <a:gd name="connsiteX848" fmla="*/ 720500 w 3757018"/>
              <a:gd name="connsiteY848" fmla="*/ 815880 h 2237121"/>
              <a:gd name="connsiteX849" fmla="*/ 725398 w 3757018"/>
              <a:gd name="connsiteY849" fmla="*/ 817718 h 2237121"/>
              <a:gd name="connsiteX850" fmla="*/ 720502 w 3757018"/>
              <a:gd name="connsiteY850" fmla="*/ 815880 h 2237121"/>
              <a:gd name="connsiteX851" fmla="*/ 637675 w 3757018"/>
              <a:gd name="connsiteY851" fmla="*/ 804389 h 2237121"/>
              <a:gd name="connsiteX852" fmla="*/ 639011 w 3757018"/>
              <a:gd name="connsiteY852" fmla="*/ 806227 h 2237121"/>
              <a:gd name="connsiteX853" fmla="*/ 639012 w 3757018"/>
              <a:gd name="connsiteY853" fmla="*/ 806227 h 2237121"/>
              <a:gd name="connsiteX854" fmla="*/ 637676 w 3757018"/>
              <a:gd name="connsiteY854" fmla="*/ 804389 h 2237121"/>
              <a:gd name="connsiteX855" fmla="*/ 498296 w 3757018"/>
              <a:gd name="connsiteY855" fmla="*/ 803010 h 2237121"/>
              <a:gd name="connsiteX856" fmla="*/ 509874 w 3757018"/>
              <a:gd name="connsiteY856" fmla="*/ 809905 h 2237121"/>
              <a:gd name="connsiteX857" fmla="*/ 523233 w 3757018"/>
              <a:gd name="connsiteY857" fmla="*/ 821856 h 2237121"/>
              <a:gd name="connsiteX858" fmla="*/ 516108 w 3757018"/>
              <a:gd name="connsiteY858" fmla="*/ 835186 h 2237121"/>
              <a:gd name="connsiteX859" fmla="*/ 523234 w 3757018"/>
              <a:gd name="connsiteY859" fmla="*/ 821857 h 2237121"/>
              <a:gd name="connsiteX860" fmla="*/ 540155 w 3757018"/>
              <a:gd name="connsiteY860" fmla="*/ 831510 h 2237121"/>
              <a:gd name="connsiteX861" fmla="*/ 551611 w 3757018"/>
              <a:gd name="connsiteY861" fmla="*/ 819684 h 2237121"/>
              <a:gd name="connsiteX862" fmla="*/ 540154 w 3757018"/>
              <a:gd name="connsiteY862" fmla="*/ 831508 h 2237121"/>
              <a:gd name="connsiteX863" fmla="*/ 523234 w 3757018"/>
              <a:gd name="connsiteY863" fmla="*/ 821855 h 2237121"/>
              <a:gd name="connsiteX864" fmla="*/ 509874 w 3757018"/>
              <a:gd name="connsiteY864" fmla="*/ 809904 h 2237121"/>
              <a:gd name="connsiteX865" fmla="*/ 647472 w 3757018"/>
              <a:gd name="connsiteY865" fmla="*/ 802090 h 2237121"/>
              <a:gd name="connsiteX866" fmla="*/ 643118 w 3757018"/>
              <a:gd name="connsiteY866" fmla="*/ 804219 h 2237121"/>
              <a:gd name="connsiteX867" fmla="*/ 647471 w 3757018"/>
              <a:gd name="connsiteY867" fmla="*/ 802091 h 2237121"/>
              <a:gd name="connsiteX868" fmla="*/ 659494 w 3757018"/>
              <a:gd name="connsiteY868" fmla="*/ 812203 h 2237121"/>
              <a:gd name="connsiteX869" fmla="*/ 659495 w 3757018"/>
              <a:gd name="connsiteY869" fmla="*/ 812203 h 2237121"/>
              <a:gd name="connsiteX870" fmla="*/ 1103461 w 3757018"/>
              <a:gd name="connsiteY870" fmla="*/ 801172 h 2237121"/>
              <a:gd name="connsiteX871" fmla="*/ 1105242 w 3757018"/>
              <a:gd name="connsiteY871" fmla="*/ 809905 h 2237121"/>
              <a:gd name="connsiteX872" fmla="*/ 1099453 w 3757018"/>
              <a:gd name="connsiteY872" fmla="*/ 824614 h 2237121"/>
              <a:gd name="connsiteX873" fmla="*/ 1107468 w 3757018"/>
              <a:gd name="connsiteY873" fmla="*/ 840701 h 2237121"/>
              <a:gd name="connsiteX874" fmla="*/ 1106132 w 3757018"/>
              <a:gd name="connsiteY874" fmla="*/ 850354 h 2237121"/>
              <a:gd name="connsiteX875" fmla="*/ 1084758 w 3757018"/>
              <a:gd name="connsiteY875" fmla="*/ 852193 h 2237121"/>
              <a:gd name="connsiteX876" fmla="*/ 1078936 w 3757018"/>
              <a:gd name="connsiteY876" fmla="*/ 857110 h 2237121"/>
              <a:gd name="connsiteX877" fmla="*/ 1084759 w 3757018"/>
              <a:gd name="connsiteY877" fmla="*/ 852193 h 2237121"/>
              <a:gd name="connsiteX878" fmla="*/ 1106132 w 3757018"/>
              <a:gd name="connsiteY878" fmla="*/ 850354 h 2237121"/>
              <a:gd name="connsiteX879" fmla="*/ 1107469 w 3757018"/>
              <a:gd name="connsiteY879" fmla="*/ 840701 h 2237121"/>
              <a:gd name="connsiteX880" fmla="*/ 1099453 w 3757018"/>
              <a:gd name="connsiteY880" fmla="*/ 824614 h 2237121"/>
              <a:gd name="connsiteX881" fmla="*/ 1105243 w 3757018"/>
              <a:gd name="connsiteY881" fmla="*/ 809905 h 2237121"/>
              <a:gd name="connsiteX882" fmla="*/ 3024940 w 3757018"/>
              <a:gd name="connsiteY882" fmla="*/ 796575 h 2237121"/>
              <a:gd name="connsiteX883" fmla="*/ 3024941 w 3757018"/>
              <a:gd name="connsiteY883" fmla="*/ 796576 h 2237121"/>
              <a:gd name="connsiteX884" fmla="*/ 3069471 w 3757018"/>
              <a:gd name="connsiteY884" fmla="*/ 805769 h 2237121"/>
              <a:gd name="connsiteX885" fmla="*/ 3109548 w 3757018"/>
              <a:gd name="connsiteY885" fmla="*/ 826453 h 2237121"/>
              <a:gd name="connsiteX886" fmla="*/ 3136266 w 3757018"/>
              <a:gd name="connsiteY886" fmla="*/ 853113 h 2237121"/>
              <a:gd name="connsiteX887" fmla="*/ 3170109 w 3757018"/>
              <a:gd name="connsiteY887" fmla="*/ 853113 h 2237121"/>
              <a:gd name="connsiteX888" fmla="*/ 3181688 w 3757018"/>
              <a:gd name="connsiteY888" fmla="*/ 842081 h 2237121"/>
              <a:gd name="connsiteX889" fmla="*/ 3212413 w 3757018"/>
              <a:gd name="connsiteY889" fmla="*/ 833348 h 2237121"/>
              <a:gd name="connsiteX890" fmla="*/ 3218202 w 3757018"/>
              <a:gd name="connsiteY890" fmla="*/ 859548 h 2237121"/>
              <a:gd name="connsiteX891" fmla="*/ 3218202 w 3757018"/>
              <a:gd name="connsiteY891" fmla="*/ 859547 h 2237121"/>
              <a:gd name="connsiteX892" fmla="*/ 3212413 w 3757018"/>
              <a:gd name="connsiteY892" fmla="*/ 833347 h 2237121"/>
              <a:gd name="connsiteX893" fmla="*/ 3181687 w 3757018"/>
              <a:gd name="connsiteY893" fmla="*/ 842080 h 2237121"/>
              <a:gd name="connsiteX894" fmla="*/ 3170109 w 3757018"/>
              <a:gd name="connsiteY894" fmla="*/ 853112 h 2237121"/>
              <a:gd name="connsiteX895" fmla="*/ 3136266 w 3757018"/>
              <a:gd name="connsiteY895" fmla="*/ 853112 h 2237121"/>
              <a:gd name="connsiteX896" fmla="*/ 3109548 w 3757018"/>
              <a:gd name="connsiteY896" fmla="*/ 826453 h 2237121"/>
              <a:gd name="connsiteX897" fmla="*/ 3069471 w 3757018"/>
              <a:gd name="connsiteY897" fmla="*/ 805768 h 2237121"/>
              <a:gd name="connsiteX898" fmla="*/ 2782000 w 3757018"/>
              <a:gd name="connsiteY898" fmla="*/ 794465 h 2237121"/>
              <a:gd name="connsiteX899" fmla="*/ 2784477 w 3757018"/>
              <a:gd name="connsiteY899" fmla="*/ 814501 h 2237121"/>
              <a:gd name="connsiteX900" fmla="*/ 2785813 w 3757018"/>
              <a:gd name="connsiteY900" fmla="*/ 843459 h 2237121"/>
              <a:gd name="connsiteX901" fmla="*/ 2785814 w 3757018"/>
              <a:gd name="connsiteY901" fmla="*/ 843460 h 2237121"/>
              <a:gd name="connsiteX902" fmla="*/ 2784478 w 3757018"/>
              <a:gd name="connsiteY902" fmla="*/ 814502 h 2237121"/>
              <a:gd name="connsiteX903" fmla="*/ 2834352 w 3757018"/>
              <a:gd name="connsiteY903" fmla="*/ 786003 h 2237121"/>
              <a:gd name="connsiteX904" fmla="*/ 2814758 w 3757018"/>
              <a:gd name="connsiteY904" fmla="*/ 803929 h 2237121"/>
              <a:gd name="connsiteX905" fmla="*/ 2781806 w 3757018"/>
              <a:gd name="connsiteY905" fmla="*/ 792898 h 2237121"/>
              <a:gd name="connsiteX906" fmla="*/ 2781806 w 3757018"/>
              <a:gd name="connsiteY906" fmla="*/ 792898 h 2237121"/>
              <a:gd name="connsiteX907" fmla="*/ 2814759 w 3757018"/>
              <a:gd name="connsiteY907" fmla="*/ 803930 h 2237121"/>
              <a:gd name="connsiteX908" fmla="*/ 2834352 w 3757018"/>
              <a:gd name="connsiteY908" fmla="*/ 786004 h 2237121"/>
              <a:gd name="connsiteX909" fmla="*/ 2724361 w 3757018"/>
              <a:gd name="connsiteY909" fmla="*/ 782785 h 2237121"/>
              <a:gd name="connsiteX910" fmla="*/ 2704768 w 3757018"/>
              <a:gd name="connsiteY910" fmla="*/ 803010 h 2237121"/>
              <a:gd name="connsiteX911" fmla="*/ 2704769 w 3757018"/>
              <a:gd name="connsiteY911" fmla="*/ 803010 h 2237121"/>
              <a:gd name="connsiteX912" fmla="*/ 2724362 w 3757018"/>
              <a:gd name="connsiteY912" fmla="*/ 782785 h 2237121"/>
              <a:gd name="connsiteX913" fmla="*/ 490726 w 3757018"/>
              <a:gd name="connsiteY913" fmla="*/ 782325 h 2237121"/>
              <a:gd name="connsiteX914" fmla="*/ 490726 w 3757018"/>
              <a:gd name="connsiteY914" fmla="*/ 782326 h 2237121"/>
              <a:gd name="connsiteX915" fmla="*/ 495179 w 3757018"/>
              <a:gd name="connsiteY915" fmla="*/ 790599 h 2237121"/>
              <a:gd name="connsiteX916" fmla="*/ 1013187 w 3757018"/>
              <a:gd name="connsiteY916" fmla="*/ 779973 h 2237121"/>
              <a:gd name="connsiteX917" fmla="*/ 1024197 w 3757018"/>
              <a:gd name="connsiteY917" fmla="*/ 783705 h 2237121"/>
              <a:gd name="connsiteX918" fmla="*/ 1024197 w 3757018"/>
              <a:gd name="connsiteY918" fmla="*/ 783704 h 2237121"/>
              <a:gd name="connsiteX919" fmla="*/ 1040228 w 3757018"/>
              <a:gd name="connsiteY919" fmla="*/ 779108 h 2237121"/>
              <a:gd name="connsiteX920" fmla="*/ 1056258 w 3757018"/>
              <a:gd name="connsiteY920" fmla="*/ 792438 h 2237121"/>
              <a:gd name="connsiteX921" fmla="*/ 1056259 w 3757018"/>
              <a:gd name="connsiteY921" fmla="*/ 792438 h 2237121"/>
              <a:gd name="connsiteX922" fmla="*/ 2369011 w 3757018"/>
              <a:gd name="connsiteY922" fmla="*/ 777729 h 2237121"/>
              <a:gd name="connsiteX923" fmla="*/ 2358323 w 3757018"/>
              <a:gd name="connsiteY923" fmla="*/ 797953 h 2237121"/>
              <a:gd name="connsiteX924" fmla="*/ 2358324 w 3757018"/>
              <a:gd name="connsiteY924" fmla="*/ 797953 h 2237121"/>
              <a:gd name="connsiteX925" fmla="*/ 591160 w 3757018"/>
              <a:gd name="connsiteY925" fmla="*/ 776912 h 2237121"/>
              <a:gd name="connsiteX926" fmla="*/ 588692 w 3757018"/>
              <a:gd name="connsiteY926" fmla="*/ 783704 h 2237121"/>
              <a:gd name="connsiteX927" fmla="*/ 588195 w 3757018"/>
              <a:gd name="connsiteY927" fmla="*/ 783466 h 2237121"/>
              <a:gd name="connsiteX928" fmla="*/ 588693 w 3757018"/>
              <a:gd name="connsiteY928" fmla="*/ 783705 h 2237121"/>
              <a:gd name="connsiteX929" fmla="*/ 1261543 w 3757018"/>
              <a:gd name="connsiteY929" fmla="*/ 776810 h 2237121"/>
              <a:gd name="connsiteX930" fmla="*/ 1251747 w 3757018"/>
              <a:gd name="connsiteY930" fmla="*/ 808525 h 2237121"/>
              <a:gd name="connsiteX931" fmla="*/ 1251748 w 3757018"/>
              <a:gd name="connsiteY931" fmla="*/ 808526 h 2237121"/>
              <a:gd name="connsiteX932" fmla="*/ 1261544 w 3757018"/>
              <a:gd name="connsiteY932" fmla="*/ 776811 h 2237121"/>
              <a:gd name="connsiteX933" fmla="*/ 1271762 w 3757018"/>
              <a:gd name="connsiteY933" fmla="*/ 783138 h 2237121"/>
              <a:gd name="connsiteX934" fmla="*/ 1288262 w 3757018"/>
              <a:gd name="connsiteY934" fmla="*/ 793358 h 2237121"/>
              <a:gd name="connsiteX935" fmla="*/ 1288262 w 3757018"/>
              <a:gd name="connsiteY935" fmla="*/ 793357 h 2237121"/>
              <a:gd name="connsiteX936" fmla="*/ 1271762 w 3757018"/>
              <a:gd name="connsiteY936" fmla="*/ 783138 h 2237121"/>
              <a:gd name="connsiteX937" fmla="*/ 1261544 w 3757018"/>
              <a:gd name="connsiteY937" fmla="*/ 776810 h 2237121"/>
              <a:gd name="connsiteX938" fmla="*/ 1261544 w 3757018"/>
              <a:gd name="connsiteY938" fmla="*/ 776811 h 2237121"/>
              <a:gd name="connsiteX939" fmla="*/ 560638 w 3757018"/>
              <a:gd name="connsiteY939" fmla="*/ 767616 h 2237121"/>
              <a:gd name="connsiteX940" fmla="*/ 560639 w 3757018"/>
              <a:gd name="connsiteY940" fmla="*/ 767617 h 2237121"/>
              <a:gd name="connsiteX941" fmla="*/ 577115 w 3757018"/>
              <a:gd name="connsiteY941" fmla="*/ 769915 h 2237121"/>
              <a:gd name="connsiteX942" fmla="*/ 2232302 w 3757018"/>
              <a:gd name="connsiteY942" fmla="*/ 767157 h 2237121"/>
              <a:gd name="connsiteX943" fmla="*/ 2206291 w 3757018"/>
              <a:gd name="connsiteY943" fmla="*/ 780355 h 2237121"/>
              <a:gd name="connsiteX944" fmla="*/ 2232303 w 3757018"/>
              <a:gd name="connsiteY944" fmla="*/ 767157 h 2237121"/>
              <a:gd name="connsiteX945" fmla="*/ 1528280 w 3757018"/>
              <a:gd name="connsiteY945" fmla="*/ 765778 h 2237121"/>
              <a:gd name="connsiteX946" fmla="*/ 1528280 w 3757018"/>
              <a:gd name="connsiteY946" fmla="*/ 765779 h 2237121"/>
              <a:gd name="connsiteX947" fmla="*/ 1528279 w 3757018"/>
              <a:gd name="connsiteY947" fmla="*/ 765779 h 2237121"/>
              <a:gd name="connsiteX948" fmla="*/ 1528203 w 3757018"/>
              <a:gd name="connsiteY948" fmla="*/ 765966 h 2237121"/>
              <a:gd name="connsiteX949" fmla="*/ 1528280 w 3757018"/>
              <a:gd name="connsiteY949" fmla="*/ 765779 h 2237121"/>
              <a:gd name="connsiteX950" fmla="*/ 1559451 w 3757018"/>
              <a:gd name="connsiteY950" fmla="*/ 767158 h 2237121"/>
              <a:gd name="connsiteX951" fmla="*/ 1559451 w 3757018"/>
              <a:gd name="connsiteY951" fmla="*/ 767157 h 2237121"/>
              <a:gd name="connsiteX952" fmla="*/ 2990704 w 3757018"/>
              <a:gd name="connsiteY952" fmla="*/ 763218 h 2237121"/>
              <a:gd name="connsiteX953" fmla="*/ 2997333 w 3757018"/>
              <a:gd name="connsiteY953" fmla="*/ 768997 h 2237121"/>
              <a:gd name="connsiteX954" fmla="*/ 2997332 w 3757018"/>
              <a:gd name="connsiteY954" fmla="*/ 768996 h 2237121"/>
              <a:gd name="connsiteX955" fmla="*/ 2035925 w 3757018"/>
              <a:gd name="connsiteY955" fmla="*/ 759343 h 2237121"/>
              <a:gd name="connsiteX956" fmla="*/ 2050620 w 3757018"/>
              <a:gd name="connsiteY956" fmla="*/ 764400 h 2237121"/>
              <a:gd name="connsiteX957" fmla="*/ 2068877 w 3757018"/>
              <a:gd name="connsiteY957" fmla="*/ 780948 h 2237121"/>
              <a:gd name="connsiteX958" fmla="*/ 2086689 w 3757018"/>
              <a:gd name="connsiteY958" fmla="*/ 786463 h 2237121"/>
              <a:gd name="connsiteX959" fmla="*/ 2101383 w 3757018"/>
              <a:gd name="connsiteY959" fmla="*/ 798874 h 2237121"/>
              <a:gd name="connsiteX960" fmla="*/ 2128101 w 3757018"/>
              <a:gd name="connsiteY960" fmla="*/ 794737 h 2237121"/>
              <a:gd name="connsiteX961" fmla="*/ 2147695 w 3757018"/>
              <a:gd name="connsiteY961" fmla="*/ 812203 h 2237121"/>
              <a:gd name="connsiteX962" fmla="*/ 2139235 w 3757018"/>
              <a:gd name="connsiteY962" fmla="*/ 831509 h 2237121"/>
              <a:gd name="connsiteX963" fmla="*/ 2139235 w 3757018"/>
              <a:gd name="connsiteY963" fmla="*/ 831509 h 2237121"/>
              <a:gd name="connsiteX964" fmla="*/ 2147696 w 3757018"/>
              <a:gd name="connsiteY964" fmla="*/ 812204 h 2237121"/>
              <a:gd name="connsiteX965" fmla="*/ 2155266 w 3757018"/>
              <a:gd name="connsiteY965" fmla="*/ 809905 h 2237121"/>
              <a:gd name="connsiteX966" fmla="*/ 2169961 w 3757018"/>
              <a:gd name="connsiteY966" fmla="*/ 830130 h 2237121"/>
              <a:gd name="connsiteX967" fmla="*/ 2195343 w 3757018"/>
              <a:gd name="connsiteY967" fmla="*/ 845298 h 2237121"/>
              <a:gd name="connsiteX968" fmla="*/ 2231858 w 3757018"/>
              <a:gd name="connsiteY968" fmla="*/ 855870 h 2237121"/>
              <a:gd name="connsiteX969" fmla="*/ 2257686 w 3757018"/>
              <a:gd name="connsiteY969" fmla="*/ 879313 h 2237121"/>
              <a:gd name="connsiteX970" fmla="*/ 2263920 w 3757018"/>
              <a:gd name="connsiteY970" fmla="*/ 912868 h 2237121"/>
              <a:gd name="connsiteX971" fmla="*/ 2277279 w 3757018"/>
              <a:gd name="connsiteY971" fmla="*/ 925737 h 2237121"/>
              <a:gd name="connsiteX972" fmla="*/ 2306223 w 3757018"/>
              <a:gd name="connsiteY972" fmla="*/ 930794 h 2237121"/>
              <a:gd name="connsiteX973" fmla="*/ 2338285 w 3757018"/>
              <a:gd name="connsiteY973" fmla="*/ 934471 h 2237121"/>
              <a:gd name="connsiteX974" fmla="*/ 2373909 w 3757018"/>
              <a:gd name="connsiteY974" fmla="*/ 952857 h 2237121"/>
              <a:gd name="connsiteX975" fmla="*/ 2389050 w 3757018"/>
              <a:gd name="connsiteY975" fmla="*/ 956075 h 2237121"/>
              <a:gd name="connsiteX976" fmla="*/ 2411315 w 3757018"/>
              <a:gd name="connsiteY976" fmla="*/ 982734 h 2237121"/>
              <a:gd name="connsiteX977" fmla="*/ 2432244 w 3757018"/>
              <a:gd name="connsiteY977" fmla="*/ 1000201 h 2237121"/>
              <a:gd name="connsiteX978" fmla="*/ 2457181 w 3757018"/>
              <a:gd name="connsiteY978" fmla="*/ 999281 h 2237121"/>
              <a:gd name="connsiteX979" fmla="*/ 2507500 w 3757018"/>
              <a:gd name="connsiteY979" fmla="*/ 1006176 h 2237121"/>
              <a:gd name="connsiteX980" fmla="*/ 2536000 w 3757018"/>
              <a:gd name="connsiteY980" fmla="*/ 1002040 h 2237121"/>
              <a:gd name="connsiteX981" fmla="*/ 2560936 w 3757018"/>
              <a:gd name="connsiteY981" fmla="*/ 1006176 h 2237121"/>
              <a:gd name="connsiteX982" fmla="*/ 2602795 w 3757018"/>
              <a:gd name="connsiteY982" fmla="*/ 1024103 h 2237121"/>
              <a:gd name="connsiteX983" fmla="*/ 2630403 w 3757018"/>
              <a:gd name="connsiteY983" fmla="*/ 1024103 h 2237121"/>
              <a:gd name="connsiteX984" fmla="*/ 2645099 w 3757018"/>
              <a:gd name="connsiteY984" fmla="*/ 1032836 h 2237121"/>
              <a:gd name="connsiteX985" fmla="*/ 2664692 w 3757018"/>
              <a:gd name="connsiteY985" fmla="*/ 1017208 h 2237121"/>
              <a:gd name="connsiteX986" fmla="*/ 2696753 w 3757018"/>
              <a:gd name="connsiteY986" fmla="*/ 1007096 h 2237121"/>
              <a:gd name="connsiteX987" fmla="*/ 2730596 w 3757018"/>
              <a:gd name="connsiteY987" fmla="*/ 1006176 h 2237121"/>
              <a:gd name="connsiteX988" fmla="*/ 2752417 w 3757018"/>
              <a:gd name="connsiteY988" fmla="*/ 996064 h 2237121"/>
              <a:gd name="connsiteX989" fmla="*/ 2761323 w 3757018"/>
              <a:gd name="connsiteY989" fmla="*/ 980436 h 2237121"/>
              <a:gd name="connsiteX990" fmla="*/ 2772010 w 3757018"/>
              <a:gd name="connsiteY990" fmla="*/ 970324 h 2237121"/>
              <a:gd name="connsiteX991" fmla="*/ 2772009 w 3757018"/>
              <a:gd name="connsiteY991" fmla="*/ 970323 h 2237121"/>
              <a:gd name="connsiteX992" fmla="*/ 2761322 w 3757018"/>
              <a:gd name="connsiteY992" fmla="*/ 980435 h 2237121"/>
              <a:gd name="connsiteX993" fmla="*/ 2752416 w 3757018"/>
              <a:gd name="connsiteY993" fmla="*/ 996063 h 2237121"/>
              <a:gd name="connsiteX994" fmla="*/ 2730596 w 3757018"/>
              <a:gd name="connsiteY994" fmla="*/ 1006175 h 2237121"/>
              <a:gd name="connsiteX995" fmla="*/ 2696753 w 3757018"/>
              <a:gd name="connsiteY995" fmla="*/ 1007094 h 2237121"/>
              <a:gd name="connsiteX996" fmla="*/ 2664691 w 3757018"/>
              <a:gd name="connsiteY996" fmla="*/ 1017207 h 2237121"/>
              <a:gd name="connsiteX997" fmla="*/ 2645098 w 3757018"/>
              <a:gd name="connsiteY997" fmla="*/ 1032835 h 2237121"/>
              <a:gd name="connsiteX998" fmla="*/ 2630403 w 3757018"/>
              <a:gd name="connsiteY998" fmla="*/ 1024102 h 2237121"/>
              <a:gd name="connsiteX999" fmla="*/ 2602795 w 3757018"/>
              <a:gd name="connsiteY999" fmla="*/ 1024102 h 2237121"/>
              <a:gd name="connsiteX1000" fmla="*/ 2560936 w 3757018"/>
              <a:gd name="connsiteY1000" fmla="*/ 1006175 h 2237121"/>
              <a:gd name="connsiteX1001" fmla="*/ 2535999 w 3757018"/>
              <a:gd name="connsiteY1001" fmla="*/ 1002039 h 2237121"/>
              <a:gd name="connsiteX1002" fmla="*/ 2507500 w 3757018"/>
              <a:gd name="connsiteY1002" fmla="*/ 1006175 h 2237121"/>
              <a:gd name="connsiteX1003" fmla="*/ 2457180 w 3757018"/>
              <a:gd name="connsiteY1003" fmla="*/ 999281 h 2237121"/>
              <a:gd name="connsiteX1004" fmla="*/ 2432244 w 3757018"/>
              <a:gd name="connsiteY1004" fmla="*/ 1000200 h 2237121"/>
              <a:gd name="connsiteX1005" fmla="*/ 2411315 w 3757018"/>
              <a:gd name="connsiteY1005" fmla="*/ 982734 h 2237121"/>
              <a:gd name="connsiteX1006" fmla="*/ 2389050 w 3757018"/>
              <a:gd name="connsiteY1006" fmla="*/ 956074 h 2237121"/>
              <a:gd name="connsiteX1007" fmla="*/ 2373909 w 3757018"/>
              <a:gd name="connsiteY1007" fmla="*/ 952856 h 2237121"/>
              <a:gd name="connsiteX1008" fmla="*/ 2338285 w 3757018"/>
              <a:gd name="connsiteY1008" fmla="*/ 934470 h 2237121"/>
              <a:gd name="connsiteX1009" fmla="*/ 2306223 w 3757018"/>
              <a:gd name="connsiteY1009" fmla="*/ 930793 h 2237121"/>
              <a:gd name="connsiteX1010" fmla="*/ 2277279 w 3757018"/>
              <a:gd name="connsiteY1010" fmla="*/ 925736 h 2237121"/>
              <a:gd name="connsiteX1011" fmla="*/ 2263920 w 3757018"/>
              <a:gd name="connsiteY1011" fmla="*/ 912866 h 2237121"/>
              <a:gd name="connsiteX1012" fmla="*/ 2257686 w 3757018"/>
              <a:gd name="connsiteY1012" fmla="*/ 879312 h 2237121"/>
              <a:gd name="connsiteX1013" fmla="*/ 2231858 w 3757018"/>
              <a:gd name="connsiteY1013" fmla="*/ 855870 h 2237121"/>
              <a:gd name="connsiteX1014" fmla="*/ 2195343 w 3757018"/>
              <a:gd name="connsiteY1014" fmla="*/ 845298 h 2237121"/>
              <a:gd name="connsiteX1015" fmla="*/ 2169961 w 3757018"/>
              <a:gd name="connsiteY1015" fmla="*/ 830129 h 2237121"/>
              <a:gd name="connsiteX1016" fmla="*/ 2155266 w 3757018"/>
              <a:gd name="connsiteY1016" fmla="*/ 809904 h 2237121"/>
              <a:gd name="connsiteX1017" fmla="*/ 2155266 w 3757018"/>
              <a:gd name="connsiteY1017" fmla="*/ 809905 h 2237121"/>
              <a:gd name="connsiteX1018" fmla="*/ 2147695 w 3757018"/>
              <a:gd name="connsiteY1018" fmla="*/ 812203 h 2237121"/>
              <a:gd name="connsiteX1019" fmla="*/ 2128102 w 3757018"/>
              <a:gd name="connsiteY1019" fmla="*/ 794736 h 2237121"/>
              <a:gd name="connsiteX1020" fmla="*/ 2101384 w 3757018"/>
              <a:gd name="connsiteY1020" fmla="*/ 798873 h 2237121"/>
              <a:gd name="connsiteX1021" fmla="*/ 2086689 w 3757018"/>
              <a:gd name="connsiteY1021" fmla="*/ 786462 h 2237121"/>
              <a:gd name="connsiteX1022" fmla="*/ 2068877 w 3757018"/>
              <a:gd name="connsiteY1022" fmla="*/ 780946 h 2237121"/>
              <a:gd name="connsiteX1023" fmla="*/ 2050620 w 3757018"/>
              <a:gd name="connsiteY1023" fmla="*/ 764399 h 2237121"/>
              <a:gd name="connsiteX1024" fmla="*/ 983674 w 3757018"/>
              <a:gd name="connsiteY1024" fmla="*/ 755666 h 2237121"/>
              <a:gd name="connsiteX1025" fmla="*/ 993916 w 3757018"/>
              <a:gd name="connsiteY1025" fmla="*/ 768076 h 2237121"/>
              <a:gd name="connsiteX1026" fmla="*/ 994362 w 3757018"/>
              <a:gd name="connsiteY1026" fmla="*/ 773592 h 2237121"/>
              <a:gd name="connsiteX1027" fmla="*/ 993917 w 3757018"/>
              <a:gd name="connsiteY1027" fmla="*/ 768076 h 2237121"/>
              <a:gd name="connsiteX1028" fmla="*/ 542870 w 3757018"/>
              <a:gd name="connsiteY1028" fmla="*/ 747293 h 2237121"/>
              <a:gd name="connsiteX1029" fmla="*/ 549505 w 3757018"/>
              <a:gd name="connsiteY1029" fmla="*/ 758424 h 2237121"/>
              <a:gd name="connsiteX1030" fmla="*/ 545855 w 3757018"/>
              <a:gd name="connsiteY1030" fmla="*/ 759452 h 2237121"/>
              <a:gd name="connsiteX1031" fmla="*/ 549506 w 3757018"/>
              <a:gd name="connsiteY1031" fmla="*/ 758424 h 2237121"/>
              <a:gd name="connsiteX1032" fmla="*/ 549505 w 3757018"/>
              <a:gd name="connsiteY1032" fmla="*/ 758423 h 2237121"/>
              <a:gd name="connsiteX1033" fmla="*/ 834944 w 3757018"/>
              <a:gd name="connsiteY1033" fmla="*/ 745094 h 2237121"/>
              <a:gd name="connsiteX1034" fmla="*/ 843404 w 3757018"/>
              <a:gd name="connsiteY1034" fmla="*/ 749231 h 2237121"/>
              <a:gd name="connsiteX1035" fmla="*/ 843405 w 3757018"/>
              <a:gd name="connsiteY1035" fmla="*/ 749230 h 2237121"/>
              <a:gd name="connsiteX1036" fmla="*/ 834946 w 3757018"/>
              <a:gd name="connsiteY1036" fmla="*/ 745094 h 2237121"/>
              <a:gd name="connsiteX1037" fmla="*/ 2825046 w 3757018"/>
              <a:gd name="connsiteY1037" fmla="*/ 744806 h 2237121"/>
              <a:gd name="connsiteX1038" fmla="*/ 2825891 w 3757018"/>
              <a:gd name="connsiteY1038" fmla="*/ 773132 h 2237121"/>
              <a:gd name="connsiteX1039" fmla="*/ 2825892 w 3757018"/>
              <a:gd name="connsiteY1039" fmla="*/ 773133 h 2237121"/>
              <a:gd name="connsiteX1040" fmla="*/ 850976 w 3757018"/>
              <a:gd name="connsiteY1040" fmla="*/ 744175 h 2237121"/>
              <a:gd name="connsiteX1041" fmla="*/ 857654 w 3757018"/>
              <a:gd name="connsiteY1041" fmla="*/ 751069 h 2237121"/>
              <a:gd name="connsiteX1042" fmla="*/ 857655 w 3757018"/>
              <a:gd name="connsiteY1042" fmla="*/ 751069 h 2237121"/>
              <a:gd name="connsiteX1043" fmla="*/ 1355502 w 3757018"/>
              <a:gd name="connsiteY1043" fmla="*/ 740957 h 2237121"/>
              <a:gd name="connsiteX1044" fmla="*/ 1321659 w 3757018"/>
              <a:gd name="connsiteY1044" fmla="*/ 741876 h 2237121"/>
              <a:gd name="connsiteX1045" fmla="*/ 1285590 w 3757018"/>
              <a:gd name="connsiteY1045" fmla="*/ 772673 h 2237121"/>
              <a:gd name="connsiteX1046" fmla="*/ 1321660 w 3757018"/>
              <a:gd name="connsiteY1046" fmla="*/ 741877 h 2237121"/>
              <a:gd name="connsiteX1047" fmla="*/ 1355502 w 3757018"/>
              <a:gd name="connsiteY1047" fmla="*/ 740957 h 2237121"/>
              <a:gd name="connsiteX1048" fmla="*/ 1408938 w 3757018"/>
              <a:gd name="connsiteY1048" fmla="*/ 760723 h 2237121"/>
              <a:gd name="connsiteX1049" fmla="*/ 1438329 w 3757018"/>
              <a:gd name="connsiteY1049" fmla="*/ 772214 h 2237121"/>
              <a:gd name="connsiteX1050" fmla="*/ 1457922 w 3757018"/>
              <a:gd name="connsiteY1050" fmla="*/ 760263 h 2237121"/>
              <a:gd name="connsiteX1051" fmla="*/ 1492210 w 3757018"/>
              <a:gd name="connsiteY1051" fmla="*/ 759803 h 2237121"/>
              <a:gd name="connsiteX1052" fmla="*/ 1457921 w 3757018"/>
              <a:gd name="connsiteY1052" fmla="*/ 760262 h 2237121"/>
              <a:gd name="connsiteX1053" fmla="*/ 1438329 w 3757018"/>
              <a:gd name="connsiteY1053" fmla="*/ 772213 h 2237121"/>
              <a:gd name="connsiteX1054" fmla="*/ 1408938 w 3757018"/>
              <a:gd name="connsiteY1054" fmla="*/ 760722 h 2237121"/>
              <a:gd name="connsiteX1055" fmla="*/ 966753 w 3757018"/>
              <a:gd name="connsiteY1055" fmla="*/ 739578 h 2237121"/>
              <a:gd name="connsiteX1056" fmla="*/ 962745 w 3757018"/>
              <a:gd name="connsiteY1056" fmla="*/ 745553 h 2237121"/>
              <a:gd name="connsiteX1057" fmla="*/ 966307 w 3757018"/>
              <a:gd name="connsiteY1057" fmla="*/ 754286 h 2237121"/>
              <a:gd name="connsiteX1058" fmla="*/ 966309 w 3757018"/>
              <a:gd name="connsiteY1058" fmla="*/ 754286 h 2237121"/>
              <a:gd name="connsiteX1059" fmla="*/ 962746 w 3757018"/>
              <a:gd name="connsiteY1059" fmla="*/ 745553 h 2237121"/>
              <a:gd name="connsiteX1060" fmla="*/ 352237 w 3757018"/>
              <a:gd name="connsiteY1060" fmla="*/ 737280 h 2237121"/>
              <a:gd name="connsiteX1061" fmla="*/ 357135 w 3757018"/>
              <a:gd name="connsiteY1061" fmla="*/ 767157 h 2237121"/>
              <a:gd name="connsiteX1062" fmla="*/ 357135 w 3757018"/>
              <a:gd name="connsiteY1062" fmla="*/ 767156 h 2237121"/>
              <a:gd name="connsiteX1063" fmla="*/ 770374 w 3757018"/>
              <a:gd name="connsiteY1063" fmla="*/ 735441 h 2237121"/>
              <a:gd name="connsiteX1064" fmla="*/ 767462 w 3757018"/>
              <a:gd name="connsiteY1064" fmla="*/ 735599 h 2237121"/>
              <a:gd name="connsiteX1065" fmla="*/ 770375 w 3757018"/>
              <a:gd name="connsiteY1065" fmla="*/ 735441 h 2237121"/>
              <a:gd name="connsiteX1066" fmla="*/ 792194 w 3757018"/>
              <a:gd name="connsiteY1066" fmla="*/ 737739 h 2237121"/>
              <a:gd name="connsiteX1067" fmla="*/ 817577 w 3757018"/>
              <a:gd name="connsiteY1067" fmla="*/ 744634 h 2237121"/>
              <a:gd name="connsiteX1068" fmla="*/ 824517 w 3757018"/>
              <a:gd name="connsiteY1068" fmla="*/ 744818 h 2237121"/>
              <a:gd name="connsiteX1069" fmla="*/ 817578 w 3757018"/>
              <a:gd name="connsiteY1069" fmla="*/ 744634 h 2237121"/>
              <a:gd name="connsiteX1070" fmla="*/ 792195 w 3757018"/>
              <a:gd name="connsiteY1070" fmla="*/ 737739 h 2237121"/>
              <a:gd name="connsiteX1071" fmla="*/ 770377 w 3757018"/>
              <a:gd name="connsiteY1071" fmla="*/ 735441 h 2237121"/>
              <a:gd name="connsiteX1072" fmla="*/ 770375 w 3757018"/>
              <a:gd name="connsiteY1072" fmla="*/ 735441 h 2237121"/>
              <a:gd name="connsiteX1073" fmla="*/ 2830789 w 3757018"/>
              <a:gd name="connsiteY1073" fmla="*/ 734063 h 2237121"/>
              <a:gd name="connsiteX1074" fmla="*/ 2825000 w 3757018"/>
              <a:gd name="connsiteY1074" fmla="*/ 743255 h 2237121"/>
              <a:gd name="connsiteX1075" fmla="*/ 2825000 w 3757018"/>
              <a:gd name="connsiteY1075" fmla="*/ 743256 h 2237121"/>
              <a:gd name="connsiteX1076" fmla="*/ 2830789 w 3757018"/>
              <a:gd name="connsiteY1076" fmla="*/ 734063 h 2237121"/>
              <a:gd name="connsiteX1077" fmla="*/ 370494 w 3757018"/>
              <a:gd name="connsiteY1077" fmla="*/ 726708 h 2237121"/>
              <a:gd name="connsiteX1078" fmla="*/ 365150 w 3757018"/>
              <a:gd name="connsiteY1078" fmla="*/ 737280 h 2237121"/>
              <a:gd name="connsiteX1079" fmla="*/ 365151 w 3757018"/>
              <a:gd name="connsiteY1079" fmla="*/ 737280 h 2237121"/>
              <a:gd name="connsiteX1080" fmla="*/ 1534069 w 3757018"/>
              <a:gd name="connsiteY1080" fmla="*/ 720273 h 2237121"/>
              <a:gd name="connsiteX1081" fmla="*/ 1518483 w 3757018"/>
              <a:gd name="connsiteY1081" fmla="*/ 734062 h 2237121"/>
              <a:gd name="connsiteX1082" fmla="*/ 1518484 w 3757018"/>
              <a:gd name="connsiteY1082" fmla="*/ 734062 h 2237121"/>
              <a:gd name="connsiteX1083" fmla="*/ 721838 w 3757018"/>
              <a:gd name="connsiteY1083" fmla="*/ 719353 h 2237121"/>
              <a:gd name="connsiteX1084" fmla="*/ 730299 w 3757018"/>
              <a:gd name="connsiteY1084" fmla="*/ 732224 h 2237121"/>
              <a:gd name="connsiteX1085" fmla="*/ 730628 w 3757018"/>
              <a:gd name="connsiteY1085" fmla="*/ 734122 h 2237121"/>
              <a:gd name="connsiteX1086" fmla="*/ 732525 w 3757018"/>
              <a:gd name="connsiteY1086" fmla="*/ 745093 h 2237121"/>
              <a:gd name="connsiteX1087" fmla="*/ 732526 w 3757018"/>
              <a:gd name="connsiteY1087" fmla="*/ 745093 h 2237121"/>
              <a:gd name="connsiteX1088" fmla="*/ 730628 w 3757018"/>
              <a:gd name="connsiteY1088" fmla="*/ 734122 h 2237121"/>
              <a:gd name="connsiteX1089" fmla="*/ 730299 w 3757018"/>
              <a:gd name="connsiteY1089" fmla="*/ 732223 h 2237121"/>
              <a:gd name="connsiteX1090" fmla="*/ 2935815 w 3757018"/>
              <a:gd name="connsiteY1090" fmla="*/ 718709 h 2237121"/>
              <a:gd name="connsiteX1091" fmla="*/ 2960372 w 3757018"/>
              <a:gd name="connsiteY1091" fmla="*/ 739119 h 2237121"/>
              <a:gd name="connsiteX1092" fmla="*/ 2977157 w 3757018"/>
              <a:gd name="connsiteY1092" fmla="*/ 751429 h 2237121"/>
              <a:gd name="connsiteX1093" fmla="*/ 2960372 w 3757018"/>
              <a:gd name="connsiteY1093" fmla="*/ 739119 h 2237121"/>
              <a:gd name="connsiteX1094" fmla="*/ 533029 w 3757018"/>
              <a:gd name="connsiteY1094" fmla="*/ 715217 h 2237121"/>
              <a:gd name="connsiteX1095" fmla="*/ 539709 w 3757018"/>
              <a:gd name="connsiteY1095" fmla="*/ 730386 h 2237121"/>
              <a:gd name="connsiteX1096" fmla="*/ 539709 w 3757018"/>
              <a:gd name="connsiteY1096" fmla="*/ 730385 h 2237121"/>
              <a:gd name="connsiteX1097" fmla="*/ 1545201 w 3757018"/>
              <a:gd name="connsiteY1097" fmla="*/ 705564 h 2237121"/>
              <a:gd name="connsiteX1098" fmla="*/ 1527389 w 3757018"/>
              <a:gd name="connsiteY1098" fmla="*/ 712918 h 2237121"/>
              <a:gd name="connsiteX1099" fmla="*/ 1527390 w 3757018"/>
              <a:gd name="connsiteY1099" fmla="*/ 712919 h 2237121"/>
              <a:gd name="connsiteX1100" fmla="*/ 1545202 w 3757018"/>
              <a:gd name="connsiteY1100" fmla="*/ 705564 h 2237121"/>
              <a:gd name="connsiteX1101" fmla="*/ 2912127 w 3757018"/>
              <a:gd name="connsiteY1101" fmla="*/ 705338 h 2237121"/>
              <a:gd name="connsiteX1102" fmla="*/ 2926084 w 3757018"/>
              <a:gd name="connsiteY1102" fmla="*/ 710621 h 2237121"/>
              <a:gd name="connsiteX1103" fmla="*/ 2926083 w 3757018"/>
              <a:gd name="connsiteY1103" fmla="*/ 710620 h 2237121"/>
              <a:gd name="connsiteX1104" fmla="*/ 896841 w 3757018"/>
              <a:gd name="connsiteY1104" fmla="*/ 700048 h 2237121"/>
              <a:gd name="connsiteX1105" fmla="*/ 914208 w 3757018"/>
              <a:gd name="connsiteY1105" fmla="*/ 700967 h 2237121"/>
              <a:gd name="connsiteX1106" fmla="*/ 896842 w 3757018"/>
              <a:gd name="connsiteY1106" fmla="*/ 700048 h 2237121"/>
              <a:gd name="connsiteX1107" fmla="*/ 2861070 w 3757018"/>
              <a:gd name="connsiteY1107" fmla="*/ 691774 h 2237121"/>
              <a:gd name="connsiteX1108" fmla="*/ 2833460 w 3757018"/>
              <a:gd name="connsiteY1108" fmla="*/ 692694 h 2237121"/>
              <a:gd name="connsiteX1109" fmla="*/ 2810751 w 3757018"/>
              <a:gd name="connsiteY1109" fmla="*/ 697750 h 2237121"/>
              <a:gd name="connsiteX1110" fmla="*/ 2810751 w 3757018"/>
              <a:gd name="connsiteY1110" fmla="*/ 697751 h 2237121"/>
              <a:gd name="connsiteX1111" fmla="*/ 2833461 w 3757018"/>
              <a:gd name="connsiteY1111" fmla="*/ 692694 h 2237121"/>
              <a:gd name="connsiteX1112" fmla="*/ 2861070 w 3757018"/>
              <a:gd name="connsiteY1112" fmla="*/ 691775 h 2237121"/>
              <a:gd name="connsiteX1113" fmla="*/ 2892146 w 3757018"/>
              <a:gd name="connsiteY1113" fmla="*/ 698862 h 2237121"/>
              <a:gd name="connsiteX1114" fmla="*/ 724955 w 3757018"/>
              <a:gd name="connsiteY1114" fmla="*/ 691774 h 2237121"/>
              <a:gd name="connsiteX1115" fmla="*/ 732525 w 3757018"/>
              <a:gd name="connsiteY1115" fmla="*/ 702346 h 2237121"/>
              <a:gd name="connsiteX1116" fmla="*/ 734306 w 3757018"/>
              <a:gd name="connsiteY1116" fmla="*/ 713378 h 2237121"/>
              <a:gd name="connsiteX1117" fmla="*/ 732526 w 3757018"/>
              <a:gd name="connsiteY1117" fmla="*/ 702346 h 2237121"/>
              <a:gd name="connsiteX1118" fmla="*/ 908378 w 3757018"/>
              <a:gd name="connsiteY1118" fmla="*/ 685839 h 2237121"/>
              <a:gd name="connsiteX1119" fmla="*/ 913763 w 3757018"/>
              <a:gd name="connsiteY1119" fmla="*/ 687638 h 2237121"/>
              <a:gd name="connsiteX1120" fmla="*/ 913872 w 3757018"/>
              <a:gd name="connsiteY1120" fmla="*/ 687743 h 2237121"/>
              <a:gd name="connsiteX1121" fmla="*/ 913763 w 3757018"/>
              <a:gd name="connsiteY1121" fmla="*/ 687637 h 2237121"/>
              <a:gd name="connsiteX1122" fmla="*/ 1847116 w 3757018"/>
              <a:gd name="connsiteY1122" fmla="*/ 672009 h 2237121"/>
              <a:gd name="connsiteX1123" fmla="*/ 1847116 w 3757018"/>
              <a:gd name="connsiteY1123" fmla="*/ 672010 h 2237121"/>
              <a:gd name="connsiteX1124" fmla="*/ 1884521 w 3757018"/>
              <a:gd name="connsiteY1124" fmla="*/ 693614 h 2237121"/>
              <a:gd name="connsiteX1125" fmla="*/ 1966012 w 3757018"/>
              <a:gd name="connsiteY1125" fmla="*/ 765319 h 2237121"/>
              <a:gd name="connsiteX1126" fmla="*/ 1884522 w 3757018"/>
              <a:gd name="connsiteY1126" fmla="*/ 693613 h 2237121"/>
              <a:gd name="connsiteX1127" fmla="*/ 3246254 w 3757018"/>
              <a:gd name="connsiteY1127" fmla="*/ 666494 h 2237121"/>
              <a:gd name="connsiteX1128" fmla="*/ 3268074 w 3757018"/>
              <a:gd name="connsiteY1128" fmla="*/ 684880 h 2237121"/>
              <a:gd name="connsiteX1129" fmla="*/ 3298799 w 3757018"/>
              <a:gd name="connsiteY1129" fmla="*/ 711999 h 2237121"/>
              <a:gd name="connsiteX1130" fmla="*/ 3321956 w 3757018"/>
              <a:gd name="connsiteY1130" fmla="*/ 740038 h 2237121"/>
              <a:gd name="connsiteX1131" fmla="*/ 3354017 w 3757018"/>
              <a:gd name="connsiteY1131" fmla="*/ 768536 h 2237121"/>
              <a:gd name="connsiteX1132" fmla="*/ 3415023 w 3757018"/>
              <a:gd name="connsiteY1132" fmla="*/ 819098 h 2237121"/>
              <a:gd name="connsiteX1133" fmla="*/ 3375392 w 3757018"/>
              <a:gd name="connsiteY1133" fmla="*/ 809905 h 2237121"/>
              <a:gd name="connsiteX1134" fmla="*/ 3391868 w 3757018"/>
              <a:gd name="connsiteY1134" fmla="*/ 851274 h 2237121"/>
              <a:gd name="connsiteX1135" fmla="*/ 3434616 w 3757018"/>
              <a:gd name="connsiteY1135" fmla="*/ 880692 h 2237121"/>
              <a:gd name="connsiteX1136" fmla="*/ 3447975 w 3757018"/>
              <a:gd name="connsiteY1136" fmla="*/ 900916 h 2237121"/>
              <a:gd name="connsiteX1137" fmla="*/ 3419031 w 3757018"/>
              <a:gd name="connsiteY1137" fmla="*/ 883450 h 2237121"/>
              <a:gd name="connsiteX1138" fmla="*/ 3419476 w 3757018"/>
              <a:gd name="connsiteY1138" fmla="*/ 905973 h 2237121"/>
              <a:gd name="connsiteX1139" fmla="*/ 3398547 w 3757018"/>
              <a:gd name="connsiteY1139" fmla="*/ 881611 h 2237121"/>
              <a:gd name="connsiteX1140" fmla="*/ 3381626 w 3757018"/>
              <a:gd name="connsiteY1140" fmla="*/ 853572 h 2237121"/>
              <a:gd name="connsiteX1141" fmla="*/ 3356688 w 3757018"/>
              <a:gd name="connsiteY1141" fmla="*/ 822776 h 2237121"/>
              <a:gd name="connsiteX1142" fmla="*/ 3346002 w 3757018"/>
              <a:gd name="connsiteY1142" fmla="*/ 800712 h 2237121"/>
              <a:gd name="connsiteX1143" fmla="*/ 3317503 w 3757018"/>
              <a:gd name="connsiteY1143" fmla="*/ 763021 h 2237121"/>
              <a:gd name="connsiteX1144" fmla="*/ 3281878 w 3757018"/>
              <a:gd name="connsiteY1144" fmla="*/ 734982 h 2237121"/>
              <a:gd name="connsiteX1145" fmla="*/ 3251598 w 3757018"/>
              <a:gd name="connsiteY1145" fmla="*/ 696371 h 2237121"/>
              <a:gd name="connsiteX1146" fmla="*/ 3260059 w 3757018"/>
              <a:gd name="connsiteY1146" fmla="*/ 683501 h 2237121"/>
              <a:gd name="connsiteX1147" fmla="*/ 3240465 w 3757018"/>
              <a:gd name="connsiteY1147" fmla="*/ 670630 h 2237121"/>
              <a:gd name="connsiteX1148" fmla="*/ 1660534 w 3757018"/>
              <a:gd name="connsiteY1148" fmla="*/ 649487 h 2237121"/>
              <a:gd name="connsiteX1149" fmla="*/ 1651855 w 3757018"/>
              <a:gd name="connsiteY1149" fmla="*/ 651378 h 2237121"/>
              <a:gd name="connsiteX1150" fmla="*/ 1611997 w 3757018"/>
              <a:gd name="connsiteY1150" fmla="*/ 660058 h 2237121"/>
              <a:gd name="connsiteX1151" fmla="*/ 1604426 w 3757018"/>
              <a:gd name="connsiteY1151" fmla="*/ 666953 h 2237121"/>
              <a:gd name="connsiteX1152" fmla="*/ 1528725 w 3757018"/>
              <a:gd name="connsiteY1152" fmla="*/ 676606 h 2237121"/>
              <a:gd name="connsiteX1153" fmla="*/ 1604426 w 3757018"/>
              <a:gd name="connsiteY1153" fmla="*/ 666954 h 2237121"/>
              <a:gd name="connsiteX1154" fmla="*/ 1611997 w 3757018"/>
              <a:gd name="connsiteY1154" fmla="*/ 660059 h 2237121"/>
              <a:gd name="connsiteX1155" fmla="*/ 1651855 w 3757018"/>
              <a:gd name="connsiteY1155" fmla="*/ 651378 h 2237121"/>
              <a:gd name="connsiteX1156" fmla="*/ 1660535 w 3757018"/>
              <a:gd name="connsiteY1156" fmla="*/ 649487 h 2237121"/>
              <a:gd name="connsiteX1157" fmla="*/ 81048 w 3757018"/>
              <a:gd name="connsiteY1157" fmla="*/ 643971 h 2237121"/>
              <a:gd name="connsiteX1158" fmla="*/ 102868 w 3757018"/>
              <a:gd name="connsiteY1158" fmla="*/ 661438 h 2237121"/>
              <a:gd name="connsiteX1159" fmla="*/ 90845 w 3757018"/>
              <a:gd name="connsiteY1159" fmla="*/ 680283 h 2237121"/>
              <a:gd name="connsiteX1160" fmla="*/ 75259 w 3757018"/>
              <a:gd name="connsiteY1160" fmla="*/ 674767 h 2237121"/>
              <a:gd name="connsiteX1161" fmla="*/ 90845 w 3757018"/>
              <a:gd name="connsiteY1161" fmla="*/ 680284 h 2237121"/>
              <a:gd name="connsiteX1162" fmla="*/ 93962 w 3757018"/>
              <a:gd name="connsiteY1162" fmla="*/ 700508 h 2237121"/>
              <a:gd name="connsiteX1163" fmla="*/ 76595 w 3757018"/>
              <a:gd name="connsiteY1163" fmla="*/ 725789 h 2237121"/>
              <a:gd name="connsiteX1164" fmla="*/ 37408 w 3757018"/>
              <a:gd name="connsiteY1164" fmla="*/ 742337 h 2237121"/>
              <a:gd name="connsiteX1165" fmla="*/ 7128 w 3757018"/>
              <a:gd name="connsiteY1165" fmla="*/ 738199 h 2237121"/>
              <a:gd name="connsiteX1166" fmla="*/ 26276 w 3757018"/>
              <a:gd name="connsiteY1166" fmla="*/ 708782 h 2237121"/>
              <a:gd name="connsiteX1167" fmla="*/ 16924 w 3757018"/>
              <a:gd name="connsiteY1167" fmla="*/ 680284 h 2237121"/>
              <a:gd name="connsiteX1168" fmla="*/ 46759 w 3757018"/>
              <a:gd name="connsiteY1168" fmla="*/ 658220 h 2237121"/>
              <a:gd name="connsiteX1169" fmla="*/ 63235 w 3757018"/>
              <a:gd name="connsiteY1169" fmla="*/ 645350 h 2237121"/>
              <a:gd name="connsiteX1170" fmla="*/ 65240 w 3757018"/>
              <a:gd name="connsiteY1170" fmla="*/ 652704 h 2237121"/>
              <a:gd name="connsiteX1171" fmla="*/ 63236 w 3757018"/>
              <a:gd name="connsiteY1171" fmla="*/ 645350 h 2237121"/>
              <a:gd name="connsiteX1172" fmla="*/ 1674339 w 3757018"/>
              <a:gd name="connsiteY1172" fmla="*/ 637995 h 2237121"/>
              <a:gd name="connsiteX1173" fmla="*/ 1663918 w 3757018"/>
              <a:gd name="connsiteY1173" fmla="*/ 646671 h 2237121"/>
              <a:gd name="connsiteX1174" fmla="*/ 1674339 w 3757018"/>
              <a:gd name="connsiteY1174" fmla="*/ 637996 h 2237121"/>
              <a:gd name="connsiteX1175" fmla="*/ 1714861 w 3757018"/>
              <a:gd name="connsiteY1175" fmla="*/ 643971 h 2237121"/>
              <a:gd name="connsiteX1176" fmla="*/ 1734455 w 3757018"/>
              <a:gd name="connsiteY1176" fmla="*/ 672930 h 2237121"/>
              <a:gd name="connsiteX1177" fmla="*/ 1753603 w 3757018"/>
              <a:gd name="connsiteY1177" fmla="*/ 666035 h 2237121"/>
              <a:gd name="connsiteX1178" fmla="*/ 1785219 w 3757018"/>
              <a:gd name="connsiteY1178" fmla="*/ 675687 h 2237121"/>
              <a:gd name="connsiteX1179" fmla="*/ 1790118 w 3757018"/>
              <a:gd name="connsiteY1179" fmla="*/ 690856 h 2237121"/>
              <a:gd name="connsiteX1180" fmla="*/ 1809710 w 3757018"/>
              <a:gd name="connsiteY1180" fmla="*/ 689477 h 2237121"/>
              <a:gd name="connsiteX1181" fmla="*/ 1850678 w 3757018"/>
              <a:gd name="connsiteY1181" fmla="*/ 662817 h 2237121"/>
              <a:gd name="connsiteX1182" fmla="*/ 1850678 w 3757018"/>
              <a:gd name="connsiteY1182" fmla="*/ 662816 h 2237121"/>
              <a:gd name="connsiteX1183" fmla="*/ 1809711 w 3757018"/>
              <a:gd name="connsiteY1183" fmla="*/ 689476 h 2237121"/>
              <a:gd name="connsiteX1184" fmla="*/ 1790118 w 3757018"/>
              <a:gd name="connsiteY1184" fmla="*/ 690855 h 2237121"/>
              <a:gd name="connsiteX1185" fmla="*/ 1785219 w 3757018"/>
              <a:gd name="connsiteY1185" fmla="*/ 675687 h 2237121"/>
              <a:gd name="connsiteX1186" fmla="*/ 1753602 w 3757018"/>
              <a:gd name="connsiteY1186" fmla="*/ 666034 h 2237121"/>
              <a:gd name="connsiteX1187" fmla="*/ 1734455 w 3757018"/>
              <a:gd name="connsiteY1187" fmla="*/ 672928 h 2237121"/>
              <a:gd name="connsiteX1188" fmla="*/ 1714861 w 3757018"/>
              <a:gd name="connsiteY1188" fmla="*/ 643970 h 2237121"/>
              <a:gd name="connsiteX1189" fmla="*/ 849194 w 3757018"/>
              <a:gd name="connsiteY1189" fmla="*/ 626963 h 2237121"/>
              <a:gd name="connsiteX1190" fmla="*/ 838507 w 3757018"/>
              <a:gd name="connsiteY1190" fmla="*/ 630181 h 2237121"/>
              <a:gd name="connsiteX1191" fmla="*/ 849194 w 3757018"/>
              <a:gd name="connsiteY1191" fmla="*/ 626964 h 2237121"/>
              <a:gd name="connsiteX1192" fmla="*/ 860863 w 3757018"/>
              <a:gd name="connsiteY1192" fmla="*/ 630477 h 2237121"/>
              <a:gd name="connsiteX1193" fmla="*/ 481375 w 3757018"/>
              <a:gd name="connsiteY1193" fmla="*/ 617771 h 2237121"/>
              <a:gd name="connsiteX1194" fmla="*/ 488945 w 3757018"/>
              <a:gd name="connsiteY1194" fmla="*/ 632020 h 2237121"/>
              <a:gd name="connsiteX1195" fmla="*/ 478257 w 3757018"/>
              <a:gd name="connsiteY1195" fmla="*/ 654543 h 2237121"/>
              <a:gd name="connsiteX1196" fmla="*/ 455102 w 3757018"/>
              <a:gd name="connsiteY1196" fmla="*/ 638455 h 2237121"/>
              <a:gd name="connsiteX1197" fmla="*/ 451094 w 3757018"/>
              <a:gd name="connsiteY1197" fmla="*/ 626964 h 2237121"/>
              <a:gd name="connsiteX1198" fmla="*/ 750668 w 3757018"/>
              <a:gd name="connsiteY1198" fmla="*/ 617329 h 2237121"/>
              <a:gd name="connsiteX1199" fmla="*/ 756126 w 3757018"/>
              <a:gd name="connsiteY1199" fmla="*/ 618231 h 2237121"/>
              <a:gd name="connsiteX1200" fmla="*/ 774070 w 3757018"/>
              <a:gd name="connsiteY1200" fmla="*/ 628973 h 2237121"/>
              <a:gd name="connsiteX1201" fmla="*/ 778391 w 3757018"/>
              <a:gd name="connsiteY1201" fmla="*/ 631561 h 2237121"/>
              <a:gd name="connsiteX1202" fmla="*/ 782844 w 3757018"/>
              <a:gd name="connsiteY1202" fmla="*/ 643971 h 2237121"/>
              <a:gd name="connsiteX1203" fmla="*/ 766813 w 3757018"/>
              <a:gd name="connsiteY1203" fmla="*/ 653164 h 2237121"/>
              <a:gd name="connsiteX1204" fmla="*/ 764586 w 3757018"/>
              <a:gd name="connsiteY1204" fmla="*/ 668792 h 2237121"/>
              <a:gd name="connsiteX1205" fmla="*/ 764587 w 3757018"/>
              <a:gd name="connsiteY1205" fmla="*/ 668792 h 2237121"/>
              <a:gd name="connsiteX1206" fmla="*/ 766813 w 3757018"/>
              <a:gd name="connsiteY1206" fmla="*/ 653164 h 2237121"/>
              <a:gd name="connsiteX1207" fmla="*/ 782845 w 3757018"/>
              <a:gd name="connsiteY1207" fmla="*/ 643971 h 2237121"/>
              <a:gd name="connsiteX1208" fmla="*/ 778392 w 3757018"/>
              <a:gd name="connsiteY1208" fmla="*/ 631561 h 2237121"/>
              <a:gd name="connsiteX1209" fmla="*/ 778391 w 3757018"/>
              <a:gd name="connsiteY1209" fmla="*/ 631561 h 2237121"/>
              <a:gd name="connsiteX1210" fmla="*/ 778391 w 3757018"/>
              <a:gd name="connsiteY1210" fmla="*/ 631560 h 2237121"/>
              <a:gd name="connsiteX1211" fmla="*/ 774070 w 3757018"/>
              <a:gd name="connsiteY1211" fmla="*/ 628973 h 2237121"/>
              <a:gd name="connsiteX1212" fmla="*/ 756127 w 3757018"/>
              <a:gd name="connsiteY1212" fmla="*/ 618230 h 2237121"/>
              <a:gd name="connsiteX1213" fmla="*/ 810899 w 3757018"/>
              <a:gd name="connsiteY1213" fmla="*/ 616392 h 2237121"/>
              <a:gd name="connsiteX1214" fmla="*/ 834498 w 3757018"/>
              <a:gd name="connsiteY1214" fmla="*/ 623286 h 2237121"/>
              <a:gd name="connsiteX1215" fmla="*/ 834499 w 3757018"/>
              <a:gd name="connsiteY1215" fmla="*/ 623286 h 2237121"/>
              <a:gd name="connsiteX1216" fmla="*/ 786435 w 3757018"/>
              <a:gd name="connsiteY1216" fmla="*/ 580793 h 2237121"/>
              <a:gd name="connsiteX1217" fmla="*/ 797094 w 3757018"/>
              <a:gd name="connsiteY1217" fmla="*/ 586515 h 2237121"/>
              <a:gd name="connsiteX1218" fmla="*/ 797094 w 3757018"/>
              <a:gd name="connsiteY1218" fmla="*/ 586514 h 2237121"/>
              <a:gd name="connsiteX1219" fmla="*/ 161648 w 3757018"/>
              <a:gd name="connsiteY1219" fmla="*/ 548364 h 2237121"/>
              <a:gd name="connsiteX1220" fmla="*/ 138938 w 3757018"/>
              <a:gd name="connsiteY1220" fmla="*/ 578241 h 2237121"/>
              <a:gd name="connsiteX1221" fmla="*/ 159867 w 3757018"/>
              <a:gd name="connsiteY1221" fmla="*/ 574564 h 2237121"/>
              <a:gd name="connsiteX1222" fmla="*/ 182577 w 3757018"/>
              <a:gd name="connsiteY1222" fmla="*/ 574564 h 2237121"/>
              <a:gd name="connsiteX1223" fmla="*/ 176788 w 3757018"/>
              <a:gd name="connsiteY1223" fmla="*/ 597087 h 2237121"/>
              <a:gd name="connsiteX1224" fmla="*/ 157640 w 3757018"/>
              <a:gd name="connsiteY1224" fmla="*/ 621908 h 2237121"/>
              <a:gd name="connsiteX1225" fmla="*/ 179460 w 3757018"/>
              <a:gd name="connsiteY1225" fmla="*/ 623287 h 2237121"/>
              <a:gd name="connsiteX1226" fmla="*/ 180796 w 3757018"/>
              <a:gd name="connsiteY1226" fmla="*/ 626505 h 2237121"/>
              <a:gd name="connsiteX1227" fmla="*/ 199498 w 3757018"/>
              <a:gd name="connsiteY1227" fmla="*/ 659140 h 2237121"/>
              <a:gd name="connsiteX1228" fmla="*/ 213748 w 3757018"/>
              <a:gd name="connsiteY1228" fmla="*/ 663737 h 2237121"/>
              <a:gd name="connsiteX1229" fmla="*/ 226662 w 3757018"/>
              <a:gd name="connsiteY1229" fmla="*/ 695912 h 2237121"/>
              <a:gd name="connsiteX1230" fmla="*/ 232896 w 3757018"/>
              <a:gd name="connsiteY1230" fmla="*/ 706943 h 2237121"/>
              <a:gd name="connsiteX1231" fmla="*/ 259169 w 3757018"/>
              <a:gd name="connsiteY1231" fmla="*/ 712000 h 2237121"/>
              <a:gd name="connsiteX1232" fmla="*/ 256497 w 3757018"/>
              <a:gd name="connsiteY1232" fmla="*/ 730386 h 2237121"/>
              <a:gd name="connsiteX1233" fmla="*/ 245810 w 3757018"/>
              <a:gd name="connsiteY1233" fmla="*/ 738659 h 2237121"/>
              <a:gd name="connsiteX1234" fmla="*/ 254271 w 3757018"/>
              <a:gd name="connsiteY1234" fmla="*/ 753368 h 2237121"/>
              <a:gd name="connsiteX1235" fmla="*/ 234678 w 3757018"/>
              <a:gd name="connsiteY1235" fmla="*/ 768077 h 2237121"/>
              <a:gd name="connsiteX1236" fmla="*/ 205733 w 3757018"/>
              <a:gd name="connsiteY1236" fmla="*/ 767617 h 2237121"/>
              <a:gd name="connsiteX1237" fmla="*/ 168327 w 3757018"/>
              <a:gd name="connsiteY1237" fmla="*/ 775891 h 2237121"/>
              <a:gd name="connsiteX1238" fmla="*/ 158531 w 3757018"/>
              <a:gd name="connsiteY1238" fmla="*/ 769915 h 2237121"/>
              <a:gd name="connsiteX1239" fmla="*/ 143836 w 3757018"/>
              <a:gd name="connsiteY1239" fmla="*/ 783246 h 2237121"/>
              <a:gd name="connsiteX1240" fmla="*/ 123797 w 3757018"/>
              <a:gd name="connsiteY1240" fmla="*/ 780028 h 2237121"/>
              <a:gd name="connsiteX1241" fmla="*/ 107766 w 3757018"/>
              <a:gd name="connsiteY1241" fmla="*/ 791060 h 2237121"/>
              <a:gd name="connsiteX1242" fmla="*/ 96634 w 3757018"/>
              <a:gd name="connsiteY1242" fmla="*/ 785544 h 2237121"/>
              <a:gd name="connsiteX1243" fmla="*/ 129140 w 3757018"/>
              <a:gd name="connsiteY1243" fmla="*/ 755667 h 2237121"/>
              <a:gd name="connsiteX1244" fmla="*/ 148734 w 3757018"/>
              <a:gd name="connsiteY1244" fmla="*/ 749231 h 2237121"/>
              <a:gd name="connsiteX1245" fmla="*/ 114891 w 3757018"/>
              <a:gd name="connsiteY1245" fmla="*/ 744635 h 2237121"/>
              <a:gd name="connsiteX1246" fmla="*/ 109102 w 3757018"/>
              <a:gd name="connsiteY1246" fmla="*/ 733143 h 2237121"/>
              <a:gd name="connsiteX1247" fmla="*/ 131812 w 3757018"/>
              <a:gd name="connsiteY1247" fmla="*/ 724410 h 2237121"/>
              <a:gd name="connsiteX1248" fmla="*/ 120680 w 3757018"/>
              <a:gd name="connsiteY1248" fmla="*/ 709242 h 2237121"/>
              <a:gd name="connsiteX1249" fmla="*/ 125133 w 3757018"/>
              <a:gd name="connsiteY1249" fmla="*/ 690856 h 2237121"/>
              <a:gd name="connsiteX1250" fmla="*/ 156750 w 3757018"/>
              <a:gd name="connsiteY1250" fmla="*/ 693614 h 2237121"/>
              <a:gd name="connsiteX1251" fmla="*/ 160312 w 3757018"/>
              <a:gd name="connsiteY1251" fmla="*/ 677066 h 2237121"/>
              <a:gd name="connsiteX1252" fmla="*/ 146508 w 3757018"/>
              <a:gd name="connsiteY1252" fmla="*/ 660059 h 2237121"/>
              <a:gd name="connsiteX1253" fmla="*/ 146062 w 3757018"/>
              <a:gd name="connsiteY1253" fmla="*/ 659599 h 2237121"/>
              <a:gd name="connsiteX1254" fmla="*/ 120680 w 3757018"/>
              <a:gd name="connsiteY1254" fmla="*/ 654543 h 2237121"/>
              <a:gd name="connsiteX1255" fmla="*/ 115781 w 3757018"/>
              <a:gd name="connsiteY1255" fmla="*/ 647189 h 2237121"/>
              <a:gd name="connsiteX1256" fmla="*/ 123797 w 3757018"/>
              <a:gd name="connsiteY1256" fmla="*/ 634778 h 2237121"/>
              <a:gd name="connsiteX1257" fmla="*/ 117117 w 3757018"/>
              <a:gd name="connsiteY1257" fmla="*/ 626964 h 2237121"/>
              <a:gd name="connsiteX1258" fmla="*/ 105540 w 3757018"/>
              <a:gd name="connsiteY1258" fmla="*/ 640294 h 2237121"/>
              <a:gd name="connsiteX1259" fmla="*/ 105094 w 3757018"/>
              <a:gd name="connsiteY1259" fmla="*/ 613175 h 2237121"/>
              <a:gd name="connsiteX1260" fmla="*/ 95298 w 3757018"/>
              <a:gd name="connsiteY1260" fmla="*/ 599385 h 2237121"/>
              <a:gd name="connsiteX1261" fmla="*/ 103758 w 3757018"/>
              <a:gd name="connsiteY1261" fmla="*/ 570886 h 2237121"/>
              <a:gd name="connsiteX1262" fmla="*/ 120680 w 3757018"/>
              <a:gd name="connsiteY1262" fmla="*/ 548824 h 2237121"/>
              <a:gd name="connsiteX1263" fmla="*/ 136711 w 3757018"/>
              <a:gd name="connsiteY1263" fmla="*/ 550662 h 2237121"/>
              <a:gd name="connsiteX1264" fmla="*/ 807780 w 3757018"/>
              <a:gd name="connsiteY1264" fmla="*/ 416903 h 2237121"/>
              <a:gd name="connsiteX1265" fmla="*/ 807780 w 3757018"/>
              <a:gd name="connsiteY1265" fmla="*/ 416904 h 2237121"/>
              <a:gd name="connsiteX1266" fmla="*/ 840732 w 3757018"/>
              <a:gd name="connsiteY1266" fmla="*/ 434830 h 2237121"/>
              <a:gd name="connsiteX1267" fmla="*/ 840733 w 3757018"/>
              <a:gd name="connsiteY1267" fmla="*/ 434829 h 2237121"/>
              <a:gd name="connsiteX1268" fmla="*/ 789968 w 3757018"/>
              <a:gd name="connsiteY1268" fmla="*/ 380131 h 2237121"/>
              <a:gd name="connsiteX1269" fmla="*/ 789968 w 3757018"/>
              <a:gd name="connsiteY1269" fmla="*/ 380132 h 2237121"/>
              <a:gd name="connsiteX1270" fmla="*/ 811788 w 3757018"/>
              <a:gd name="connsiteY1270" fmla="*/ 399437 h 2237121"/>
              <a:gd name="connsiteX1271" fmla="*/ 811788 w 3757018"/>
              <a:gd name="connsiteY1271" fmla="*/ 399436 h 2237121"/>
              <a:gd name="connsiteX1272" fmla="*/ 768595 w 3757018"/>
              <a:gd name="connsiteY1272" fmla="*/ 329110 h 2237121"/>
              <a:gd name="connsiteX1273" fmla="*/ 768594 w 3757018"/>
              <a:gd name="connsiteY1273" fmla="*/ 329111 h 2237121"/>
              <a:gd name="connsiteX1274" fmla="*/ 797539 w 3757018"/>
              <a:gd name="connsiteY1274" fmla="*/ 358068 h 2237121"/>
              <a:gd name="connsiteX1275" fmla="*/ 660385 w 3757018"/>
              <a:gd name="connsiteY1275" fmla="*/ 303830 h 2237121"/>
              <a:gd name="connsiteX1276" fmla="*/ 668400 w 3757018"/>
              <a:gd name="connsiteY1276" fmla="*/ 342899 h 2237121"/>
              <a:gd name="connsiteX1277" fmla="*/ 668401 w 3757018"/>
              <a:gd name="connsiteY1277" fmla="*/ 342900 h 2237121"/>
              <a:gd name="connsiteX1278" fmla="*/ 660386 w 3757018"/>
              <a:gd name="connsiteY1278" fmla="*/ 303830 h 2237121"/>
              <a:gd name="connsiteX1279" fmla="*/ 748806 w 3757018"/>
              <a:gd name="connsiteY1279" fmla="*/ 290887 h 2237121"/>
              <a:gd name="connsiteX1280" fmla="*/ 749001 w 3757018"/>
              <a:gd name="connsiteY1280" fmla="*/ 292798 h 2237121"/>
              <a:gd name="connsiteX1281" fmla="*/ 781508 w 3757018"/>
              <a:gd name="connsiteY1281" fmla="*/ 309805 h 2237121"/>
              <a:gd name="connsiteX1282" fmla="*/ 781508 w 3757018"/>
              <a:gd name="connsiteY1282" fmla="*/ 309804 h 2237121"/>
              <a:gd name="connsiteX1283" fmla="*/ 749001 w 3757018"/>
              <a:gd name="connsiteY1283" fmla="*/ 292797 h 2237121"/>
              <a:gd name="connsiteX1284" fmla="*/ 574745 w 3757018"/>
              <a:gd name="connsiteY1284" fmla="*/ 290051 h 2237121"/>
              <a:gd name="connsiteX1285" fmla="*/ 590473 w 3757018"/>
              <a:gd name="connsiteY1285" fmla="*/ 291878 h 2237121"/>
              <a:gd name="connsiteX1286" fmla="*/ 590473 w 3757018"/>
              <a:gd name="connsiteY1286" fmla="*/ 291877 h 2237121"/>
              <a:gd name="connsiteX1287" fmla="*/ 695498 w 3757018"/>
              <a:gd name="connsiteY1287" fmla="*/ 268437 h 2237121"/>
              <a:gd name="connsiteX1288" fmla="*/ 693783 w 3757018"/>
              <a:gd name="connsiteY1288" fmla="*/ 274871 h 2237121"/>
              <a:gd name="connsiteX1289" fmla="*/ 680121 w 3757018"/>
              <a:gd name="connsiteY1289" fmla="*/ 284826 h 2237121"/>
              <a:gd name="connsiteX1290" fmla="*/ 693783 w 3757018"/>
              <a:gd name="connsiteY1290" fmla="*/ 274872 h 2237121"/>
              <a:gd name="connsiteX1291" fmla="*/ 611403 w 3757018"/>
              <a:gd name="connsiteY1291" fmla="*/ 267976 h 2237121"/>
              <a:gd name="connsiteX1292" fmla="*/ 601607 w 3757018"/>
              <a:gd name="connsiteY1292" fmla="*/ 274411 h 2237121"/>
              <a:gd name="connsiteX1293" fmla="*/ 601606 w 3757018"/>
              <a:gd name="connsiteY1293" fmla="*/ 274411 h 2237121"/>
              <a:gd name="connsiteX1294" fmla="*/ 601607 w 3757018"/>
              <a:gd name="connsiteY1294" fmla="*/ 274412 h 2237121"/>
              <a:gd name="connsiteX1295" fmla="*/ 611403 w 3757018"/>
              <a:gd name="connsiteY1295" fmla="*/ 267977 h 2237121"/>
              <a:gd name="connsiteX1296" fmla="*/ 634113 w 3757018"/>
              <a:gd name="connsiteY1296" fmla="*/ 280847 h 2237121"/>
              <a:gd name="connsiteX1297" fmla="*/ 657714 w 3757018"/>
              <a:gd name="connsiteY1297" fmla="*/ 279928 h 2237121"/>
              <a:gd name="connsiteX1298" fmla="*/ 678643 w 3757018"/>
              <a:gd name="connsiteY1298" fmla="*/ 285903 h 2237121"/>
              <a:gd name="connsiteX1299" fmla="*/ 657714 w 3757018"/>
              <a:gd name="connsiteY1299" fmla="*/ 279927 h 2237121"/>
              <a:gd name="connsiteX1300" fmla="*/ 634113 w 3757018"/>
              <a:gd name="connsiteY1300" fmla="*/ 280846 h 2237121"/>
              <a:gd name="connsiteX1301" fmla="*/ 724955 w 3757018"/>
              <a:gd name="connsiteY1301" fmla="*/ 248211 h 2237121"/>
              <a:gd name="connsiteX1302" fmla="*/ 698682 w 3757018"/>
              <a:gd name="connsiteY1302" fmla="*/ 256485 h 2237121"/>
              <a:gd name="connsiteX1303" fmla="*/ 698682 w 3757018"/>
              <a:gd name="connsiteY1303" fmla="*/ 256486 h 2237121"/>
              <a:gd name="connsiteX1304" fmla="*/ 724955 w 3757018"/>
              <a:gd name="connsiteY1304" fmla="*/ 248212 h 2237121"/>
              <a:gd name="connsiteX1305" fmla="*/ 750782 w 3757018"/>
              <a:gd name="connsiteY1305" fmla="*/ 257865 h 2237121"/>
              <a:gd name="connsiteX1306" fmla="*/ 748345 w 3757018"/>
              <a:gd name="connsiteY1306" fmla="*/ 269813 h 2237121"/>
              <a:gd name="connsiteX1307" fmla="*/ 750783 w 3757018"/>
              <a:gd name="connsiteY1307" fmla="*/ 257864 h 2237121"/>
              <a:gd name="connsiteX1308" fmla="*/ 2677160 w 3757018"/>
              <a:gd name="connsiteY1308" fmla="*/ 159499 h 2237121"/>
              <a:gd name="connsiteX1309" fmla="*/ 2714565 w 3757018"/>
              <a:gd name="connsiteY1309" fmla="*/ 168692 h 2237121"/>
              <a:gd name="connsiteX1310" fmla="*/ 2725697 w 3757018"/>
              <a:gd name="connsiteY1310" fmla="*/ 174668 h 2237121"/>
              <a:gd name="connsiteX1311" fmla="*/ 2699425 w 3757018"/>
              <a:gd name="connsiteY1311" fmla="*/ 175127 h 2237121"/>
              <a:gd name="connsiteX1312" fmla="*/ 2659792 w 3757018"/>
              <a:gd name="connsiteY1312" fmla="*/ 172369 h 2237121"/>
              <a:gd name="connsiteX1313" fmla="*/ 2655339 w 3757018"/>
              <a:gd name="connsiteY1313" fmla="*/ 170990 h 2237121"/>
              <a:gd name="connsiteX1314" fmla="*/ 2658457 w 3757018"/>
              <a:gd name="connsiteY1314" fmla="*/ 161797 h 2237121"/>
              <a:gd name="connsiteX1315" fmla="*/ 2692299 w 3757018"/>
              <a:gd name="connsiteY1315" fmla="*/ 121808 h 2237121"/>
              <a:gd name="connsiteX1316" fmla="*/ 2729259 w 3757018"/>
              <a:gd name="connsiteY1316" fmla="*/ 125025 h 2237121"/>
              <a:gd name="connsiteX1317" fmla="*/ 2781804 w 3757018"/>
              <a:gd name="connsiteY1317" fmla="*/ 131001 h 2237121"/>
              <a:gd name="connsiteX1318" fmla="*/ 2776906 w 3757018"/>
              <a:gd name="connsiteY1318" fmla="*/ 140194 h 2237121"/>
              <a:gd name="connsiteX1319" fmla="*/ 2746180 w 3757018"/>
              <a:gd name="connsiteY1319" fmla="*/ 138356 h 2237121"/>
              <a:gd name="connsiteX1320" fmla="*/ 2700314 w 3757018"/>
              <a:gd name="connsiteY1320" fmla="*/ 129163 h 2237121"/>
              <a:gd name="connsiteX1321" fmla="*/ 2542677 w 3757018"/>
              <a:gd name="connsiteY1321" fmla="*/ 107099 h 2237121"/>
              <a:gd name="connsiteX1322" fmla="*/ 2588098 w 3757018"/>
              <a:gd name="connsiteY1322" fmla="*/ 108018 h 2237121"/>
              <a:gd name="connsiteX1323" fmla="*/ 2668252 w 3757018"/>
              <a:gd name="connsiteY1323" fmla="*/ 119969 h 2237121"/>
              <a:gd name="connsiteX1324" fmla="*/ 2682056 w 3757018"/>
              <a:gd name="connsiteY1324" fmla="*/ 137436 h 2237121"/>
              <a:gd name="connsiteX1325" fmla="*/ 2618378 w 3757018"/>
              <a:gd name="connsiteY1325" fmla="*/ 136516 h 2237121"/>
              <a:gd name="connsiteX1326" fmla="*/ 2597894 w 3757018"/>
              <a:gd name="connsiteY1326" fmla="*/ 142033 h 2237121"/>
              <a:gd name="connsiteX1327" fmla="*/ 2542231 w 3757018"/>
              <a:gd name="connsiteY1327" fmla="*/ 126864 h 2237121"/>
              <a:gd name="connsiteX1328" fmla="*/ 2527091 w 3757018"/>
              <a:gd name="connsiteY1328" fmla="*/ 111235 h 2237121"/>
              <a:gd name="connsiteX1329" fmla="*/ 1347486 w 3757018"/>
              <a:gd name="connsiteY1329" fmla="*/ 89172 h 2237121"/>
              <a:gd name="connsiteX1330" fmla="*/ 1366189 w 3757018"/>
              <a:gd name="connsiteY1330" fmla="*/ 97905 h 2237121"/>
              <a:gd name="connsiteX1331" fmla="*/ 1360401 w 3757018"/>
              <a:gd name="connsiteY1331" fmla="*/ 104800 h 2237121"/>
              <a:gd name="connsiteX1332" fmla="*/ 1309636 w 3757018"/>
              <a:gd name="connsiteY1332" fmla="*/ 116291 h 2237121"/>
              <a:gd name="connsiteX1333" fmla="*/ 1265550 w 3757018"/>
              <a:gd name="connsiteY1333" fmla="*/ 126863 h 2237121"/>
              <a:gd name="connsiteX1334" fmla="*/ 1226810 w 3757018"/>
              <a:gd name="connsiteY1334" fmla="*/ 148927 h 2237121"/>
              <a:gd name="connsiteX1335" fmla="*/ 1214341 w 3757018"/>
              <a:gd name="connsiteY1335" fmla="*/ 171909 h 2237121"/>
              <a:gd name="connsiteX1336" fmla="*/ 1199645 w 3757018"/>
              <a:gd name="connsiteY1336" fmla="*/ 194892 h 2237121"/>
              <a:gd name="connsiteX1337" fmla="*/ 1213451 w 3757018"/>
              <a:gd name="connsiteY1337" fmla="*/ 214657 h 2237121"/>
              <a:gd name="connsiteX1338" fmla="*/ 1257981 w 3757018"/>
              <a:gd name="connsiteY1338" fmla="*/ 234882 h 2237121"/>
              <a:gd name="connsiteX1339" fmla="*/ 1248184 w 3757018"/>
              <a:gd name="connsiteY1339" fmla="*/ 236721 h 2237121"/>
              <a:gd name="connsiteX1340" fmla="*/ 1188068 w 3757018"/>
              <a:gd name="connsiteY1340" fmla="*/ 233502 h 2237121"/>
              <a:gd name="connsiteX1341" fmla="*/ 1177827 w 3757018"/>
              <a:gd name="connsiteY1341" fmla="*/ 222931 h 2237121"/>
              <a:gd name="connsiteX1342" fmla="*/ 1142647 w 3757018"/>
              <a:gd name="connsiteY1342" fmla="*/ 216495 h 2237121"/>
              <a:gd name="connsiteX1343" fmla="*/ 1133741 w 3757018"/>
              <a:gd name="connsiteY1343" fmla="*/ 203166 h 2237121"/>
              <a:gd name="connsiteX1344" fmla="*/ 1149327 w 3757018"/>
              <a:gd name="connsiteY1344" fmla="*/ 198109 h 2237121"/>
              <a:gd name="connsiteX1345" fmla="*/ 1142202 w 3757018"/>
              <a:gd name="connsiteY1345" fmla="*/ 185239 h 2237121"/>
              <a:gd name="connsiteX1346" fmla="*/ 1166248 w 3757018"/>
              <a:gd name="connsiteY1346" fmla="*/ 165015 h 2237121"/>
              <a:gd name="connsiteX1347" fmla="*/ 1148436 w 3757018"/>
              <a:gd name="connsiteY1347" fmla="*/ 162256 h 2237121"/>
              <a:gd name="connsiteX1348" fmla="*/ 1178271 w 3757018"/>
              <a:gd name="connsiteY1348" fmla="*/ 141572 h 2237121"/>
              <a:gd name="connsiteX1349" fmla="*/ 1167139 w 3757018"/>
              <a:gd name="connsiteY1349" fmla="*/ 131001 h 2237121"/>
              <a:gd name="connsiteX1350" fmla="*/ 1197419 w 3757018"/>
              <a:gd name="connsiteY1350" fmla="*/ 119049 h 2237121"/>
              <a:gd name="connsiteX1351" fmla="*/ 1243285 w 3757018"/>
              <a:gd name="connsiteY1351" fmla="*/ 104341 h 2237121"/>
              <a:gd name="connsiteX1352" fmla="*/ 1295385 w 3757018"/>
              <a:gd name="connsiteY1352" fmla="*/ 100203 h 2237121"/>
              <a:gd name="connsiteX1353" fmla="*/ 1317651 w 3757018"/>
              <a:gd name="connsiteY1353" fmla="*/ 91930 h 2237121"/>
              <a:gd name="connsiteX1354" fmla="*/ 1923708 w 3757018"/>
              <a:gd name="connsiteY1354" fmla="*/ 72165 h 2237121"/>
              <a:gd name="connsiteX1355" fmla="*/ 1960668 w 3757018"/>
              <a:gd name="connsiteY1355" fmla="*/ 79520 h 2237121"/>
              <a:gd name="connsiteX1356" fmla="*/ 1945082 w 3757018"/>
              <a:gd name="connsiteY1356" fmla="*/ 85035 h 2237121"/>
              <a:gd name="connsiteX1357" fmla="*/ 1986941 w 3757018"/>
              <a:gd name="connsiteY1357" fmla="*/ 88253 h 2237121"/>
              <a:gd name="connsiteX1358" fmla="*/ 2005198 w 3757018"/>
              <a:gd name="connsiteY1358" fmla="*/ 99284 h 2237121"/>
              <a:gd name="connsiteX1359" fmla="*/ 2013659 w 3757018"/>
              <a:gd name="connsiteY1359" fmla="*/ 93768 h 2237121"/>
              <a:gd name="connsiteX1360" fmla="*/ 2062197 w 3757018"/>
              <a:gd name="connsiteY1360" fmla="*/ 94228 h 2237121"/>
              <a:gd name="connsiteX1361" fmla="*/ 2113852 w 3757018"/>
              <a:gd name="connsiteY1361" fmla="*/ 105260 h 2237121"/>
              <a:gd name="connsiteX1362" fmla="*/ 2138344 w 3757018"/>
              <a:gd name="connsiteY1362" fmla="*/ 113533 h 2237121"/>
              <a:gd name="connsiteX1363" fmla="*/ 2149477 w 3757018"/>
              <a:gd name="connsiteY1363" fmla="*/ 125485 h 2237121"/>
              <a:gd name="connsiteX1364" fmla="*/ 2138789 w 3757018"/>
              <a:gd name="connsiteY1364" fmla="*/ 132379 h 2237121"/>
              <a:gd name="connsiteX1365" fmla="*/ 2109399 w 3757018"/>
              <a:gd name="connsiteY1365" fmla="*/ 145249 h 2237121"/>
              <a:gd name="connsiteX1366" fmla="*/ 2104501 w 3757018"/>
              <a:gd name="connsiteY1366" fmla="*/ 152144 h 2237121"/>
              <a:gd name="connsiteX1367" fmla="*/ 2129438 w 3757018"/>
              <a:gd name="connsiteY1367" fmla="*/ 155362 h 2237121"/>
              <a:gd name="connsiteX1368" fmla="*/ 2161500 w 3757018"/>
              <a:gd name="connsiteY1368" fmla="*/ 161337 h 2237121"/>
              <a:gd name="connsiteX1369" fmla="*/ 2172187 w 3757018"/>
              <a:gd name="connsiteY1369" fmla="*/ 156740 h 2237121"/>
              <a:gd name="connsiteX1370" fmla="*/ 2198014 w 3757018"/>
              <a:gd name="connsiteY1370" fmla="*/ 171909 h 2237121"/>
              <a:gd name="connsiteX1371" fmla="*/ 2198905 w 3757018"/>
              <a:gd name="connsiteY1371" fmla="*/ 165933 h 2237121"/>
              <a:gd name="connsiteX1372" fmla="*/ 2222061 w 3757018"/>
              <a:gd name="connsiteY1372" fmla="*/ 162257 h 2237121"/>
              <a:gd name="connsiteX1373" fmla="*/ 2282622 w 3757018"/>
              <a:gd name="connsiteY1373" fmla="*/ 165933 h 2237121"/>
              <a:gd name="connsiteX1374" fmla="*/ 2299543 w 3757018"/>
              <a:gd name="connsiteY1374" fmla="*/ 176965 h 2237121"/>
              <a:gd name="connsiteX1375" fmla="*/ 2377026 w 3757018"/>
              <a:gd name="connsiteY1375" fmla="*/ 180643 h 2237121"/>
              <a:gd name="connsiteX1376" fmla="*/ 2355652 w 3757018"/>
              <a:gd name="connsiteY1376" fmla="*/ 162716 h 2237121"/>
              <a:gd name="connsiteX1377" fmla="*/ 2397955 w 3757018"/>
              <a:gd name="connsiteY1377" fmla="*/ 166853 h 2237121"/>
              <a:gd name="connsiteX1378" fmla="*/ 2425118 w 3757018"/>
              <a:gd name="connsiteY1378" fmla="*/ 166393 h 2237121"/>
              <a:gd name="connsiteX1379" fmla="*/ 2469204 w 3757018"/>
              <a:gd name="connsiteY1379" fmla="*/ 178804 h 2237121"/>
              <a:gd name="connsiteX1380" fmla="*/ 2495922 w 3757018"/>
              <a:gd name="connsiteY1380" fmla="*/ 193972 h 2237121"/>
              <a:gd name="connsiteX1381" fmla="*/ 2497703 w 3757018"/>
              <a:gd name="connsiteY1381" fmla="*/ 204085 h 2237121"/>
              <a:gd name="connsiteX1382" fmla="*/ 2542679 w 3757018"/>
              <a:gd name="connsiteY1382" fmla="*/ 223390 h 2237121"/>
              <a:gd name="connsiteX1383" fmla="*/ 2582756 w 3757018"/>
              <a:gd name="connsiteY1383" fmla="*/ 233043 h 2237121"/>
              <a:gd name="connsiteX1384" fmla="*/ 2569397 w 3757018"/>
              <a:gd name="connsiteY1384" fmla="*/ 207762 h 2237121"/>
              <a:gd name="connsiteX1385" fmla="*/ 2611255 w 3757018"/>
              <a:gd name="connsiteY1385" fmla="*/ 218334 h 2237121"/>
              <a:gd name="connsiteX1386" fmla="*/ 2633520 w 3757018"/>
              <a:gd name="connsiteY1386" fmla="*/ 211898 h 2237121"/>
              <a:gd name="connsiteX1387" fmla="*/ 2677160 w 3757018"/>
              <a:gd name="connsiteY1387" fmla="*/ 219253 h 2237121"/>
              <a:gd name="connsiteX1388" fmla="*/ 2681613 w 3757018"/>
              <a:gd name="connsiteY1388" fmla="*/ 212818 h 2237121"/>
              <a:gd name="connsiteX1389" fmla="*/ 2715455 w 3757018"/>
              <a:gd name="connsiteY1389" fmla="*/ 216036 h 2237121"/>
              <a:gd name="connsiteX1390" fmla="*/ 2673597 w 3757018"/>
              <a:gd name="connsiteY1390" fmla="*/ 193512 h 2237121"/>
              <a:gd name="connsiteX1391" fmla="*/ 2682949 w 3757018"/>
              <a:gd name="connsiteY1391" fmla="*/ 183400 h 2237121"/>
              <a:gd name="connsiteX1392" fmla="*/ 2862851 w 3757018"/>
              <a:gd name="connsiteY1392" fmla="*/ 199029 h 2237121"/>
              <a:gd name="connsiteX1393" fmla="*/ 2898029 w 3757018"/>
              <a:gd name="connsiteY1393" fmla="*/ 213278 h 2237121"/>
              <a:gd name="connsiteX1394" fmla="*/ 2970614 w 3757018"/>
              <a:gd name="connsiteY1394" fmla="*/ 231664 h 2237121"/>
              <a:gd name="connsiteX1395" fmla="*/ 3036519 w 3757018"/>
              <a:gd name="connsiteY1395" fmla="*/ 227067 h 2237121"/>
              <a:gd name="connsiteX1396" fmla="*/ 3077932 w 3757018"/>
              <a:gd name="connsiteY1396" fmla="*/ 231204 h 2237121"/>
              <a:gd name="connsiteX1397" fmla="*/ 3107321 w 3757018"/>
              <a:gd name="connsiteY1397" fmla="*/ 241317 h 2237121"/>
              <a:gd name="connsiteX1398" fmla="*/ 3130032 w 3757018"/>
              <a:gd name="connsiteY1398" fmla="*/ 259243 h 2237121"/>
              <a:gd name="connsiteX1399" fmla="*/ 3162539 w 3757018"/>
              <a:gd name="connsiteY1399" fmla="*/ 266137 h 2237121"/>
              <a:gd name="connsiteX1400" fmla="*/ 3179906 w 3757018"/>
              <a:gd name="connsiteY1400" fmla="*/ 261082 h 2237121"/>
              <a:gd name="connsiteX1401" fmla="*/ 3211077 w 3757018"/>
              <a:gd name="connsiteY1401" fmla="*/ 260622 h 2237121"/>
              <a:gd name="connsiteX1402" fmla="*/ 3252490 w 3757018"/>
              <a:gd name="connsiteY1402" fmla="*/ 265218 h 2237121"/>
              <a:gd name="connsiteX1403" fmla="*/ 3283216 w 3757018"/>
              <a:gd name="connsiteY1403" fmla="*/ 262460 h 2237121"/>
              <a:gd name="connsiteX1404" fmla="*/ 3346894 w 3757018"/>
              <a:gd name="connsiteY1404" fmla="*/ 284523 h 2237121"/>
              <a:gd name="connsiteX1405" fmla="*/ 3358027 w 3757018"/>
              <a:gd name="connsiteY1405" fmla="*/ 276710 h 2237121"/>
              <a:gd name="connsiteX1406" fmla="*/ 3320176 w 3757018"/>
              <a:gd name="connsiteY1406" fmla="*/ 261082 h 2237121"/>
              <a:gd name="connsiteX1407" fmla="*/ 3312160 w 3757018"/>
              <a:gd name="connsiteY1407" fmla="*/ 250050 h 2237121"/>
              <a:gd name="connsiteX1408" fmla="*/ 3380292 w 3757018"/>
              <a:gd name="connsiteY1408" fmla="*/ 256944 h 2237121"/>
              <a:gd name="connsiteX1409" fmla="*/ 3415916 w 3757018"/>
              <a:gd name="connsiteY1409" fmla="*/ 255565 h 2237121"/>
              <a:gd name="connsiteX1410" fmla="*/ 3486274 w 3757018"/>
              <a:gd name="connsiteY1410" fmla="*/ 267057 h 2237121"/>
              <a:gd name="connsiteX1411" fmla="*/ 3528578 w 3757018"/>
              <a:gd name="connsiteY1411" fmla="*/ 278089 h 2237121"/>
              <a:gd name="connsiteX1412" fmla="*/ 3676418 w 3757018"/>
              <a:gd name="connsiteY1412" fmla="*/ 379671 h 2237121"/>
              <a:gd name="connsiteX1413" fmla="*/ 3667512 w 3757018"/>
              <a:gd name="connsiteY1413" fmla="*/ 391162 h 2237121"/>
              <a:gd name="connsiteX1414" fmla="*/ 3639903 w 3757018"/>
              <a:gd name="connsiteY1414" fmla="*/ 389324 h 2237121"/>
              <a:gd name="connsiteX1415" fmla="*/ 3676418 w 3757018"/>
              <a:gd name="connsiteY1415" fmla="*/ 403114 h 2237121"/>
              <a:gd name="connsiteX1416" fmla="*/ 3716941 w 3757018"/>
              <a:gd name="connsiteY1416" fmla="*/ 424717 h 2237121"/>
              <a:gd name="connsiteX1417" fmla="*/ 3735643 w 3757018"/>
              <a:gd name="connsiteY1417" fmla="*/ 431612 h 2237121"/>
              <a:gd name="connsiteX1418" fmla="*/ 3752565 w 3757018"/>
              <a:gd name="connsiteY1418" fmla="*/ 442644 h 2237121"/>
              <a:gd name="connsiteX1419" fmla="*/ 3757018 w 3757018"/>
              <a:gd name="connsiteY1419" fmla="*/ 449539 h 2237121"/>
              <a:gd name="connsiteX1420" fmla="*/ 3712488 w 3757018"/>
              <a:gd name="connsiteY1420" fmla="*/ 444022 h 2237121"/>
              <a:gd name="connsiteX1421" fmla="*/ 3683097 w 3757018"/>
              <a:gd name="connsiteY1421" fmla="*/ 463787 h 2237121"/>
              <a:gd name="connsiteX1422" fmla="*/ 3669738 w 3757018"/>
              <a:gd name="connsiteY1422" fmla="*/ 467005 h 2237121"/>
              <a:gd name="connsiteX1423" fmla="*/ 3662614 w 3757018"/>
              <a:gd name="connsiteY1423" fmla="*/ 485851 h 2237121"/>
              <a:gd name="connsiteX1424" fmla="*/ 3653708 w 3757018"/>
              <a:gd name="connsiteY1424" fmla="*/ 502398 h 2237121"/>
              <a:gd name="connsiteX1425" fmla="*/ 3661278 w 3757018"/>
              <a:gd name="connsiteY1425" fmla="*/ 514809 h 2237121"/>
              <a:gd name="connsiteX1426" fmla="*/ 3610068 w 3757018"/>
              <a:gd name="connsiteY1426" fmla="*/ 495963 h 2237121"/>
              <a:gd name="connsiteX1427" fmla="*/ 3582904 w 3757018"/>
              <a:gd name="connsiteY1427" fmla="*/ 517107 h 2237121"/>
              <a:gd name="connsiteX1428" fmla="*/ 3561975 w 3757018"/>
              <a:gd name="connsiteY1428" fmla="*/ 506995 h 2237121"/>
              <a:gd name="connsiteX1429" fmla="*/ 3555741 w 3757018"/>
              <a:gd name="connsiteY1429" fmla="*/ 518945 h 2237121"/>
              <a:gd name="connsiteX1430" fmla="*/ 3524570 w 3757018"/>
              <a:gd name="connsiteY1430" fmla="*/ 514809 h 2237121"/>
              <a:gd name="connsiteX1431" fmla="*/ 3538374 w 3757018"/>
              <a:gd name="connsiteY1431" fmla="*/ 532735 h 2237121"/>
              <a:gd name="connsiteX1432" fmla="*/ 3543273 w 3757018"/>
              <a:gd name="connsiteY1432" fmla="*/ 559395 h 2237121"/>
              <a:gd name="connsiteX1433" fmla="*/ 3556186 w 3757018"/>
              <a:gd name="connsiteY1433" fmla="*/ 570426 h 2237121"/>
              <a:gd name="connsiteX1434" fmla="*/ 3586467 w 3757018"/>
              <a:gd name="connsiteY1434" fmla="*/ 576402 h 2237121"/>
              <a:gd name="connsiteX1435" fmla="*/ 3626990 w 3757018"/>
              <a:gd name="connsiteY1435" fmla="*/ 616391 h 2237121"/>
              <a:gd name="connsiteX1436" fmla="*/ 3608732 w 3757018"/>
              <a:gd name="connsiteY1436" fmla="*/ 617770 h 2237121"/>
              <a:gd name="connsiteX1437" fmla="*/ 3623872 w 3757018"/>
              <a:gd name="connsiteY1437" fmla="*/ 640753 h 2237121"/>
              <a:gd name="connsiteX1438" fmla="*/ 3644802 w 3757018"/>
              <a:gd name="connsiteY1438" fmla="*/ 652704 h 2237121"/>
              <a:gd name="connsiteX1439" fmla="*/ 3622537 w 3757018"/>
              <a:gd name="connsiteY1439" fmla="*/ 666953 h 2237121"/>
              <a:gd name="connsiteX1440" fmla="*/ 3646583 w 3757018"/>
              <a:gd name="connsiteY1440" fmla="*/ 699128 h 2237121"/>
              <a:gd name="connsiteX1441" fmla="*/ 3621201 w 3757018"/>
              <a:gd name="connsiteY1441" fmla="*/ 706023 h 2237121"/>
              <a:gd name="connsiteX1442" fmla="*/ 3641239 w 3757018"/>
              <a:gd name="connsiteY1442" fmla="*/ 734522 h 2237121"/>
              <a:gd name="connsiteX1443" fmla="*/ 3633669 w 3757018"/>
              <a:gd name="connsiteY1443" fmla="*/ 761181 h 2237121"/>
              <a:gd name="connsiteX1444" fmla="*/ 3608286 w 3757018"/>
              <a:gd name="connsiteY1444" fmla="*/ 741417 h 2237121"/>
              <a:gd name="connsiteX1445" fmla="*/ 3561530 w 3757018"/>
              <a:gd name="connsiteY1445" fmla="*/ 700508 h 2237121"/>
              <a:gd name="connsiteX1446" fmla="*/ 3489391 w 3757018"/>
              <a:gd name="connsiteY1446" fmla="*/ 637995 h 2237121"/>
              <a:gd name="connsiteX1447" fmla="*/ 3460446 w 3757018"/>
              <a:gd name="connsiteY1447" fmla="*/ 599844 h 2237121"/>
              <a:gd name="connsiteX1448" fmla="*/ 3460892 w 3757018"/>
              <a:gd name="connsiteY1448" fmla="*/ 583297 h 2237121"/>
              <a:gd name="connsiteX1449" fmla="*/ 3448423 w 3757018"/>
              <a:gd name="connsiteY1449" fmla="*/ 570426 h 2237121"/>
              <a:gd name="connsiteX1450" fmla="*/ 3473805 w 3757018"/>
              <a:gd name="connsiteY1450" fmla="*/ 564451 h 2237121"/>
              <a:gd name="connsiteX1451" fmla="*/ 3472915 w 3757018"/>
              <a:gd name="connsiteY1451" fmla="*/ 529977 h 2237121"/>
              <a:gd name="connsiteX1452" fmla="*/ 3476032 w 3757018"/>
              <a:gd name="connsiteY1452" fmla="*/ 502398 h 2237121"/>
              <a:gd name="connsiteX1453" fmla="*/ 3487164 w 3757018"/>
              <a:gd name="connsiteY1453" fmla="*/ 480794 h 2237121"/>
              <a:gd name="connsiteX1454" fmla="*/ 3457775 w 3757018"/>
              <a:gd name="connsiteY1454" fmla="*/ 443103 h 2237121"/>
              <a:gd name="connsiteX1455" fmla="*/ 3436845 w 3757018"/>
              <a:gd name="connsiteY1455" fmla="*/ 445401 h 2237121"/>
              <a:gd name="connsiteX1456" fmla="*/ 3451095 w 3757018"/>
              <a:gd name="connsiteY1456" fmla="*/ 467465 h 2237121"/>
              <a:gd name="connsiteX1457" fmla="*/ 3435064 w 3757018"/>
              <a:gd name="connsiteY1457" fmla="*/ 496882 h 2237121"/>
              <a:gd name="connsiteX1458" fmla="*/ 3380292 w 3757018"/>
              <a:gd name="connsiteY1458" fmla="*/ 463787 h 2237121"/>
              <a:gd name="connsiteX1459" fmla="*/ 3339770 w 3757018"/>
              <a:gd name="connsiteY1459" fmla="*/ 472980 h 2237121"/>
              <a:gd name="connsiteX1460" fmla="*/ 3339770 w 3757018"/>
              <a:gd name="connsiteY1460" fmla="*/ 518026 h 2237121"/>
              <a:gd name="connsiteX1461" fmla="*/ 3374058 w 3757018"/>
              <a:gd name="connsiteY1461" fmla="*/ 534574 h 2237121"/>
              <a:gd name="connsiteX1462" fmla="*/ 3336207 w 3757018"/>
              <a:gd name="connsiteY1462" fmla="*/ 541928 h 2237121"/>
              <a:gd name="connsiteX1463" fmla="*/ 3307707 w 3757018"/>
              <a:gd name="connsiteY1463" fmla="*/ 544686 h 2237121"/>
              <a:gd name="connsiteX1464" fmla="*/ 3288560 w 3757018"/>
              <a:gd name="connsiteY1464" fmla="*/ 524921 h 2237121"/>
              <a:gd name="connsiteX1465" fmla="*/ 3252936 w 3757018"/>
              <a:gd name="connsiteY1465" fmla="*/ 520784 h 2237121"/>
              <a:gd name="connsiteX1466" fmla="*/ 3241803 w 3757018"/>
              <a:gd name="connsiteY1466" fmla="*/ 534114 h 2237121"/>
              <a:gd name="connsiteX1467" fmla="*/ 3174562 w 3757018"/>
              <a:gd name="connsiteY1467" fmla="*/ 529518 h 2237121"/>
              <a:gd name="connsiteX1468" fmla="*/ 3115783 w 3757018"/>
              <a:gd name="connsiteY1468" fmla="*/ 537331 h 2237121"/>
              <a:gd name="connsiteX1469" fmla="*/ 3100197 w 3757018"/>
              <a:gd name="connsiteY1469" fmla="*/ 591110 h 2237121"/>
              <a:gd name="connsiteX1470" fmla="*/ 3077932 w 3757018"/>
              <a:gd name="connsiteY1470" fmla="*/ 656381 h 2237121"/>
              <a:gd name="connsiteX1471" fmla="*/ 3114446 w 3757018"/>
              <a:gd name="connsiteY1471" fmla="*/ 660058 h 2237121"/>
              <a:gd name="connsiteX1472" fmla="*/ 3139829 w 3757018"/>
              <a:gd name="connsiteY1472" fmla="*/ 677525 h 2237121"/>
              <a:gd name="connsiteX1473" fmla="*/ 3165656 w 3757018"/>
              <a:gd name="connsiteY1473" fmla="*/ 683501 h 2237121"/>
              <a:gd name="connsiteX1474" fmla="*/ 3167437 w 3757018"/>
              <a:gd name="connsiteY1474" fmla="*/ 669711 h 2237121"/>
              <a:gd name="connsiteX1475" fmla="*/ 3192374 w 3757018"/>
              <a:gd name="connsiteY1475" fmla="*/ 671549 h 2237121"/>
              <a:gd name="connsiteX1476" fmla="*/ 3249373 w 3757018"/>
              <a:gd name="connsiteY1476" fmla="*/ 702347 h 2237121"/>
              <a:gd name="connsiteX1477" fmla="*/ 3270302 w 3757018"/>
              <a:gd name="connsiteY1477" fmla="*/ 726248 h 2237121"/>
              <a:gd name="connsiteX1478" fmla="*/ 3276536 w 3757018"/>
              <a:gd name="connsiteY1478" fmla="*/ 754746 h 2237121"/>
              <a:gd name="connsiteX1479" fmla="*/ 3301028 w 3757018"/>
              <a:gd name="connsiteY1479" fmla="*/ 788760 h 2237121"/>
              <a:gd name="connsiteX1480" fmla="*/ 3324629 w 3757018"/>
              <a:gd name="connsiteY1480" fmla="*/ 834267 h 2237121"/>
              <a:gd name="connsiteX1481" fmla="*/ 3320176 w 3757018"/>
              <a:gd name="connsiteY1481" fmla="*/ 876094 h 2237121"/>
              <a:gd name="connsiteX1482" fmla="*/ 3325965 w 3757018"/>
              <a:gd name="connsiteY1482" fmla="*/ 895859 h 2237121"/>
              <a:gd name="connsiteX1483" fmla="*/ 3317059 w 3757018"/>
              <a:gd name="connsiteY1483" fmla="*/ 929874 h 2237121"/>
              <a:gd name="connsiteX1484" fmla="*/ 3307707 w 3757018"/>
              <a:gd name="connsiteY1484" fmla="*/ 963428 h 2237121"/>
              <a:gd name="connsiteX1485" fmla="*/ 3303700 w 3757018"/>
              <a:gd name="connsiteY1485" fmla="*/ 980436 h 2237121"/>
              <a:gd name="connsiteX1486" fmla="*/ 3283216 w 3757018"/>
              <a:gd name="connsiteY1486" fmla="*/ 997443 h 2237121"/>
              <a:gd name="connsiteX1487" fmla="*/ 3269412 w 3757018"/>
              <a:gd name="connsiteY1487" fmla="*/ 997902 h 2237121"/>
              <a:gd name="connsiteX1488" fmla="*/ 3246256 w 3757018"/>
              <a:gd name="connsiteY1488" fmla="*/ 983653 h 2237121"/>
              <a:gd name="connsiteX1489" fmla="*/ 3227999 w 3757018"/>
              <a:gd name="connsiteY1489" fmla="*/ 1005257 h 2237121"/>
              <a:gd name="connsiteX1490" fmla="*/ 3230225 w 3757018"/>
              <a:gd name="connsiteY1490" fmla="*/ 1014909 h 2237121"/>
              <a:gd name="connsiteX1491" fmla="*/ 3228623 w 3757018"/>
              <a:gd name="connsiteY1491" fmla="*/ 1013610 h 2237121"/>
              <a:gd name="connsiteX1492" fmla="*/ 3230224 w 3757018"/>
              <a:gd name="connsiteY1492" fmla="*/ 1014909 h 2237121"/>
              <a:gd name="connsiteX1493" fmla="*/ 3220428 w 3757018"/>
              <a:gd name="connsiteY1493" fmla="*/ 1013070 h 2237121"/>
              <a:gd name="connsiteX1494" fmla="*/ 3215975 w 3757018"/>
              <a:gd name="connsiteY1494" fmla="*/ 1023183 h 2237121"/>
              <a:gd name="connsiteX1495" fmla="*/ 3214639 w 3757018"/>
              <a:gd name="connsiteY1495" fmla="*/ 1032835 h 2237121"/>
              <a:gd name="connsiteX1496" fmla="*/ 3227107 w 3757018"/>
              <a:gd name="connsiteY1496" fmla="*/ 1053979 h 2237121"/>
              <a:gd name="connsiteX1497" fmla="*/ 3218647 w 3757018"/>
              <a:gd name="connsiteY1497" fmla="*/ 1060414 h 2237121"/>
              <a:gd name="connsiteX1498" fmla="*/ 3217312 w 3757018"/>
              <a:gd name="connsiteY1498" fmla="*/ 1065470 h 2237121"/>
              <a:gd name="connsiteX1499" fmla="*/ 3213303 w 3757018"/>
              <a:gd name="connsiteY1499" fmla="*/ 1074204 h 2237121"/>
              <a:gd name="connsiteX1500" fmla="*/ 3200389 w 3757018"/>
              <a:gd name="connsiteY1500" fmla="*/ 1079260 h 2237121"/>
              <a:gd name="connsiteX1501" fmla="*/ 3194155 w 3757018"/>
              <a:gd name="connsiteY1501" fmla="*/ 1087074 h 2237121"/>
              <a:gd name="connsiteX1502" fmla="*/ 3199944 w 3757018"/>
              <a:gd name="connsiteY1502" fmla="*/ 1099485 h 2237121"/>
              <a:gd name="connsiteX1503" fmla="*/ 3198608 w 3757018"/>
              <a:gd name="connsiteY1503" fmla="*/ 1102702 h 2237121"/>
              <a:gd name="connsiteX1504" fmla="*/ 3210186 w 3757018"/>
              <a:gd name="connsiteY1504" fmla="*/ 1107759 h 2237121"/>
              <a:gd name="connsiteX1505" fmla="*/ 3229779 w 3757018"/>
              <a:gd name="connsiteY1505" fmla="*/ 1120628 h 2237121"/>
              <a:gd name="connsiteX1506" fmla="*/ 3229779 w 3757018"/>
              <a:gd name="connsiteY1506" fmla="*/ 1127523 h 2237121"/>
              <a:gd name="connsiteX1507" fmla="*/ 3220873 w 3757018"/>
              <a:gd name="connsiteY1507" fmla="*/ 1129362 h 2237121"/>
              <a:gd name="connsiteX1508" fmla="*/ 3204842 w 3757018"/>
              <a:gd name="connsiteY1508" fmla="*/ 1131200 h 2237121"/>
              <a:gd name="connsiteX1509" fmla="*/ 3202171 w 3757018"/>
              <a:gd name="connsiteY1509" fmla="*/ 1144071 h 2237121"/>
              <a:gd name="connsiteX1510" fmla="*/ 3191038 w 3757018"/>
              <a:gd name="connsiteY1510" fmla="*/ 1143151 h 2237121"/>
              <a:gd name="connsiteX1511" fmla="*/ 3191038 w 3757018"/>
              <a:gd name="connsiteY1511" fmla="*/ 1145909 h 2237121"/>
              <a:gd name="connsiteX1512" fmla="*/ 3176788 w 3757018"/>
              <a:gd name="connsiteY1512" fmla="*/ 1140393 h 2237121"/>
              <a:gd name="connsiteX1513" fmla="*/ 3176343 w 3757018"/>
              <a:gd name="connsiteY1513" fmla="*/ 1145909 h 2237121"/>
              <a:gd name="connsiteX1514" fmla="*/ 3170555 w 3757018"/>
              <a:gd name="connsiteY1514" fmla="*/ 1148207 h 2237121"/>
              <a:gd name="connsiteX1515" fmla="*/ 3167437 w 3757018"/>
              <a:gd name="connsiteY1515" fmla="*/ 1142691 h 2237121"/>
              <a:gd name="connsiteX1516" fmla="*/ 3159867 w 3757018"/>
              <a:gd name="connsiteY1516" fmla="*/ 1139934 h 2237121"/>
              <a:gd name="connsiteX1517" fmla="*/ 3151406 w 3757018"/>
              <a:gd name="connsiteY1517" fmla="*/ 1135338 h 2237121"/>
              <a:gd name="connsiteX1518" fmla="*/ 3151852 w 3757018"/>
              <a:gd name="connsiteY1518" fmla="*/ 1122467 h 2237121"/>
              <a:gd name="connsiteX1519" fmla="*/ 3155859 w 3757018"/>
              <a:gd name="connsiteY1519" fmla="*/ 1118790 h 2237121"/>
              <a:gd name="connsiteX1520" fmla="*/ 3151406 w 3757018"/>
              <a:gd name="connsiteY1520" fmla="*/ 1113733 h 2237121"/>
              <a:gd name="connsiteX1521" fmla="*/ 3149625 w 3757018"/>
              <a:gd name="connsiteY1521" fmla="*/ 1097646 h 2237121"/>
              <a:gd name="connsiteX1522" fmla="*/ 3145617 w 3757018"/>
              <a:gd name="connsiteY1522" fmla="*/ 1093049 h 2237121"/>
              <a:gd name="connsiteX1523" fmla="*/ 3130478 w 3757018"/>
              <a:gd name="connsiteY1523" fmla="*/ 1089832 h 2237121"/>
              <a:gd name="connsiteX1524" fmla="*/ 3115338 w 3757018"/>
              <a:gd name="connsiteY1524" fmla="*/ 1082019 h 2237121"/>
              <a:gd name="connsiteX1525" fmla="*/ 3087283 w 3757018"/>
              <a:gd name="connsiteY1525" fmla="*/ 1090293 h 2237121"/>
              <a:gd name="connsiteX1526" fmla="*/ 3076596 w 3757018"/>
              <a:gd name="connsiteY1526" fmla="*/ 1104082 h 2237121"/>
              <a:gd name="connsiteX1527" fmla="*/ 3055222 w 3757018"/>
              <a:gd name="connsiteY1527" fmla="*/ 1112356 h 2237121"/>
              <a:gd name="connsiteX1528" fmla="*/ 3061010 w 3757018"/>
              <a:gd name="connsiteY1528" fmla="*/ 1098566 h 2237121"/>
              <a:gd name="connsiteX1529" fmla="*/ 3050769 w 3757018"/>
              <a:gd name="connsiteY1529" fmla="*/ 1087075 h 2237121"/>
              <a:gd name="connsiteX1530" fmla="*/ 3059675 w 3757018"/>
              <a:gd name="connsiteY1530" fmla="*/ 1067310 h 2237121"/>
              <a:gd name="connsiteX1531" fmla="*/ 3039637 w 3757018"/>
              <a:gd name="connsiteY1531" fmla="*/ 1052141 h 2237121"/>
              <a:gd name="connsiteX1532" fmla="*/ 3024496 w 3757018"/>
              <a:gd name="connsiteY1532" fmla="*/ 1062254 h 2237121"/>
              <a:gd name="connsiteX1533" fmla="*/ 3008465 w 3757018"/>
              <a:gd name="connsiteY1533" fmla="*/ 1082939 h 2237121"/>
              <a:gd name="connsiteX1534" fmla="*/ 3002676 w 3757018"/>
              <a:gd name="connsiteY1534" fmla="*/ 1101784 h 2237121"/>
              <a:gd name="connsiteX1535" fmla="*/ 2980411 w 3757018"/>
              <a:gd name="connsiteY1535" fmla="*/ 1103163 h 2237121"/>
              <a:gd name="connsiteX1536" fmla="*/ 2974622 w 3757018"/>
              <a:gd name="connsiteY1536" fmla="*/ 1116952 h 2237121"/>
              <a:gd name="connsiteX1537" fmla="*/ 2995996 w 3757018"/>
              <a:gd name="connsiteY1537" fmla="*/ 1136718 h 2237121"/>
              <a:gd name="connsiteX1538" fmla="*/ 3017371 w 3757018"/>
              <a:gd name="connsiteY1538" fmla="*/ 1141773 h 2237121"/>
              <a:gd name="connsiteX1539" fmla="*/ 3023605 w 3757018"/>
              <a:gd name="connsiteY1539" fmla="*/ 1154644 h 2237121"/>
              <a:gd name="connsiteX1540" fmla="*/ 3046316 w 3757018"/>
              <a:gd name="connsiteY1540" fmla="*/ 1163378 h 2237121"/>
              <a:gd name="connsiteX1541" fmla="*/ 3063237 w 3757018"/>
              <a:gd name="connsiteY1541" fmla="*/ 1142233 h 2237121"/>
              <a:gd name="connsiteX1542" fmla="*/ 3089510 w 3757018"/>
              <a:gd name="connsiteY1542" fmla="*/ 1153725 h 2237121"/>
              <a:gd name="connsiteX1543" fmla="*/ 3105095 w 3757018"/>
              <a:gd name="connsiteY1543" fmla="*/ 1154644 h 2237121"/>
              <a:gd name="connsiteX1544" fmla="*/ 3115338 w 3757018"/>
              <a:gd name="connsiteY1544" fmla="*/ 1169812 h 2237121"/>
              <a:gd name="connsiteX1545" fmla="*/ 3085502 w 3757018"/>
              <a:gd name="connsiteY1545" fmla="*/ 1178086 h 2237121"/>
              <a:gd name="connsiteX1546" fmla="*/ 3081049 w 3757018"/>
              <a:gd name="connsiteY1546" fmla="*/ 1194174 h 2237121"/>
              <a:gd name="connsiteX1547" fmla="*/ 3064128 w 3757018"/>
              <a:gd name="connsiteY1547" fmla="*/ 1208883 h 2237121"/>
              <a:gd name="connsiteX1548" fmla="*/ 3060120 w 3757018"/>
              <a:gd name="connsiteY1548" fmla="*/ 1229567 h 2237121"/>
              <a:gd name="connsiteX1549" fmla="*/ 3091736 w 3757018"/>
              <a:gd name="connsiteY1549" fmla="*/ 1245655 h 2237121"/>
              <a:gd name="connsiteX1550" fmla="*/ 3112220 w 3757018"/>
              <a:gd name="connsiteY1550" fmla="*/ 1274613 h 2237121"/>
              <a:gd name="connsiteX1551" fmla="*/ 3136712 w 3757018"/>
              <a:gd name="connsiteY1551" fmla="*/ 1301732 h 2237121"/>
              <a:gd name="connsiteX1552" fmla="*/ 3161203 w 3757018"/>
              <a:gd name="connsiteY1552" fmla="*/ 1324255 h 2237121"/>
              <a:gd name="connsiteX1553" fmla="*/ 3168329 w 3757018"/>
              <a:gd name="connsiteY1553" fmla="*/ 1346318 h 2237121"/>
              <a:gd name="connsiteX1554" fmla="*/ 3155860 w 3757018"/>
              <a:gd name="connsiteY1554" fmla="*/ 1354592 h 2237121"/>
              <a:gd name="connsiteX1555" fmla="*/ 3166548 w 3757018"/>
              <a:gd name="connsiteY1555" fmla="*/ 1370221 h 2237121"/>
              <a:gd name="connsiteX1556" fmla="*/ 3183914 w 3757018"/>
              <a:gd name="connsiteY1556" fmla="*/ 1379414 h 2237121"/>
              <a:gd name="connsiteX1557" fmla="*/ 3187476 w 3757018"/>
              <a:gd name="connsiteY1557" fmla="*/ 1403315 h 2237121"/>
              <a:gd name="connsiteX1558" fmla="*/ 3187922 w 3757018"/>
              <a:gd name="connsiteY1558" fmla="*/ 1426757 h 2237121"/>
              <a:gd name="connsiteX1559" fmla="*/ 3175454 w 3757018"/>
              <a:gd name="connsiteY1559" fmla="*/ 1429515 h 2237121"/>
              <a:gd name="connsiteX1560" fmla="*/ 3166102 w 3757018"/>
              <a:gd name="connsiteY1560" fmla="*/ 1461231 h 2237121"/>
              <a:gd name="connsiteX1561" fmla="*/ 3155860 w 3757018"/>
              <a:gd name="connsiteY1561" fmla="*/ 1500302 h 2237121"/>
              <a:gd name="connsiteX1562" fmla="*/ 3140719 w 3757018"/>
              <a:gd name="connsiteY1562" fmla="*/ 1535235 h 2237121"/>
              <a:gd name="connsiteX1563" fmla="*/ 3112220 w 3757018"/>
              <a:gd name="connsiteY1563" fmla="*/ 1562355 h 2237121"/>
              <a:gd name="connsiteX1564" fmla="*/ 3082830 w 3757018"/>
              <a:gd name="connsiteY1564" fmla="*/ 1587636 h 2237121"/>
              <a:gd name="connsiteX1565" fmla="*/ 3055667 w 3757018"/>
              <a:gd name="connsiteY1565" fmla="*/ 1590853 h 2237121"/>
              <a:gd name="connsiteX1566" fmla="*/ 3042753 w 3757018"/>
              <a:gd name="connsiteY1566" fmla="*/ 1603724 h 2237121"/>
              <a:gd name="connsiteX1567" fmla="*/ 3032511 w 3757018"/>
              <a:gd name="connsiteY1567" fmla="*/ 1594530 h 2237121"/>
              <a:gd name="connsiteX1568" fmla="*/ 3021379 w 3757018"/>
              <a:gd name="connsiteY1568" fmla="*/ 1608779 h 2237121"/>
              <a:gd name="connsiteX1569" fmla="*/ 2989317 w 3757018"/>
              <a:gd name="connsiteY1569" fmla="*/ 1623948 h 2237121"/>
              <a:gd name="connsiteX1570" fmla="*/ 2963490 w 3757018"/>
              <a:gd name="connsiteY1570" fmla="*/ 1628084 h 2237121"/>
              <a:gd name="connsiteX1571" fmla="*/ 2960372 w 3757018"/>
              <a:gd name="connsiteY1571" fmla="*/ 1659341 h 2237121"/>
              <a:gd name="connsiteX1572" fmla="*/ 2946568 w 3757018"/>
              <a:gd name="connsiteY1572" fmla="*/ 1661180 h 2237121"/>
              <a:gd name="connsiteX1573" fmla="*/ 2936771 w 3757018"/>
              <a:gd name="connsiteY1573" fmla="*/ 1639576 h 2237121"/>
              <a:gd name="connsiteX1574" fmla="*/ 2940779 w 3757018"/>
              <a:gd name="connsiteY1574" fmla="*/ 1628544 h 2237121"/>
              <a:gd name="connsiteX1575" fmla="*/ 2906046 w 3757018"/>
              <a:gd name="connsiteY1575" fmla="*/ 1618891 h 2237121"/>
              <a:gd name="connsiteX1576" fmla="*/ 2895358 w 3757018"/>
              <a:gd name="connsiteY1576" fmla="*/ 1623948 h 2237121"/>
              <a:gd name="connsiteX1577" fmla="*/ 2895356 w 3757018"/>
              <a:gd name="connsiteY1577" fmla="*/ 1623947 h 2237121"/>
              <a:gd name="connsiteX1578" fmla="*/ 2866412 w 3757018"/>
              <a:gd name="connsiteY1578" fmla="*/ 1648768 h 2237121"/>
              <a:gd name="connsiteX1579" fmla="*/ 2849936 w 3757018"/>
              <a:gd name="connsiteY1579" fmla="*/ 1676807 h 2237121"/>
              <a:gd name="connsiteX1580" fmla="*/ 2847264 w 3757018"/>
              <a:gd name="connsiteY1580" fmla="*/ 1697491 h 2237121"/>
              <a:gd name="connsiteX1581" fmla="*/ 2870865 w 3757018"/>
              <a:gd name="connsiteY1581" fmla="*/ 1728287 h 2237121"/>
              <a:gd name="connsiteX1582" fmla="*/ 2899809 w 3757018"/>
              <a:gd name="connsiteY1582" fmla="*/ 1766898 h 2237121"/>
              <a:gd name="connsiteX1583" fmla="*/ 2925192 w 3757018"/>
              <a:gd name="connsiteY1583" fmla="*/ 1785284 h 2237121"/>
              <a:gd name="connsiteX1584" fmla="*/ 2943450 w 3757018"/>
              <a:gd name="connsiteY1584" fmla="*/ 1808726 h 2237121"/>
              <a:gd name="connsiteX1585" fmla="*/ 2961262 w 3757018"/>
              <a:gd name="connsiteY1585" fmla="*/ 1863424 h 2237121"/>
              <a:gd name="connsiteX1586" fmla="*/ 2963042 w 3757018"/>
              <a:gd name="connsiteY1586" fmla="*/ 1915365 h 2237121"/>
              <a:gd name="connsiteX1587" fmla="*/ 2943895 w 3757018"/>
              <a:gd name="connsiteY1587" fmla="*/ 1934670 h 2237121"/>
              <a:gd name="connsiteX1588" fmla="*/ 2916732 w 3757018"/>
              <a:gd name="connsiteY1588" fmla="*/ 1953975 h 2237121"/>
              <a:gd name="connsiteX1589" fmla="*/ 2898029 w 3757018"/>
              <a:gd name="connsiteY1589" fmla="*/ 1978337 h 2237121"/>
              <a:gd name="connsiteX1590" fmla="*/ 2868638 w 3757018"/>
              <a:gd name="connsiteY1590" fmla="*/ 2005916 h 2237121"/>
              <a:gd name="connsiteX1591" fmla="*/ 2858396 w 3757018"/>
              <a:gd name="connsiteY1591" fmla="*/ 1987071 h 2237121"/>
              <a:gd name="connsiteX1592" fmla="*/ 2863740 w 3757018"/>
              <a:gd name="connsiteY1592" fmla="*/ 1966846 h 2237121"/>
              <a:gd name="connsiteX1593" fmla="*/ 2844147 w 3757018"/>
              <a:gd name="connsiteY1593" fmla="*/ 1950299 h 2237121"/>
              <a:gd name="connsiteX1594" fmla="*/ 2844148 w 3757018"/>
              <a:gd name="connsiteY1594" fmla="*/ 1950298 h 2237121"/>
              <a:gd name="connsiteX1595" fmla="*/ 2822774 w 3757018"/>
              <a:gd name="connsiteY1595" fmla="*/ 1946162 h 2237121"/>
              <a:gd name="connsiteX1596" fmla="*/ 2811196 w 3757018"/>
              <a:gd name="connsiteY1596" fmla="*/ 1930534 h 2237121"/>
              <a:gd name="connsiteX1597" fmla="*/ 2795610 w 3757018"/>
              <a:gd name="connsiteY1597" fmla="*/ 1900197 h 2237121"/>
              <a:gd name="connsiteX1598" fmla="*/ 2786259 w 3757018"/>
              <a:gd name="connsiteY1598" fmla="*/ 1864344 h 2237121"/>
              <a:gd name="connsiteX1599" fmla="*/ 2800063 w 3757018"/>
              <a:gd name="connsiteY1599" fmla="*/ 1839983 h 2237121"/>
              <a:gd name="connsiteX1600" fmla="*/ 2800062 w 3757018"/>
              <a:gd name="connsiteY1600" fmla="*/ 1839983 h 2237121"/>
              <a:gd name="connsiteX1601" fmla="*/ 2786258 w 3757018"/>
              <a:gd name="connsiteY1601" fmla="*/ 1864344 h 2237121"/>
              <a:gd name="connsiteX1602" fmla="*/ 2795609 w 3757018"/>
              <a:gd name="connsiteY1602" fmla="*/ 1900197 h 2237121"/>
              <a:gd name="connsiteX1603" fmla="*/ 2772008 w 3757018"/>
              <a:gd name="connsiteY1603" fmla="*/ 1886407 h 2237121"/>
              <a:gd name="connsiteX1604" fmla="*/ 2750634 w 3757018"/>
              <a:gd name="connsiteY1604" fmla="*/ 1887327 h 2237121"/>
              <a:gd name="connsiteX1605" fmla="*/ 2751970 w 3757018"/>
              <a:gd name="connsiteY1605" fmla="*/ 1863885 h 2237121"/>
              <a:gd name="connsiteX1606" fmla="*/ 2730150 w 3757018"/>
              <a:gd name="connsiteY1606" fmla="*/ 1863885 h 2237121"/>
              <a:gd name="connsiteX1607" fmla="*/ 2731040 w 3757018"/>
              <a:gd name="connsiteY1607" fmla="*/ 1896520 h 2237121"/>
              <a:gd name="connsiteX1608" fmla="*/ 2721244 w 3757018"/>
              <a:gd name="connsiteY1608" fmla="*/ 1939727 h 2237121"/>
              <a:gd name="connsiteX1609" fmla="*/ 2715010 w 3757018"/>
              <a:gd name="connsiteY1609" fmla="*/ 1965927 h 2237121"/>
              <a:gd name="connsiteX1610" fmla="*/ 2718126 w 3757018"/>
              <a:gd name="connsiteY1610" fmla="*/ 1987071 h 2237121"/>
              <a:gd name="connsiteX1611" fmla="*/ 2734603 w 3757018"/>
              <a:gd name="connsiteY1611" fmla="*/ 1987991 h 2237121"/>
              <a:gd name="connsiteX1612" fmla="*/ 2746626 w 3757018"/>
              <a:gd name="connsiteY1612" fmla="*/ 2015110 h 2237121"/>
              <a:gd name="connsiteX1613" fmla="*/ 2752415 w 3757018"/>
              <a:gd name="connsiteY1613" fmla="*/ 2040390 h 2237121"/>
              <a:gd name="connsiteX1614" fmla="*/ 2767555 w 3757018"/>
              <a:gd name="connsiteY1614" fmla="*/ 2057397 h 2237121"/>
              <a:gd name="connsiteX1615" fmla="*/ 2782694 w 3757018"/>
              <a:gd name="connsiteY1615" fmla="*/ 2060616 h 2237121"/>
              <a:gd name="connsiteX1616" fmla="*/ 2796500 w 3757018"/>
              <a:gd name="connsiteY1616" fmla="*/ 2076243 h 2237121"/>
              <a:gd name="connsiteX1617" fmla="*/ 2788929 w 3757018"/>
              <a:gd name="connsiteY1617" fmla="*/ 2088195 h 2237121"/>
              <a:gd name="connsiteX1618" fmla="*/ 2772455 w 3757018"/>
              <a:gd name="connsiteY1618" fmla="*/ 2091871 h 2237121"/>
              <a:gd name="connsiteX1619" fmla="*/ 2772455 w 3757018"/>
              <a:gd name="connsiteY1619" fmla="*/ 2091872 h 2237121"/>
              <a:gd name="connsiteX1620" fmla="*/ 2788931 w 3757018"/>
              <a:gd name="connsiteY1620" fmla="*/ 2088195 h 2237121"/>
              <a:gd name="connsiteX1621" fmla="*/ 2796501 w 3757018"/>
              <a:gd name="connsiteY1621" fmla="*/ 2076244 h 2237121"/>
              <a:gd name="connsiteX1622" fmla="*/ 2802735 w 3757018"/>
              <a:gd name="connsiteY1622" fmla="*/ 2079002 h 2237121"/>
              <a:gd name="connsiteX1623" fmla="*/ 2818320 w 3757018"/>
              <a:gd name="connsiteY1623" fmla="*/ 2096928 h 2237121"/>
              <a:gd name="connsiteX1624" fmla="*/ 2829453 w 3757018"/>
              <a:gd name="connsiteY1624" fmla="*/ 2116693 h 2237121"/>
              <a:gd name="connsiteX1625" fmla="*/ 2832126 w 3757018"/>
              <a:gd name="connsiteY1625" fmla="*/ 2136458 h 2237121"/>
              <a:gd name="connsiteX1626" fmla="*/ 2829899 w 3757018"/>
              <a:gd name="connsiteY1626" fmla="*/ 2149788 h 2237121"/>
              <a:gd name="connsiteX1627" fmla="*/ 2832571 w 3757018"/>
              <a:gd name="connsiteY1627" fmla="*/ 2159900 h 2237121"/>
              <a:gd name="connsiteX1628" fmla="*/ 2834797 w 3757018"/>
              <a:gd name="connsiteY1628" fmla="*/ 2177367 h 2237121"/>
              <a:gd name="connsiteX1629" fmla="*/ 2844149 w 3757018"/>
              <a:gd name="connsiteY1629" fmla="*/ 2185641 h 2237121"/>
              <a:gd name="connsiteX1630" fmla="*/ 2854391 w 3757018"/>
              <a:gd name="connsiteY1630" fmla="*/ 2211841 h 2237121"/>
              <a:gd name="connsiteX1631" fmla="*/ 2854391 w 3757018"/>
              <a:gd name="connsiteY1631" fmla="*/ 2221494 h 2237121"/>
              <a:gd name="connsiteX1632" fmla="*/ 2836579 w 3757018"/>
              <a:gd name="connsiteY1632" fmla="*/ 2223792 h 2237121"/>
              <a:gd name="connsiteX1633" fmla="*/ 2812087 w 3757018"/>
              <a:gd name="connsiteY1633" fmla="*/ 2201729 h 2237121"/>
              <a:gd name="connsiteX1634" fmla="*/ 2781806 w 3757018"/>
              <a:gd name="connsiteY1634" fmla="*/ 2178286 h 2237121"/>
              <a:gd name="connsiteX1635" fmla="*/ 2778243 w 3757018"/>
              <a:gd name="connsiteY1635" fmla="*/ 2163117 h 2237121"/>
              <a:gd name="connsiteX1636" fmla="*/ 2763104 w 3757018"/>
              <a:gd name="connsiteY1636" fmla="*/ 2143353 h 2237121"/>
              <a:gd name="connsiteX1637" fmla="*/ 2758651 w 3757018"/>
              <a:gd name="connsiteY1637" fmla="*/ 2118991 h 2237121"/>
              <a:gd name="connsiteX1638" fmla="*/ 2748853 w 3757018"/>
              <a:gd name="connsiteY1638" fmla="*/ 2102904 h 2237121"/>
              <a:gd name="connsiteX1639" fmla="*/ 2750635 w 3757018"/>
              <a:gd name="connsiteY1639" fmla="*/ 2081300 h 2237121"/>
              <a:gd name="connsiteX1640" fmla="*/ 2744400 w 3757018"/>
              <a:gd name="connsiteY1640" fmla="*/ 2068889 h 2237121"/>
              <a:gd name="connsiteX1641" fmla="*/ 2748408 w 3757018"/>
              <a:gd name="connsiteY1641" fmla="*/ 2063834 h 2237121"/>
              <a:gd name="connsiteX1642" fmla="*/ 2748407 w 3757018"/>
              <a:gd name="connsiteY1642" fmla="*/ 2063833 h 2237121"/>
              <a:gd name="connsiteX1643" fmla="*/ 2744399 w 3757018"/>
              <a:gd name="connsiteY1643" fmla="*/ 2068889 h 2237121"/>
              <a:gd name="connsiteX1644" fmla="*/ 2734158 w 3757018"/>
              <a:gd name="connsiteY1644" fmla="*/ 2057857 h 2237121"/>
              <a:gd name="connsiteX1645" fmla="*/ 2728813 w 3757018"/>
              <a:gd name="connsiteY1645" fmla="*/ 2043149 h 2237121"/>
              <a:gd name="connsiteX1646" fmla="*/ 2714564 w 3757018"/>
              <a:gd name="connsiteY1646" fmla="*/ 2026601 h 2237121"/>
              <a:gd name="connsiteX1647" fmla="*/ 2701651 w 3757018"/>
              <a:gd name="connsiteY1647" fmla="*/ 2012352 h 2237121"/>
              <a:gd name="connsiteX1648" fmla="*/ 2698534 w 3757018"/>
              <a:gd name="connsiteY1648" fmla="*/ 2029818 h 2237121"/>
              <a:gd name="connsiteX1649" fmla="*/ 2692745 w 3757018"/>
              <a:gd name="connsiteY1649" fmla="*/ 2013271 h 2237121"/>
              <a:gd name="connsiteX1650" fmla="*/ 2694525 w 3757018"/>
              <a:gd name="connsiteY1650" fmla="*/ 1994885 h 2237121"/>
              <a:gd name="connsiteX1651" fmla="*/ 2699869 w 3757018"/>
              <a:gd name="connsiteY1651" fmla="*/ 1966846 h 2237121"/>
              <a:gd name="connsiteX1652" fmla="*/ 2699870 w 3757018"/>
              <a:gd name="connsiteY1652" fmla="*/ 1966842 h 2237121"/>
              <a:gd name="connsiteX1653" fmla="*/ 2695862 w 3757018"/>
              <a:gd name="connsiteY1653" fmla="*/ 1944783 h 2237121"/>
              <a:gd name="connsiteX1654" fmla="*/ 2701652 w 3757018"/>
              <a:gd name="connsiteY1654" fmla="*/ 1922260 h 2237121"/>
              <a:gd name="connsiteX1655" fmla="*/ 2691856 w 3757018"/>
              <a:gd name="connsiteY1655" fmla="*/ 1904793 h 2237121"/>
              <a:gd name="connsiteX1656" fmla="*/ 2690965 w 3757018"/>
              <a:gd name="connsiteY1656" fmla="*/ 1872618 h 2237121"/>
              <a:gd name="connsiteX1657" fmla="*/ 2679387 w 3757018"/>
              <a:gd name="connsiteY1657" fmla="*/ 1856990 h 2237121"/>
              <a:gd name="connsiteX1658" fmla="*/ 2667364 w 3757018"/>
              <a:gd name="connsiteY1658" fmla="*/ 1822056 h 2237121"/>
              <a:gd name="connsiteX1659" fmla="*/ 2658458 w 3757018"/>
              <a:gd name="connsiteY1659" fmla="*/ 1784825 h 2237121"/>
              <a:gd name="connsiteX1660" fmla="*/ 2644653 w 3757018"/>
              <a:gd name="connsiteY1660" fmla="*/ 1760003 h 2237121"/>
              <a:gd name="connsiteX1661" fmla="*/ 2630404 w 3757018"/>
              <a:gd name="connsiteY1661" fmla="*/ 1775172 h 2237121"/>
              <a:gd name="connsiteX1662" fmla="*/ 2604576 w 3757018"/>
              <a:gd name="connsiteY1662" fmla="*/ 1795856 h 2237121"/>
              <a:gd name="connsiteX1663" fmla="*/ 2589881 w 3757018"/>
              <a:gd name="connsiteY1663" fmla="*/ 1793558 h 2237121"/>
              <a:gd name="connsiteX1664" fmla="*/ 2573851 w 3757018"/>
              <a:gd name="connsiteY1664" fmla="*/ 1786663 h 2237121"/>
              <a:gd name="connsiteX1665" fmla="*/ 2577857 w 3757018"/>
              <a:gd name="connsiteY1665" fmla="*/ 1749891 h 2237121"/>
              <a:gd name="connsiteX1666" fmla="*/ 2568951 w 3757018"/>
              <a:gd name="connsiteY1666" fmla="*/ 1722312 h 2237121"/>
              <a:gd name="connsiteX1667" fmla="*/ 2545351 w 3757018"/>
              <a:gd name="connsiteY1667" fmla="*/ 1688298 h 2237121"/>
              <a:gd name="connsiteX1668" fmla="*/ 2546686 w 3757018"/>
              <a:gd name="connsiteY1668" fmla="*/ 1677726 h 2237121"/>
              <a:gd name="connsiteX1669" fmla="*/ 2531547 w 3757018"/>
              <a:gd name="connsiteY1669" fmla="*/ 1673589 h 2237121"/>
              <a:gd name="connsiteX1670" fmla="*/ 2511062 w 3757018"/>
              <a:gd name="connsiteY1670" fmla="*/ 1649687 h 2237121"/>
              <a:gd name="connsiteX1671" fmla="*/ 2506164 w 3757018"/>
              <a:gd name="connsiteY1671" fmla="*/ 1625785 h 2237121"/>
              <a:gd name="connsiteX1672" fmla="*/ 2511062 w 3757018"/>
              <a:gd name="connsiteY1672" fmla="*/ 1649688 h 2237121"/>
              <a:gd name="connsiteX1673" fmla="*/ 2501711 w 3757018"/>
              <a:gd name="connsiteY1673" fmla="*/ 1634519 h 2237121"/>
              <a:gd name="connsiteX1674" fmla="*/ 2498149 w 3757018"/>
              <a:gd name="connsiteY1674" fmla="*/ 1619351 h 2237121"/>
              <a:gd name="connsiteX1675" fmla="*/ 2491470 w 3757018"/>
              <a:gd name="connsiteY1675" fmla="*/ 1605101 h 2237121"/>
              <a:gd name="connsiteX1676" fmla="*/ 2479001 w 3757018"/>
              <a:gd name="connsiteY1676" fmla="*/ 1588094 h 2237121"/>
              <a:gd name="connsiteX1677" fmla="*/ 2455846 w 3757018"/>
              <a:gd name="connsiteY1677" fmla="*/ 1586715 h 2237121"/>
              <a:gd name="connsiteX1678" fmla="*/ 2459852 w 3757018"/>
              <a:gd name="connsiteY1678" fmla="*/ 1599126 h 2237121"/>
              <a:gd name="connsiteX1679" fmla="*/ 2454509 w 3757018"/>
              <a:gd name="connsiteY1679" fmla="*/ 1615214 h 2237121"/>
              <a:gd name="connsiteX1680" fmla="*/ 2442931 w 3757018"/>
              <a:gd name="connsiteY1680" fmla="*/ 1609238 h 2237121"/>
              <a:gd name="connsiteX1681" fmla="*/ 2440260 w 3757018"/>
              <a:gd name="connsiteY1681" fmla="*/ 1614754 h 2237121"/>
              <a:gd name="connsiteX1682" fmla="*/ 2432689 w 3757018"/>
              <a:gd name="connsiteY1682" fmla="*/ 1611537 h 2237121"/>
              <a:gd name="connsiteX1683" fmla="*/ 2422893 w 3757018"/>
              <a:gd name="connsiteY1683" fmla="*/ 1608779 h 2237121"/>
              <a:gd name="connsiteX1684" fmla="*/ 2422893 w 3757018"/>
              <a:gd name="connsiteY1684" fmla="*/ 1608778 h 2237121"/>
              <a:gd name="connsiteX1685" fmla="*/ 2420666 w 3757018"/>
              <a:gd name="connsiteY1685" fmla="*/ 1619809 h 2237121"/>
              <a:gd name="connsiteX1686" fmla="*/ 2403744 w 3757018"/>
              <a:gd name="connsiteY1686" fmla="*/ 1619350 h 2237121"/>
              <a:gd name="connsiteX1687" fmla="*/ 2374354 w 3757018"/>
              <a:gd name="connsiteY1687" fmla="*/ 1625325 h 2237121"/>
              <a:gd name="connsiteX1688" fmla="*/ 2378362 w 3757018"/>
              <a:gd name="connsiteY1688" fmla="*/ 1647388 h 2237121"/>
              <a:gd name="connsiteX1689" fmla="*/ 2367675 w 3757018"/>
              <a:gd name="connsiteY1689" fmla="*/ 1664855 h 2237121"/>
              <a:gd name="connsiteX1690" fmla="*/ 2334277 w 3757018"/>
              <a:gd name="connsiteY1690" fmla="*/ 1685080 h 2237121"/>
              <a:gd name="connsiteX1691" fmla="*/ 2310676 w 3757018"/>
              <a:gd name="connsiteY1691" fmla="*/ 1719553 h 2237121"/>
              <a:gd name="connsiteX1692" fmla="*/ 2293755 w 3757018"/>
              <a:gd name="connsiteY1692" fmla="*/ 1738399 h 2237121"/>
              <a:gd name="connsiteX1693" fmla="*/ 2271490 w 3757018"/>
              <a:gd name="connsiteY1693" fmla="*/ 1757704 h 2237121"/>
              <a:gd name="connsiteX1694" fmla="*/ 2272825 w 3757018"/>
              <a:gd name="connsiteY1694" fmla="*/ 1771035 h 2237121"/>
              <a:gd name="connsiteX1695" fmla="*/ 2261247 w 3757018"/>
              <a:gd name="connsiteY1695" fmla="*/ 1778389 h 2237121"/>
              <a:gd name="connsiteX1696" fmla="*/ 2239873 w 3757018"/>
              <a:gd name="connsiteY1696" fmla="*/ 1788961 h 2237121"/>
              <a:gd name="connsiteX1697" fmla="*/ 2228295 w 3757018"/>
              <a:gd name="connsiteY1697" fmla="*/ 1790340 h 2237121"/>
              <a:gd name="connsiteX1698" fmla="*/ 2222952 w 3757018"/>
              <a:gd name="connsiteY1698" fmla="*/ 1812863 h 2237121"/>
              <a:gd name="connsiteX1699" fmla="*/ 2231413 w 3757018"/>
              <a:gd name="connsiteY1699" fmla="*/ 1851474 h 2237121"/>
              <a:gd name="connsiteX1700" fmla="*/ 2234529 w 3757018"/>
              <a:gd name="connsiteY1700" fmla="*/ 1875835 h 2237121"/>
              <a:gd name="connsiteX1701" fmla="*/ 2226069 w 3757018"/>
              <a:gd name="connsiteY1701" fmla="*/ 1903874 h 2237121"/>
              <a:gd name="connsiteX1702" fmla="*/ 2229186 w 3757018"/>
              <a:gd name="connsiteY1702" fmla="*/ 1953975 h 2237121"/>
              <a:gd name="connsiteX1703" fmla="*/ 2216272 w 3757018"/>
              <a:gd name="connsiteY1703" fmla="*/ 1955354 h 2237121"/>
              <a:gd name="connsiteX1704" fmla="*/ 2206030 w 3757018"/>
              <a:gd name="connsiteY1704" fmla="*/ 1977878 h 2237121"/>
              <a:gd name="connsiteX1705" fmla="*/ 2214490 w 3757018"/>
              <a:gd name="connsiteY1705" fmla="*/ 1987990 h 2237121"/>
              <a:gd name="connsiteX1706" fmla="*/ 2191781 w 3757018"/>
              <a:gd name="connsiteY1706" fmla="*/ 1996264 h 2237121"/>
              <a:gd name="connsiteX1707" fmla="*/ 2184211 w 3757018"/>
              <a:gd name="connsiteY1707" fmla="*/ 2016028 h 2237121"/>
              <a:gd name="connsiteX1708" fmla="*/ 2174413 w 3757018"/>
              <a:gd name="connsiteY1708" fmla="*/ 2024762 h 2237121"/>
              <a:gd name="connsiteX1709" fmla="*/ 2149477 w 3757018"/>
              <a:gd name="connsiteY1709" fmla="*/ 1997183 h 2237121"/>
              <a:gd name="connsiteX1710" fmla="*/ 2135673 w 3757018"/>
              <a:gd name="connsiteY1710" fmla="*/ 1955814 h 2237121"/>
              <a:gd name="connsiteX1711" fmla="*/ 2124540 w 3757018"/>
              <a:gd name="connsiteY1711" fmla="*/ 1925937 h 2237121"/>
              <a:gd name="connsiteX1712" fmla="*/ 2114743 w 3757018"/>
              <a:gd name="connsiteY1712" fmla="*/ 1912147 h 2237121"/>
              <a:gd name="connsiteX1713" fmla="*/ 2099603 w 3757018"/>
              <a:gd name="connsiteY1713" fmla="*/ 1883649 h 2237121"/>
              <a:gd name="connsiteX1714" fmla="*/ 2090697 w 3757018"/>
              <a:gd name="connsiteY1714" fmla="*/ 1846877 h 2237121"/>
              <a:gd name="connsiteX1715" fmla="*/ 2084463 w 3757018"/>
              <a:gd name="connsiteY1715" fmla="*/ 1828491 h 2237121"/>
              <a:gd name="connsiteX1716" fmla="*/ 2058190 w 3757018"/>
              <a:gd name="connsiteY1716" fmla="*/ 1788042 h 2237121"/>
              <a:gd name="connsiteX1717" fmla="*/ 2042604 w 3757018"/>
              <a:gd name="connsiteY1717" fmla="*/ 1730585 h 2237121"/>
              <a:gd name="connsiteX1718" fmla="*/ 2031027 w 3757018"/>
              <a:gd name="connsiteY1718" fmla="*/ 1692894 h 2237121"/>
              <a:gd name="connsiteX1719" fmla="*/ 2027464 w 3757018"/>
              <a:gd name="connsiteY1719" fmla="*/ 1657041 h 2237121"/>
              <a:gd name="connsiteX1720" fmla="*/ 2019894 w 3757018"/>
              <a:gd name="connsiteY1720" fmla="*/ 1629462 h 2237121"/>
              <a:gd name="connsiteX1721" fmla="*/ 1985606 w 3757018"/>
              <a:gd name="connsiteY1721" fmla="*/ 1647388 h 2237121"/>
              <a:gd name="connsiteX1722" fmla="*/ 1967793 w 3757018"/>
              <a:gd name="connsiteY1722" fmla="*/ 1643711 h 2237121"/>
              <a:gd name="connsiteX1723" fmla="*/ 1931724 w 3757018"/>
              <a:gd name="connsiteY1723" fmla="*/ 1607859 h 2237121"/>
              <a:gd name="connsiteX1724" fmla="*/ 1942411 w 3757018"/>
              <a:gd name="connsiteY1724" fmla="*/ 1597287 h 2237121"/>
              <a:gd name="connsiteX1725" fmla="*/ 1933950 w 3757018"/>
              <a:gd name="connsiteY1725" fmla="*/ 1585795 h 2237121"/>
              <a:gd name="connsiteX1726" fmla="*/ 1902334 w 3757018"/>
              <a:gd name="connsiteY1726" fmla="*/ 1560515 h 2237121"/>
              <a:gd name="connsiteX1727" fmla="*/ 1916584 w 3757018"/>
              <a:gd name="connsiteY1727" fmla="*/ 1540749 h 2237121"/>
              <a:gd name="connsiteX1728" fmla="*/ 1970466 w 3757018"/>
              <a:gd name="connsiteY1728" fmla="*/ 1540749 h 2237121"/>
              <a:gd name="connsiteX1729" fmla="*/ 1962450 w 3757018"/>
              <a:gd name="connsiteY1729" fmla="*/ 1515469 h 2237121"/>
              <a:gd name="connsiteX1730" fmla="*/ 1946864 w 3757018"/>
              <a:gd name="connsiteY1730" fmla="*/ 1500760 h 2237121"/>
              <a:gd name="connsiteX1731" fmla="*/ 1940630 w 3757018"/>
              <a:gd name="connsiteY1731" fmla="*/ 1477777 h 2237121"/>
              <a:gd name="connsiteX1732" fmla="*/ 1922818 w 3757018"/>
              <a:gd name="connsiteY1732" fmla="*/ 1464907 h 2237121"/>
              <a:gd name="connsiteX1733" fmla="*/ 1944638 w 3757018"/>
              <a:gd name="connsiteY1733" fmla="*/ 1433651 h 2237121"/>
              <a:gd name="connsiteX1734" fmla="*/ 1973583 w 3757018"/>
              <a:gd name="connsiteY1734" fmla="*/ 1435949 h 2237121"/>
              <a:gd name="connsiteX1735" fmla="*/ 1993621 w 3757018"/>
              <a:gd name="connsiteY1735" fmla="*/ 1405152 h 2237121"/>
              <a:gd name="connsiteX1736" fmla="*/ 2003418 w 3757018"/>
              <a:gd name="connsiteY1736" fmla="*/ 1375275 h 2237121"/>
              <a:gd name="connsiteX1737" fmla="*/ 2020784 w 3757018"/>
              <a:gd name="connsiteY1737" fmla="*/ 1345398 h 2237121"/>
              <a:gd name="connsiteX1738" fmla="*/ 2016331 w 3757018"/>
              <a:gd name="connsiteY1738" fmla="*/ 1324254 h 2237121"/>
              <a:gd name="connsiteX1739" fmla="*/ 2033253 w 3757018"/>
              <a:gd name="connsiteY1739" fmla="*/ 1307247 h 2237121"/>
              <a:gd name="connsiteX1740" fmla="*/ 2010543 w 3757018"/>
              <a:gd name="connsiteY1740" fmla="*/ 1292998 h 2237121"/>
              <a:gd name="connsiteX1741" fmla="*/ 1997629 w 3757018"/>
              <a:gd name="connsiteY1741" fmla="*/ 1272773 h 2237121"/>
              <a:gd name="connsiteX1742" fmla="*/ 1982933 w 3757018"/>
              <a:gd name="connsiteY1742" fmla="*/ 1247033 h 2237121"/>
              <a:gd name="connsiteX1743" fmla="*/ 1991840 w 3757018"/>
              <a:gd name="connsiteY1743" fmla="*/ 1234163 h 2237121"/>
              <a:gd name="connsiteX1744" fmla="*/ 2029690 w 3757018"/>
              <a:gd name="connsiteY1744" fmla="*/ 1241516 h 2237121"/>
              <a:gd name="connsiteX1745" fmla="*/ 2055073 w 3757018"/>
              <a:gd name="connsiteY1745" fmla="*/ 1236920 h 2237121"/>
              <a:gd name="connsiteX1746" fmla="*/ 2071993 w 3757018"/>
              <a:gd name="connsiteY1746" fmla="*/ 1212100 h 2237121"/>
              <a:gd name="connsiteX1747" fmla="*/ 2029690 w 3757018"/>
              <a:gd name="connsiteY1747" fmla="*/ 1200609 h 2237121"/>
              <a:gd name="connsiteX1748" fmla="*/ 2016777 w 3757018"/>
              <a:gd name="connsiteY1748" fmla="*/ 1177626 h 2237121"/>
              <a:gd name="connsiteX1749" fmla="*/ 1995848 w 3757018"/>
              <a:gd name="connsiteY1749" fmla="*/ 1163837 h 2237121"/>
              <a:gd name="connsiteX1750" fmla="*/ 1989168 w 3757018"/>
              <a:gd name="connsiteY1750" fmla="*/ 1155563 h 2237121"/>
              <a:gd name="connsiteX1751" fmla="*/ 1981153 w 3757018"/>
              <a:gd name="connsiteY1751" fmla="*/ 1139016 h 2237121"/>
              <a:gd name="connsiteX1752" fmla="*/ 1978926 w 3757018"/>
              <a:gd name="connsiteY1752" fmla="*/ 1127525 h 2237121"/>
              <a:gd name="connsiteX1753" fmla="*/ 1962450 w 3757018"/>
              <a:gd name="connsiteY1753" fmla="*/ 1120630 h 2237121"/>
              <a:gd name="connsiteX1754" fmla="*/ 1962450 w 3757018"/>
              <a:gd name="connsiteY1754" fmla="*/ 1120630 h 2237121"/>
              <a:gd name="connsiteX1755" fmla="*/ 1978925 w 3757018"/>
              <a:gd name="connsiteY1755" fmla="*/ 1127525 h 2237121"/>
              <a:gd name="connsiteX1756" fmla="*/ 1981151 w 3757018"/>
              <a:gd name="connsiteY1756" fmla="*/ 1139016 h 2237121"/>
              <a:gd name="connsiteX1757" fmla="*/ 1989167 w 3757018"/>
              <a:gd name="connsiteY1757" fmla="*/ 1155564 h 2237121"/>
              <a:gd name="connsiteX1758" fmla="*/ 1965120 w 3757018"/>
              <a:gd name="connsiteY1758" fmla="*/ 1155564 h 2237121"/>
              <a:gd name="connsiteX1759" fmla="*/ 1948199 w 3757018"/>
              <a:gd name="connsiteY1759" fmla="*/ 1153265 h 2237121"/>
              <a:gd name="connsiteX1760" fmla="*/ 1937067 w 3757018"/>
              <a:gd name="connsiteY1760" fmla="*/ 1166595 h 2237121"/>
              <a:gd name="connsiteX1761" fmla="*/ 1927270 w 3757018"/>
              <a:gd name="connsiteY1761" fmla="*/ 1169353 h 2237121"/>
              <a:gd name="connsiteX1762" fmla="*/ 1920590 w 3757018"/>
              <a:gd name="connsiteY1762" fmla="*/ 1175788 h 2237121"/>
              <a:gd name="connsiteX1763" fmla="*/ 1908567 w 3757018"/>
              <a:gd name="connsiteY1763" fmla="*/ 1166135 h 2237121"/>
              <a:gd name="connsiteX1764" fmla="*/ 1904560 w 3757018"/>
              <a:gd name="connsiteY1764" fmla="*/ 1141314 h 2237121"/>
              <a:gd name="connsiteX1765" fmla="*/ 1896990 w 3757018"/>
              <a:gd name="connsiteY1765" fmla="*/ 1139935 h 2237121"/>
              <a:gd name="connsiteX1766" fmla="*/ 1897435 w 3757018"/>
              <a:gd name="connsiteY1766" fmla="*/ 1130742 h 2237121"/>
              <a:gd name="connsiteX1767" fmla="*/ 1882739 w 3757018"/>
              <a:gd name="connsiteY1767" fmla="*/ 1124307 h 2237121"/>
              <a:gd name="connsiteX1768" fmla="*/ 1875169 w 3757018"/>
              <a:gd name="connsiteY1768" fmla="*/ 1134419 h 2237121"/>
              <a:gd name="connsiteX1769" fmla="*/ 1876060 w 3757018"/>
              <a:gd name="connsiteY1769" fmla="*/ 1146371 h 2237121"/>
              <a:gd name="connsiteX1770" fmla="*/ 1873389 w 3757018"/>
              <a:gd name="connsiteY1770" fmla="*/ 1150507 h 2237121"/>
              <a:gd name="connsiteX1771" fmla="*/ 1859139 w 3757018"/>
              <a:gd name="connsiteY1771" fmla="*/ 1150047 h 2237121"/>
              <a:gd name="connsiteX1772" fmla="*/ 1855131 w 3757018"/>
              <a:gd name="connsiteY1772" fmla="*/ 1163378 h 2237121"/>
              <a:gd name="connsiteX1773" fmla="*/ 1845780 w 3757018"/>
              <a:gd name="connsiteY1773" fmla="*/ 1157862 h 2237121"/>
              <a:gd name="connsiteX1774" fmla="*/ 1830639 w 3757018"/>
              <a:gd name="connsiteY1774" fmla="*/ 1167055 h 2237121"/>
              <a:gd name="connsiteX1775" fmla="*/ 1822624 w 3757018"/>
              <a:gd name="connsiteY1775" fmla="*/ 1163837 h 2237121"/>
              <a:gd name="connsiteX1776" fmla="*/ 1822624 w 3757018"/>
              <a:gd name="connsiteY1776" fmla="*/ 1163836 h 2237121"/>
              <a:gd name="connsiteX1777" fmla="*/ 1803477 w 3757018"/>
              <a:gd name="connsiteY1777" fmla="*/ 1157401 h 2237121"/>
              <a:gd name="connsiteX1778" fmla="*/ 1790118 w 3757018"/>
              <a:gd name="connsiteY1778" fmla="*/ 1157401 h 2237121"/>
              <a:gd name="connsiteX1779" fmla="*/ 1786555 w 3757018"/>
              <a:gd name="connsiteY1779" fmla="*/ 1139475 h 2237121"/>
              <a:gd name="connsiteX1780" fmla="*/ 1755281 w 3757018"/>
              <a:gd name="connsiteY1780" fmla="*/ 1127736 h 2237121"/>
              <a:gd name="connsiteX1781" fmla="*/ 1786554 w 3757018"/>
              <a:gd name="connsiteY1781" fmla="*/ 1139475 h 2237121"/>
              <a:gd name="connsiteX1782" fmla="*/ 1790117 w 3757018"/>
              <a:gd name="connsiteY1782" fmla="*/ 1157401 h 2237121"/>
              <a:gd name="connsiteX1783" fmla="*/ 1782991 w 3757018"/>
              <a:gd name="connsiteY1783" fmla="*/ 1156482 h 2237121"/>
              <a:gd name="connsiteX1784" fmla="*/ 1770078 w 3757018"/>
              <a:gd name="connsiteY1784" fmla="*/ 1148668 h 2237121"/>
              <a:gd name="connsiteX1785" fmla="*/ 1768742 w 3757018"/>
              <a:gd name="connsiteY1785" fmla="*/ 1158780 h 2237121"/>
              <a:gd name="connsiteX1786" fmla="*/ 1750040 w 3757018"/>
              <a:gd name="connsiteY1786" fmla="*/ 1164756 h 2237121"/>
              <a:gd name="connsiteX1787" fmla="*/ 1750930 w 3757018"/>
              <a:gd name="connsiteY1787" fmla="*/ 1188198 h 2237121"/>
              <a:gd name="connsiteX1788" fmla="*/ 1739352 w 3757018"/>
              <a:gd name="connsiteY1788" fmla="*/ 1197391 h 2237121"/>
              <a:gd name="connsiteX1789" fmla="*/ 1721540 w 3757018"/>
              <a:gd name="connsiteY1789" fmla="*/ 1201528 h 2237121"/>
              <a:gd name="connsiteX1790" fmla="*/ 1719759 w 3757018"/>
              <a:gd name="connsiteY1790" fmla="*/ 1214858 h 2237121"/>
              <a:gd name="connsiteX1791" fmla="*/ 1702392 w 3757018"/>
              <a:gd name="connsiteY1791" fmla="*/ 1218995 h 2237121"/>
              <a:gd name="connsiteX1792" fmla="*/ 1676119 w 3757018"/>
              <a:gd name="connsiteY1792" fmla="*/ 1207504 h 2237121"/>
              <a:gd name="connsiteX1793" fmla="*/ 1668549 w 3757018"/>
              <a:gd name="connsiteY1793" fmla="*/ 1183142 h 2237121"/>
              <a:gd name="connsiteX1794" fmla="*/ 1650737 w 3757018"/>
              <a:gd name="connsiteY1794" fmla="*/ 1181763 h 2237121"/>
              <a:gd name="connsiteX1795" fmla="*/ 1618229 w 3757018"/>
              <a:gd name="connsiteY1795" fmla="*/ 1156023 h 2237121"/>
              <a:gd name="connsiteX1796" fmla="*/ 1599082 w 3757018"/>
              <a:gd name="connsiteY1796" fmla="*/ 1152805 h 2237121"/>
              <a:gd name="connsiteX1797" fmla="*/ 1569693 w 3757018"/>
              <a:gd name="connsiteY1797" fmla="*/ 1137637 h 2237121"/>
              <a:gd name="connsiteX1798" fmla="*/ 1552325 w 3757018"/>
              <a:gd name="connsiteY1798" fmla="*/ 1134878 h 2237121"/>
              <a:gd name="connsiteX1799" fmla="*/ 1543419 w 3757018"/>
              <a:gd name="connsiteY1799" fmla="*/ 1140394 h 2237121"/>
              <a:gd name="connsiteX1800" fmla="*/ 1527389 w 3757018"/>
              <a:gd name="connsiteY1800" fmla="*/ 1139475 h 2237121"/>
              <a:gd name="connsiteX1801" fmla="*/ 1514030 w 3757018"/>
              <a:gd name="connsiteY1801" fmla="*/ 1156482 h 2237121"/>
              <a:gd name="connsiteX1802" fmla="*/ 1494436 w 3757018"/>
              <a:gd name="connsiteY1802" fmla="*/ 1161998 h 2237121"/>
              <a:gd name="connsiteX1803" fmla="*/ 1485976 w 3757018"/>
              <a:gd name="connsiteY1803" fmla="*/ 1141313 h 2237121"/>
              <a:gd name="connsiteX1804" fmla="*/ 1483304 w 3757018"/>
              <a:gd name="connsiteY1804" fmla="*/ 1110517 h 2237121"/>
              <a:gd name="connsiteX1805" fmla="*/ 1462820 w 3757018"/>
              <a:gd name="connsiteY1805" fmla="*/ 1100405 h 2237121"/>
              <a:gd name="connsiteX1806" fmla="*/ 1464600 w 3757018"/>
              <a:gd name="connsiteY1806" fmla="*/ 1080639 h 2237121"/>
              <a:gd name="connsiteX1807" fmla="*/ 1449015 w 3757018"/>
              <a:gd name="connsiteY1807" fmla="*/ 1078801 h 2237121"/>
              <a:gd name="connsiteX1808" fmla="*/ 1448570 w 3757018"/>
              <a:gd name="connsiteY1808" fmla="*/ 1053979 h 2237121"/>
              <a:gd name="connsiteX1809" fmla="*/ 1472171 w 3757018"/>
              <a:gd name="connsiteY1809" fmla="*/ 1061334 h 2237121"/>
              <a:gd name="connsiteX1810" fmla="*/ 1490429 w 3757018"/>
              <a:gd name="connsiteY1810" fmla="*/ 1052141 h 2237121"/>
              <a:gd name="connsiteX1811" fmla="*/ 1469500 w 3757018"/>
              <a:gd name="connsiteY1811" fmla="*/ 1034215 h 2237121"/>
              <a:gd name="connsiteX1812" fmla="*/ 1458812 w 3757018"/>
              <a:gd name="connsiteY1812" fmla="*/ 1017667 h 2237121"/>
              <a:gd name="connsiteX1813" fmla="*/ 1441890 w 3757018"/>
              <a:gd name="connsiteY1813" fmla="*/ 1025022 h 2237121"/>
              <a:gd name="connsiteX1814" fmla="*/ 1444562 w 3757018"/>
              <a:gd name="connsiteY1814" fmla="*/ 1046625 h 2237121"/>
              <a:gd name="connsiteX1815" fmla="*/ 1432984 w 3757018"/>
              <a:gd name="connsiteY1815" fmla="*/ 1027779 h 2237121"/>
              <a:gd name="connsiteX1816" fmla="*/ 1432985 w 3757018"/>
              <a:gd name="connsiteY1816" fmla="*/ 1027779 h 2237121"/>
              <a:gd name="connsiteX1817" fmla="*/ 1430313 w 3757018"/>
              <a:gd name="connsiteY1817" fmla="*/ 1020426 h 2237121"/>
              <a:gd name="connsiteX1818" fmla="*/ 1432985 w 3757018"/>
              <a:gd name="connsiteY1818" fmla="*/ 1008475 h 2237121"/>
              <a:gd name="connsiteX1819" fmla="*/ 1426306 w 3757018"/>
              <a:gd name="connsiteY1819" fmla="*/ 998362 h 2237121"/>
              <a:gd name="connsiteX1820" fmla="*/ 1397361 w 3757018"/>
              <a:gd name="connsiteY1820" fmla="*/ 988250 h 2237121"/>
              <a:gd name="connsiteX1821" fmla="*/ 1380885 w 3757018"/>
              <a:gd name="connsiteY1821" fmla="*/ 962050 h 2237121"/>
              <a:gd name="connsiteX1822" fmla="*/ 1366635 w 3757018"/>
              <a:gd name="connsiteY1822" fmla="*/ 954695 h 2237121"/>
              <a:gd name="connsiteX1823" fmla="*/ 1363963 w 3757018"/>
              <a:gd name="connsiteY1823" fmla="*/ 945043 h 2237121"/>
              <a:gd name="connsiteX1824" fmla="*/ 1386673 w 3757018"/>
              <a:gd name="connsiteY1824" fmla="*/ 947801 h 2237121"/>
              <a:gd name="connsiteX1825" fmla="*/ 1382220 w 3757018"/>
              <a:gd name="connsiteY1825" fmla="*/ 926657 h 2237121"/>
              <a:gd name="connsiteX1826" fmla="*/ 1400479 w 3757018"/>
              <a:gd name="connsiteY1826" fmla="*/ 922061 h 2237121"/>
              <a:gd name="connsiteX1827" fmla="*/ 1421407 w 3757018"/>
              <a:gd name="connsiteY1827" fmla="*/ 926197 h 2237121"/>
              <a:gd name="connsiteX1828" fmla="*/ 1418291 w 3757018"/>
              <a:gd name="connsiteY1828" fmla="*/ 898159 h 2237121"/>
              <a:gd name="connsiteX1829" fmla="*/ 1409829 w 3757018"/>
              <a:gd name="connsiteY1829" fmla="*/ 880232 h 2237121"/>
              <a:gd name="connsiteX1830" fmla="*/ 1387564 w 3757018"/>
              <a:gd name="connsiteY1830" fmla="*/ 881611 h 2237121"/>
              <a:gd name="connsiteX1831" fmla="*/ 1366635 w 3757018"/>
              <a:gd name="connsiteY1831" fmla="*/ 874716 h 2237121"/>
              <a:gd name="connsiteX1832" fmla="*/ 1343925 w 3757018"/>
              <a:gd name="connsiteY1832" fmla="*/ 887127 h 2237121"/>
              <a:gd name="connsiteX1833" fmla="*/ 1324331 w 3757018"/>
              <a:gd name="connsiteY1833" fmla="*/ 893562 h 2237121"/>
              <a:gd name="connsiteX1834" fmla="*/ 1324330 w 3757018"/>
              <a:gd name="connsiteY1834" fmla="*/ 893562 h 2237121"/>
              <a:gd name="connsiteX1835" fmla="*/ 1318097 w 3757018"/>
              <a:gd name="connsiteY1835" fmla="*/ 910568 h 2237121"/>
              <a:gd name="connsiteX1836" fmla="*/ 1297612 w 3757018"/>
              <a:gd name="connsiteY1836" fmla="*/ 915165 h 2237121"/>
              <a:gd name="connsiteX1837" fmla="*/ 1281582 w 3757018"/>
              <a:gd name="connsiteY1837" fmla="*/ 945042 h 2237121"/>
              <a:gd name="connsiteX1838" fmla="*/ 1308300 w 3757018"/>
              <a:gd name="connsiteY1838" fmla="*/ 973081 h 2237121"/>
              <a:gd name="connsiteX1839" fmla="*/ 1310082 w 3757018"/>
              <a:gd name="connsiteY1839" fmla="*/ 992386 h 2237121"/>
              <a:gd name="connsiteX1840" fmla="*/ 1342589 w 3757018"/>
              <a:gd name="connsiteY1840" fmla="*/ 1026860 h 2237121"/>
              <a:gd name="connsiteX1841" fmla="*/ 1331456 w 3757018"/>
              <a:gd name="connsiteY1841" fmla="*/ 1038811 h 2237121"/>
              <a:gd name="connsiteX1842" fmla="*/ 1328784 w 3757018"/>
              <a:gd name="connsiteY1842" fmla="*/ 1046165 h 2237121"/>
              <a:gd name="connsiteX1843" fmla="*/ 1318098 w 3757018"/>
              <a:gd name="connsiteY1843" fmla="*/ 1043867 h 2237121"/>
              <a:gd name="connsiteX1844" fmla="*/ 1328784 w 3757018"/>
              <a:gd name="connsiteY1844" fmla="*/ 1046165 h 2237121"/>
              <a:gd name="connsiteX1845" fmla="*/ 1328784 w 3757018"/>
              <a:gd name="connsiteY1845" fmla="*/ 1046165 h 2237121"/>
              <a:gd name="connsiteX1846" fmla="*/ 1328785 w 3757018"/>
              <a:gd name="connsiteY1846" fmla="*/ 1046165 h 2237121"/>
              <a:gd name="connsiteX1847" fmla="*/ 1331457 w 3757018"/>
              <a:gd name="connsiteY1847" fmla="*/ 1038811 h 2237121"/>
              <a:gd name="connsiteX1848" fmla="*/ 1342590 w 3757018"/>
              <a:gd name="connsiteY1848" fmla="*/ 1026860 h 2237121"/>
              <a:gd name="connsiteX1849" fmla="*/ 1358175 w 3757018"/>
              <a:gd name="connsiteY1849" fmla="*/ 1042029 h 2237121"/>
              <a:gd name="connsiteX1850" fmla="*/ 1374206 w 3757018"/>
              <a:gd name="connsiteY1850" fmla="*/ 1063172 h 2237121"/>
              <a:gd name="connsiteX1851" fmla="*/ 1385338 w 3757018"/>
              <a:gd name="connsiteY1851" fmla="*/ 1064552 h 2237121"/>
              <a:gd name="connsiteX1852" fmla="*/ 1393799 w 3757018"/>
              <a:gd name="connsiteY1852" fmla="*/ 1072365 h 2237121"/>
              <a:gd name="connsiteX1853" fmla="*/ 1375096 w 3757018"/>
              <a:gd name="connsiteY1853" fmla="*/ 1074664 h 2237121"/>
              <a:gd name="connsiteX1854" fmla="*/ 1375542 w 3757018"/>
              <a:gd name="connsiteY1854" fmla="*/ 1097646 h 2237121"/>
              <a:gd name="connsiteX1855" fmla="*/ 1373761 w 3757018"/>
              <a:gd name="connsiteY1855" fmla="*/ 1107759 h 2237121"/>
              <a:gd name="connsiteX1856" fmla="*/ 1366190 w 3757018"/>
              <a:gd name="connsiteY1856" fmla="*/ 1114653 h 2237121"/>
              <a:gd name="connsiteX1857" fmla="*/ 1369753 w 3757018"/>
              <a:gd name="connsiteY1857" fmla="*/ 1128903 h 2237121"/>
              <a:gd name="connsiteX1858" fmla="*/ 1363963 w 3757018"/>
              <a:gd name="connsiteY1858" fmla="*/ 1130741 h 2237121"/>
              <a:gd name="connsiteX1859" fmla="*/ 1346597 w 3757018"/>
              <a:gd name="connsiteY1859" fmla="*/ 1115113 h 2237121"/>
              <a:gd name="connsiteX1860" fmla="*/ 1351940 w 3757018"/>
              <a:gd name="connsiteY1860" fmla="*/ 1100864 h 2237121"/>
              <a:gd name="connsiteX1861" fmla="*/ 1343480 w 3757018"/>
              <a:gd name="connsiteY1861" fmla="*/ 1092131 h 2237121"/>
              <a:gd name="connsiteX1862" fmla="*/ 1335019 w 3757018"/>
              <a:gd name="connsiteY1862" fmla="*/ 1094429 h 2237121"/>
              <a:gd name="connsiteX1863" fmla="*/ 1311418 w 3757018"/>
              <a:gd name="connsiteY1863" fmla="*/ 1116032 h 2237121"/>
              <a:gd name="connsiteX1864" fmla="*/ 1307410 w 3757018"/>
              <a:gd name="connsiteY1864" fmla="*/ 1095348 h 2237121"/>
              <a:gd name="connsiteX1865" fmla="*/ 1296278 w 3757018"/>
              <a:gd name="connsiteY1865" fmla="*/ 1090752 h 2237121"/>
              <a:gd name="connsiteX1866" fmla="*/ 1284701 w 3757018"/>
              <a:gd name="connsiteY1866" fmla="*/ 1082938 h 2237121"/>
              <a:gd name="connsiteX1867" fmla="*/ 1284700 w 3757018"/>
              <a:gd name="connsiteY1867" fmla="*/ 1082938 h 2237121"/>
              <a:gd name="connsiteX1868" fmla="*/ 1296278 w 3757018"/>
              <a:gd name="connsiteY1868" fmla="*/ 1090752 h 2237121"/>
              <a:gd name="connsiteX1869" fmla="*/ 1307410 w 3757018"/>
              <a:gd name="connsiteY1869" fmla="*/ 1095349 h 2237121"/>
              <a:gd name="connsiteX1870" fmla="*/ 1311418 w 3757018"/>
              <a:gd name="connsiteY1870" fmla="*/ 1116033 h 2237121"/>
              <a:gd name="connsiteX1871" fmla="*/ 1303403 w 3757018"/>
              <a:gd name="connsiteY1871" fmla="*/ 1116952 h 2237121"/>
              <a:gd name="connsiteX1872" fmla="*/ 1290934 w 3757018"/>
              <a:gd name="connsiteY1872" fmla="*/ 1099945 h 2237121"/>
              <a:gd name="connsiteX1873" fmla="*/ 1290044 w 3757018"/>
              <a:gd name="connsiteY1873" fmla="*/ 1095349 h 2237121"/>
              <a:gd name="connsiteX1874" fmla="*/ 1279802 w 3757018"/>
              <a:gd name="connsiteY1874" fmla="*/ 1095349 h 2237121"/>
              <a:gd name="connsiteX1875" fmla="*/ 1271341 w 3757018"/>
              <a:gd name="connsiteY1875" fmla="*/ 1087535 h 2237121"/>
              <a:gd name="connsiteX1876" fmla="*/ 1266888 w 3757018"/>
              <a:gd name="connsiteY1876" fmla="*/ 1087994 h 2237121"/>
              <a:gd name="connsiteX1877" fmla="*/ 1259523 w 3757018"/>
              <a:gd name="connsiteY1877" fmla="*/ 1082292 h 2237121"/>
              <a:gd name="connsiteX1878" fmla="*/ 1266887 w 3757018"/>
              <a:gd name="connsiteY1878" fmla="*/ 1087994 h 2237121"/>
              <a:gd name="connsiteX1879" fmla="*/ 1252192 w 3757018"/>
              <a:gd name="connsiteY1879" fmla="*/ 1096727 h 2237121"/>
              <a:gd name="connsiteX1880" fmla="*/ 1265106 w 3757018"/>
              <a:gd name="connsiteY1880" fmla="*/ 1130281 h 2237121"/>
              <a:gd name="connsiteX1881" fmla="*/ 1261989 w 3757018"/>
              <a:gd name="connsiteY1881" fmla="*/ 1139474 h 2237121"/>
              <a:gd name="connsiteX1882" fmla="*/ 1278910 w 3757018"/>
              <a:gd name="connsiteY1882" fmla="*/ 1162917 h 2237121"/>
              <a:gd name="connsiteX1883" fmla="*/ 1268223 w 3757018"/>
              <a:gd name="connsiteY1883" fmla="*/ 1167972 h 2237121"/>
              <a:gd name="connsiteX1884" fmla="*/ 1258872 w 3757018"/>
              <a:gd name="connsiteY1884" fmla="*/ 1160618 h 2237121"/>
              <a:gd name="connsiteX1885" fmla="*/ 1230817 w 3757018"/>
              <a:gd name="connsiteY1885" fmla="*/ 1156481 h 2237121"/>
              <a:gd name="connsiteX1886" fmla="*/ 1221466 w 3757018"/>
              <a:gd name="connsiteY1886" fmla="*/ 1161078 h 2237121"/>
              <a:gd name="connsiteX1887" fmla="*/ 1195193 w 3757018"/>
              <a:gd name="connsiteY1887" fmla="*/ 1165674 h 2237121"/>
              <a:gd name="connsiteX1888" fmla="*/ 1182280 w 3757018"/>
              <a:gd name="connsiteY1888" fmla="*/ 1165215 h 2237121"/>
              <a:gd name="connsiteX1889" fmla="*/ 1156897 w 3757018"/>
              <a:gd name="connsiteY1889" fmla="*/ 1176246 h 2237121"/>
              <a:gd name="connsiteX1890" fmla="*/ 1137304 w 3757018"/>
              <a:gd name="connsiteY1890" fmla="*/ 1176246 h 2237121"/>
              <a:gd name="connsiteX1891" fmla="*/ 1123945 w 3757018"/>
              <a:gd name="connsiteY1891" fmla="*/ 1170731 h 2237121"/>
              <a:gd name="connsiteX1892" fmla="*/ 1099008 w 3757018"/>
              <a:gd name="connsiteY1892" fmla="*/ 1179004 h 2237121"/>
              <a:gd name="connsiteX1893" fmla="*/ 1090547 w 3757018"/>
              <a:gd name="connsiteY1893" fmla="*/ 1173488 h 2237121"/>
              <a:gd name="connsiteX1894" fmla="*/ 1091439 w 3757018"/>
              <a:gd name="connsiteY1894" fmla="*/ 1189576 h 2237121"/>
              <a:gd name="connsiteX1895" fmla="*/ 1086094 w 3757018"/>
              <a:gd name="connsiteY1895" fmla="*/ 1196011 h 2237121"/>
              <a:gd name="connsiteX1896" fmla="*/ 1080306 w 3757018"/>
              <a:gd name="connsiteY1896" fmla="*/ 1202446 h 2237121"/>
              <a:gd name="connsiteX1897" fmla="*/ 1070063 w 3757018"/>
              <a:gd name="connsiteY1897" fmla="*/ 1189117 h 2237121"/>
              <a:gd name="connsiteX1898" fmla="*/ 1077634 w 3757018"/>
              <a:gd name="connsiteY1898" fmla="*/ 1178085 h 2237121"/>
              <a:gd name="connsiteX1899" fmla="*/ 1063384 w 3757018"/>
              <a:gd name="connsiteY1899" fmla="*/ 1180843 h 2237121"/>
              <a:gd name="connsiteX1900" fmla="*/ 1042900 w 3757018"/>
              <a:gd name="connsiteY1900" fmla="*/ 1173948 h 2237121"/>
              <a:gd name="connsiteX1901" fmla="*/ 1028651 w 3757018"/>
              <a:gd name="connsiteY1901" fmla="*/ 1190955 h 2237121"/>
              <a:gd name="connsiteX1902" fmla="*/ 993027 w 3757018"/>
              <a:gd name="connsiteY1902" fmla="*/ 1194172 h 2237121"/>
              <a:gd name="connsiteX1903" fmla="*/ 972097 w 3757018"/>
              <a:gd name="connsiteY1903" fmla="*/ 1178544 h 2237121"/>
              <a:gd name="connsiteX1904" fmla="*/ 946715 w 3757018"/>
              <a:gd name="connsiteY1904" fmla="*/ 1177625 h 2237121"/>
              <a:gd name="connsiteX1905" fmla="*/ 942262 w 3757018"/>
              <a:gd name="connsiteY1905" fmla="*/ 1189576 h 2237121"/>
              <a:gd name="connsiteX1906" fmla="*/ 926231 w 3757018"/>
              <a:gd name="connsiteY1906" fmla="*/ 1193253 h 2237121"/>
              <a:gd name="connsiteX1907" fmla="*/ 902185 w 3757018"/>
              <a:gd name="connsiteY1907" fmla="*/ 1177625 h 2237121"/>
              <a:gd name="connsiteX1908" fmla="*/ 876357 w 3757018"/>
              <a:gd name="connsiteY1908" fmla="*/ 1178085 h 2237121"/>
              <a:gd name="connsiteX1909" fmla="*/ 859436 w 3757018"/>
              <a:gd name="connsiteY1909" fmla="*/ 1148667 h 2237121"/>
              <a:gd name="connsiteX1910" fmla="*/ 840733 w 3757018"/>
              <a:gd name="connsiteY1910" fmla="*/ 1132579 h 2237121"/>
              <a:gd name="connsiteX1911" fmla="*/ 849639 w 3757018"/>
              <a:gd name="connsiteY1911" fmla="*/ 1109597 h 2237121"/>
              <a:gd name="connsiteX1912" fmla="*/ 833608 w 3757018"/>
              <a:gd name="connsiteY1912" fmla="*/ 1095347 h 2237121"/>
              <a:gd name="connsiteX1913" fmla="*/ 856318 w 3757018"/>
              <a:gd name="connsiteY1913" fmla="*/ 1067309 h 2237121"/>
              <a:gd name="connsiteX1914" fmla="*/ 891942 w 3757018"/>
              <a:gd name="connsiteY1914" fmla="*/ 1066390 h 2237121"/>
              <a:gd name="connsiteX1915" fmla="*/ 899067 w 3757018"/>
              <a:gd name="connsiteY1915" fmla="*/ 1043867 h 2237121"/>
              <a:gd name="connsiteX1916" fmla="*/ 943598 w 3757018"/>
              <a:gd name="connsiteY1916" fmla="*/ 1048004 h 2237121"/>
              <a:gd name="connsiteX1917" fmla="*/ 968535 w 3757018"/>
              <a:gd name="connsiteY1917" fmla="*/ 1029158 h 2237121"/>
              <a:gd name="connsiteX1918" fmla="*/ 994362 w 3757018"/>
              <a:gd name="connsiteY1918" fmla="*/ 1020884 h 2237121"/>
              <a:gd name="connsiteX1919" fmla="*/ 1032212 w 3757018"/>
              <a:gd name="connsiteY1919" fmla="*/ 1019965 h 2237121"/>
              <a:gd name="connsiteX1920" fmla="*/ 1075853 w 3757018"/>
              <a:gd name="connsiteY1920" fmla="*/ 1040649 h 2237121"/>
              <a:gd name="connsiteX1921" fmla="*/ 1111032 w 3757018"/>
              <a:gd name="connsiteY1921" fmla="*/ 1052141 h 2237121"/>
              <a:gd name="connsiteX1922" fmla="*/ 1136858 w 3757018"/>
              <a:gd name="connsiteY1922" fmla="*/ 1047544 h 2237121"/>
              <a:gd name="connsiteX1923" fmla="*/ 1157343 w 3757018"/>
              <a:gd name="connsiteY1923" fmla="*/ 1050302 h 2237121"/>
              <a:gd name="connsiteX1924" fmla="*/ 1181834 w 3757018"/>
              <a:gd name="connsiteY1924" fmla="*/ 1034674 h 2237121"/>
              <a:gd name="connsiteX1925" fmla="*/ 1181835 w 3757018"/>
              <a:gd name="connsiteY1925" fmla="*/ 1034674 h 2237121"/>
              <a:gd name="connsiteX1926" fmla="*/ 1183171 w 3757018"/>
              <a:gd name="connsiteY1926" fmla="*/ 1022264 h 2237121"/>
              <a:gd name="connsiteX1927" fmla="*/ 1173820 w 3757018"/>
              <a:gd name="connsiteY1927" fmla="*/ 1002499 h 2237121"/>
              <a:gd name="connsiteX1928" fmla="*/ 1158680 w 3757018"/>
              <a:gd name="connsiteY1928" fmla="*/ 991467 h 2237121"/>
              <a:gd name="connsiteX1929" fmla="*/ 1145321 w 3757018"/>
              <a:gd name="connsiteY1929" fmla="*/ 988250 h 2237121"/>
              <a:gd name="connsiteX1930" fmla="*/ 1135524 w 3757018"/>
              <a:gd name="connsiteY1930" fmla="*/ 979516 h 2237121"/>
              <a:gd name="connsiteX1931" fmla="*/ 1137305 w 3757018"/>
              <a:gd name="connsiteY1931" fmla="*/ 975839 h 2237121"/>
              <a:gd name="connsiteX1932" fmla="*/ 1137304 w 3757018"/>
              <a:gd name="connsiteY1932" fmla="*/ 975839 h 2237121"/>
              <a:gd name="connsiteX1933" fmla="*/ 1135523 w 3757018"/>
              <a:gd name="connsiteY1933" fmla="*/ 979516 h 2237121"/>
              <a:gd name="connsiteX1934" fmla="*/ 1101679 w 3757018"/>
              <a:gd name="connsiteY1934" fmla="*/ 954695 h 2237121"/>
              <a:gd name="connsiteX1935" fmla="*/ 1074072 w 3757018"/>
              <a:gd name="connsiteY1935" fmla="*/ 943664 h 2237121"/>
              <a:gd name="connsiteX1936" fmla="*/ 1051361 w 3757018"/>
              <a:gd name="connsiteY1936" fmla="*/ 926656 h 2237121"/>
              <a:gd name="connsiteX1937" fmla="*/ 1067392 w 3757018"/>
              <a:gd name="connsiteY1937" fmla="*/ 922059 h 2237121"/>
              <a:gd name="connsiteX1938" fmla="*/ 1081641 w 3757018"/>
              <a:gd name="connsiteY1938" fmla="*/ 898158 h 2237121"/>
              <a:gd name="connsiteX1939" fmla="*/ 1066946 w 3757018"/>
              <a:gd name="connsiteY1939" fmla="*/ 886666 h 2237121"/>
              <a:gd name="connsiteX1940" fmla="*/ 1097673 w 3757018"/>
              <a:gd name="connsiteY1940" fmla="*/ 874716 h 2237121"/>
              <a:gd name="connsiteX1941" fmla="*/ 1095891 w 3757018"/>
              <a:gd name="connsiteY1941" fmla="*/ 868280 h 2237121"/>
              <a:gd name="connsiteX1942" fmla="*/ 1076743 w 3757018"/>
              <a:gd name="connsiteY1942" fmla="*/ 872877 h 2237121"/>
              <a:gd name="connsiteX1943" fmla="*/ 1059375 w 3757018"/>
              <a:gd name="connsiteY1943" fmla="*/ 875175 h 2237121"/>
              <a:gd name="connsiteX1944" fmla="*/ 1046016 w 3757018"/>
              <a:gd name="connsiteY1944" fmla="*/ 884828 h 2237121"/>
              <a:gd name="connsiteX1945" fmla="*/ 1025533 w 3757018"/>
              <a:gd name="connsiteY1945" fmla="*/ 886207 h 2237121"/>
              <a:gd name="connsiteX1946" fmla="*/ 1007721 w 3757018"/>
              <a:gd name="connsiteY1946" fmla="*/ 897239 h 2237121"/>
              <a:gd name="connsiteX1947" fmla="*/ 1012174 w 3757018"/>
              <a:gd name="connsiteY1947" fmla="*/ 915165 h 2237121"/>
              <a:gd name="connsiteX1948" fmla="*/ 1024642 w 3757018"/>
              <a:gd name="connsiteY1948" fmla="*/ 922060 h 2237121"/>
              <a:gd name="connsiteX1949" fmla="*/ 1047352 w 3757018"/>
              <a:gd name="connsiteY1949" fmla="*/ 920221 h 2237121"/>
              <a:gd name="connsiteX1950" fmla="*/ 1044681 w 3757018"/>
              <a:gd name="connsiteY1950" fmla="*/ 930793 h 2237121"/>
              <a:gd name="connsiteX1951" fmla="*/ 1020634 w 3757018"/>
              <a:gd name="connsiteY1951" fmla="*/ 935849 h 2237121"/>
              <a:gd name="connsiteX1952" fmla="*/ 992580 w 3757018"/>
              <a:gd name="connsiteY1952" fmla="*/ 952397 h 2237121"/>
              <a:gd name="connsiteX1953" fmla="*/ 978776 w 3757018"/>
              <a:gd name="connsiteY1953" fmla="*/ 946421 h 2237121"/>
              <a:gd name="connsiteX1954" fmla="*/ 981893 w 3757018"/>
              <a:gd name="connsiteY1954" fmla="*/ 933092 h 2237121"/>
              <a:gd name="connsiteX1955" fmla="*/ 955620 w 3757018"/>
              <a:gd name="connsiteY1955" fmla="*/ 924358 h 2237121"/>
              <a:gd name="connsiteX1956" fmla="*/ 958737 w 3757018"/>
              <a:gd name="connsiteY1956" fmla="*/ 918842 h 2237121"/>
              <a:gd name="connsiteX1957" fmla="*/ 979221 w 3757018"/>
              <a:gd name="connsiteY1957" fmla="*/ 909189 h 2237121"/>
              <a:gd name="connsiteX1958" fmla="*/ 971651 w 3757018"/>
              <a:gd name="connsiteY1958" fmla="*/ 902754 h 2237121"/>
              <a:gd name="connsiteX1959" fmla="*/ 935582 w 3757018"/>
              <a:gd name="connsiteY1959" fmla="*/ 895400 h 2237121"/>
              <a:gd name="connsiteX1960" fmla="*/ 932019 w 3757018"/>
              <a:gd name="connsiteY1960" fmla="*/ 884368 h 2237121"/>
              <a:gd name="connsiteX1961" fmla="*/ 911981 w 3757018"/>
              <a:gd name="connsiteY1961" fmla="*/ 888046 h 2237121"/>
              <a:gd name="connsiteX1962" fmla="*/ 906192 w 3757018"/>
              <a:gd name="connsiteY1962" fmla="*/ 904133 h 2237121"/>
              <a:gd name="connsiteX1963" fmla="*/ 891497 w 3757018"/>
              <a:gd name="connsiteY1963" fmla="*/ 925276 h 2237121"/>
              <a:gd name="connsiteX1964" fmla="*/ 891498 w 3757018"/>
              <a:gd name="connsiteY1964" fmla="*/ 925277 h 2237121"/>
              <a:gd name="connsiteX1965" fmla="*/ 893279 w 3757018"/>
              <a:gd name="connsiteY1965" fmla="*/ 933091 h 2237121"/>
              <a:gd name="connsiteX1966" fmla="*/ 883037 w 3757018"/>
              <a:gd name="connsiteY1966" fmla="*/ 939066 h 2237121"/>
              <a:gd name="connsiteX1967" fmla="*/ 875912 w 3757018"/>
              <a:gd name="connsiteY1967" fmla="*/ 936309 h 2237121"/>
              <a:gd name="connsiteX1968" fmla="*/ 874131 w 3757018"/>
              <a:gd name="connsiteY1968" fmla="*/ 971702 h 2237121"/>
              <a:gd name="connsiteX1969" fmla="*/ 863890 w 3757018"/>
              <a:gd name="connsiteY1969" fmla="*/ 983653 h 2237121"/>
              <a:gd name="connsiteX1970" fmla="*/ 858100 w 3757018"/>
              <a:gd name="connsiteY1970" fmla="*/ 1004338 h 2237121"/>
              <a:gd name="connsiteX1971" fmla="*/ 867451 w 3757018"/>
              <a:gd name="connsiteY1971" fmla="*/ 1020885 h 2237121"/>
              <a:gd name="connsiteX1972" fmla="*/ 846967 w 3757018"/>
              <a:gd name="connsiteY1972" fmla="*/ 1017208 h 2237121"/>
              <a:gd name="connsiteX1973" fmla="*/ 867451 w 3757018"/>
              <a:gd name="connsiteY1973" fmla="*/ 1020886 h 2237121"/>
              <a:gd name="connsiteX1974" fmla="*/ 871459 w 3757018"/>
              <a:gd name="connsiteY1974" fmla="*/ 1032377 h 2237121"/>
              <a:gd name="connsiteX1975" fmla="*/ 892833 w 3757018"/>
              <a:gd name="connsiteY1975" fmla="*/ 1041570 h 2237121"/>
              <a:gd name="connsiteX1976" fmla="*/ 889716 w 3757018"/>
              <a:gd name="connsiteY1976" fmla="*/ 1048924 h 2237121"/>
              <a:gd name="connsiteX1977" fmla="*/ 862108 w 3757018"/>
              <a:gd name="connsiteY1977" fmla="*/ 1050303 h 2237121"/>
              <a:gd name="connsiteX1978" fmla="*/ 853202 w 3757018"/>
              <a:gd name="connsiteY1978" fmla="*/ 1059496 h 2237121"/>
              <a:gd name="connsiteX1979" fmla="*/ 835835 w 3757018"/>
              <a:gd name="connsiteY1979" fmla="*/ 1075125 h 2237121"/>
              <a:gd name="connsiteX1980" fmla="*/ 826929 w 3757018"/>
              <a:gd name="connsiteY1980" fmla="*/ 1061794 h 2237121"/>
              <a:gd name="connsiteX1981" fmla="*/ 826484 w 3757018"/>
              <a:gd name="connsiteY1981" fmla="*/ 1055819 h 2237121"/>
              <a:gd name="connsiteX1982" fmla="*/ 812234 w 3757018"/>
              <a:gd name="connsiteY1982" fmla="*/ 1054899 h 2237121"/>
              <a:gd name="connsiteX1983" fmla="*/ 800211 w 3757018"/>
              <a:gd name="connsiteY1983" fmla="*/ 1052142 h 2237121"/>
              <a:gd name="connsiteX1984" fmla="*/ 772603 w 3757018"/>
              <a:gd name="connsiteY1984" fmla="*/ 1059496 h 2237121"/>
              <a:gd name="connsiteX1985" fmla="*/ 790415 w 3757018"/>
              <a:gd name="connsiteY1985" fmla="*/ 1076044 h 2237121"/>
              <a:gd name="connsiteX1986" fmla="*/ 779282 w 3757018"/>
              <a:gd name="connsiteY1986" fmla="*/ 1081099 h 2237121"/>
              <a:gd name="connsiteX1987" fmla="*/ 766368 w 3757018"/>
              <a:gd name="connsiteY1987" fmla="*/ 1081099 h 2237121"/>
              <a:gd name="connsiteX1988" fmla="*/ 752564 w 3757018"/>
              <a:gd name="connsiteY1988" fmla="*/ 1065931 h 2237121"/>
              <a:gd name="connsiteX1989" fmla="*/ 748556 w 3757018"/>
              <a:gd name="connsiteY1989" fmla="*/ 1072366 h 2237121"/>
              <a:gd name="connsiteX1990" fmla="*/ 755681 w 3757018"/>
              <a:gd name="connsiteY1990" fmla="*/ 1089833 h 2237121"/>
              <a:gd name="connsiteX1991" fmla="*/ 768595 w 3757018"/>
              <a:gd name="connsiteY1991" fmla="*/ 1103623 h 2237121"/>
              <a:gd name="connsiteX1992" fmla="*/ 760134 w 3757018"/>
              <a:gd name="connsiteY1992" fmla="*/ 1110058 h 2237121"/>
              <a:gd name="connsiteX1993" fmla="*/ 774384 w 3757018"/>
              <a:gd name="connsiteY1993" fmla="*/ 1123388 h 2237121"/>
              <a:gd name="connsiteX1994" fmla="*/ 786852 w 3757018"/>
              <a:gd name="connsiteY1994" fmla="*/ 1132121 h 2237121"/>
              <a:gd name="connsiteX1995" fmla="*/ 788633 w 3757018"/>
              <a:gd name="connsiteY1995" fmla="*/ 1148669 h 2237121"/>
              <a:gd name="connsiteX1996" fmla="*/ 766368 w 3757018"/>
              <a:gd name="connsiteY1996" fmla="*/ 1140854 h 2237121"/>
              <a:gd name="connsiteX1997" fmla="*/ 774384 w 3757018"/>
              <a:gd name="connsiteY1997" fmla="*/ 1156023 h 2237121"/>
              <a:gd name="connsiteX1998" fmla="*/ 759688 w 3757018"/>
              <a:gd name="connsiteY1998" fmla="*/ 1158781 h 2237121"/>
              <a:gd name="connsiteX1999" fmla="*/ 770821 w 3757018"/>
              <a:gd name="connsiteY1999" fmla="*/ 1184981 h 2237121"/>
              <a:gd name="connsiteX2000" fmla="*/ 755235 w 3757018"/>
              <a:gd name="connsiteY2000" fmla="*/ 1185441 h 2237121"/>
              <a:gd name="connsiteX2001" fmla="*/ 734752 w 3757018"/>
              <a:gd name="connsiteY2001" fmla="*/ 1172570 h 2237121"/>
              <a:gd name="connsiteX2002" fmla="*/ 724064 w 3757018"/>
              <a:gd name="connsiteY2002" fmla="*/ 1149128 h 2237121"/>
              <a:gd name="connsiteX2003" fmla="*/ 718275 w 3757018"/>
              <a:gd name="connsiteY2003" fmla="*/ 1129363 h 2237121"/>
              <a:gd name="connsiteX2004" fmla="*/ 708034 w 3757018"/>
              <a:gd name="connsiteY2004" fmla="*/ 1116033 h 2237121"/>
              <a:gd name="connsiteX2005" fmla="*/ 694675 w 3757018"/>
              <a:gd name="connsiteY2005" fmla="*/ 1099026 h 2237121"/>
              <a:gd name="connsiteX2006" fmla="*/ 692448 w 3757018"/>
              <a:gd name="connsiteY2006" fmla="*/ 1090752 h 2237121"/>
              <a:gd name="connsiteX2007" fmla="*/ 702245 w 3757018"/>
              <a:gd name="connsiteY2007" fmla="*/ 1076503 h 2237121"/>
              <a:gd name="connsiteX2008" fmla="*/ 702690 w 3757018"/>
              <a:gd name="connsiteY2008" fmla="*/ 1066851 h 2237121"/>
              <a:gd name="connsiteX2009" fmla="*/ 710260 w 3757018"/>
              <a:gd name="connsiteY2009" fmla="*/ 1062713 h 2237121"/>
              <a:gd name="connsiteX2010" fmla="*/ 709815 w 3757018"/>
              <a:gd name="connsiteY2010" fmla="*/ 1054899 h 2237121"/>
              <a:gd name="connsiteX2011" fmla="*/ 724955 w 3757018"/>
              <a:gd name="connsiteY2011" fmla="*/ 1052601 h 2237121"/>
              <a:gd name="connsiteX2012" fmla="*/ 732970 w 3757018"/>
              <a:gd name="connsiteY2012" fmla="*/ 1046166 h 2237121"/>
              <a:gd name="connsiteX2013" fmla="*/ 745439 w 3757018"/>
              <a:gd name="connsiteY2013" fmla="*/ 1046625 h 2237121"/>
              <a:gd name="connsiteX2014" fmla="*/ 749002 w 3757018"/>
              <a:gd name="connsiteY2014" fmla="*/ 1041570 h 2237121"/>
              <a:gd name="connsiteX2015" fmla="*/ 753455 w 3757018"/>
              <a:gd name="connsiteY2015" fmla="*/ 1040651 h 2237121"/>
              <a:gd name="connsiteX2016" fmla="*/ 770376 w 3757018"/>
              <a:gd name="connsiteY2016" fmla="*/ 1041570 h 2237121"/>
              <a:gd name="connsiteX2017" fmla="*/ 753454 w 3757018"/>
              <a:gd name="connsiteY2017" fmla="*/ 1040650 h 2237121"/>
              <a:gd name="connsiteX2018" fmla="*/ 753454 w 3757018"/>
              <a:gd name="connsiteY2018" fmla="*/ 1040649 h 2237121"/>
              <a:gd name="connsiteX2019" fmla="*/ 749001 w 3757018"/>
              <a:gd name="connsiteY2019" fmla="*/ 1041569 h 2237121"/>
              <a:gd name="connsiteX2020" fmla="*/ 745439 w 3757018"/>
              <a:gd name="connsiteY2020" fmla="*/ 1046625 h 2237121"/>
              <a:gd name="connsiteX2021" fmla="*/ 732971 w 3757018"/>
              <a:gd name="connsiteY2021" fmla="*/ 1046165 h 2237121"/>
              <a:gd name="connsiteX2022" fmla="*/ 724955 w 3757018"/>
              <a:gd name="connsiteY2022" fmla="*/ 1052600 h 2237121"/>
              <a:gd name="connsiteX2023" fmla="*/ 709815 w 3757018"/>
              <a:gd name="connsiteY2023" fmla="*/ 1054898 h 2237121"/>
              <a:gd name="connsiteX2024" fmla="*/ 699573 w 3757018"/>
              <a:gd name="connsiteY2024" fmla="*/ 1048003 h 2237121"/>
              <a:gd name="connsiteX2025" fmla="*/ 695120 w 3757018"/>
              <a:gd name="connsiteY2025" fmla="*/ 1035593 h 2237121"/>
              <a:gd name="connsiteX2026" fmla="*/ 697347 w 3757018"/>
              <a:gd name="connsiteY2026" fmla="*/ 1025481 h 2237121"/>
              <a:gd name="connsiteX2027" fmla="*/ 697346 w 3757018"/>
              <a:gd name="connsiteY2027" fmla="*/ 1025481 h 2237121"/>
              <a:gd name="connsiteX2028" fmla="*/ 694675 w 3757018"/>
              <a:gd name="connsiteY2028" fmla="*/ 1014909 h 2237121"/>
              <a:gd name="connsiteX2029" fmla="*/ 688886 w 3757018"/>
              <a:gd name="connsiteY2029" fmla="*/ 1011691 h 2237121"/>
              <a:gd name="connsiteX2030" fmla="*/ 683542 w 3757018"/>
              <a:gd name="connsiteY2030" fmla="*/ 1003877 h 2237121"/>
              <a:gd name="connsiteX2031" fmla="*/ 677309 w 3757018"/>
              <a:gd name="connsiteY2031" fmla="*/ 1006635 h 2237121"/>
              <a:gd name="connsiteX2032" fmla="*/ 675527 w 3757018"/>
              <a:gd name="connsiteY2032" fmla="*/ 1001120 h 2237121"/>
              <a:gd name="connsiteX2033" fmla="*/ 675527 w 3757018"/>
              <a:gd name="connsiteY2033" fmla="*/ 1001121 h 2237121"/>
              <a:gd name="connsiteX2034" fmla="*/ 677307 w 3757018"/>
              <a:gd name="connsiteY2034" fmla="*/ 1006636 h 2237121"/>
              <a:gd name="connsiteX2035" fmla="*/ 683542 w 3757018"/>
              <a:gd name="connsiteY2035" fmla="*/ 1003878 h 2237121"/>
              <a:gd name="connsiteX2036" fmla="*/ 688885 w 3757018"/>
              <a:gd name="connsiteY2036" fmla="*/ 1011692 h 2237121"/>
              <a:gd name="connsiteX2037" fmla="*/ 694674 w 3757018"/>
              <a:gd name="connsiteY2037" fmla="*/ 1014910 h 2237121"/>
              <a:gd name="connsiteX2038" fmla="*/ 697346 w 3757018"/>
              <a:gd name="connsiteY2038" fmla="*/ 1025482 h 2237121"/>
              <a:gd name="connsiteX2039" fmla="*/ 695119 w 3757018"/>
              <a:gd name="connsiteY2039" fmla="*/ 1035594 h 2237121"/>
              <a:gd name="connsiteX2040" fmla="*/ 699572 w 3757018"/>
              <a:gd name="connsiteY2040" fmla="*/ 1048004 h 2237121"/>
              <a:gd name="connsiteX2041" fmla="*/ 709814 w 3757018"/>
              <a:gd name="connsiteY2041" fmla="*/ 1054899 h 2237121"/>
              <a:gd name="connsiteX2042" fmla="*/ 710260 w 3757018"/>
              <a:gd name="connsiteY2042" fmla="*/ 1062713 h 2237121"/>
              <a:gd name="connsiteX2043" fmla="*/ 702689 w 3757018"/>
              <a:gd name="connsiteY2043" fmla="*/ 1066850 h 2237121"/>
              <a:gd name="connsiteX2044" fmla="*/ 702244 w 3757018"/>
              <a:gd name="connsiteY2044" fmla="*/ 1076503 h 2237121"/>
              <a:gd name="connsiteX2045" fmla="*/ 692448 w 3757018"/>
              <a:gd name="connsiteY2045" fmla="*/ 1090752 h 2237121"/>
              <a:gd name="connsiteX2046" fmla="*/ 688440 w 3757018"/>
              <a:gd name="connsiteY2046" fmla="*/ 1088914 h 2237121"/>
              <a:gd name="connsiteX2047" fmla="*/ 687549 w 3757018"/>
              <a:gd name="connsiteY2047" fmla="*/ 1082478 h 2237121"/>
              <a:gd name="connsiteX2048" fmla="*/ 673745 w 3757018"/>
              <a:gd name="connsiteY2048" fmla="*/ 1072366 h 2237121"/>
              <a:gd name="connsiteX2049" fmla="*/ 670628 w 3757018"/>
              <a:gd name="connsiteY2049" fmla="*/ 1058577 h 2237121"/>
              <a:gd name="connsiteX2050" fmla="*/ 671073 w 3757018"/>
              <a:gd name="connsiteY2050" fmla="*/ 1038352 h 2237121"/>
              <a:gd name="connsiteX2051" fmla="*/ 673300 w 3757018"/>
              <a:gd name="connsiteY2051" fmla="*/ 1029618 h 2237121"/>
              <a:gd name="connsiteX2052" fmla="*/ 669292 w 3757018"/>
              <a:gd name="connsiteY2052" fmla="*/ 1025022 h 2237121"/>
              <a:gd name="connsiteX2053" fmla="*/ 669292 w 3757018"/>
              <a:gd name="connsiteY2053" fmla="*/ 1025021 h 2237121"/>
              <a:gd name="connsiteX2054" fmla="*/ 664394 w 3757018"/>
              <a:gd name="connsiteY2054" fmla="*/ 1022723 h 2237121"/>
              <a:gd name="connsiteX2055" fmla="*/ 656824 w 3757018"/>
              <a:gd name="connsiteY2055" fmla="*/ 1013070 h 2237121"/>
              <a:gd name="connsiteX2056" fmla="*/ 646582 w 3757018"/>
              <a:gd name="connsiteY2056" fmla="*/ 1007095 h 2237121"/>
              <a:gd name="connsiteX2057" fmla="*/ 648809 w 3757018"/>
              <a:gd name="connsiteY2057" fmla="*/ 1002499 h 2237121"/>
              <a:gd name="connsiteX2058" fmla="*/ 650590 w 3757018"/>
              <a:gd name="connsiteY2058" fmla="*/ 986411 h 2237121"/>
              <a:gd name="connsiteX2059" fmla="*/ 657715 w 3757018"/>
              <a:gd name="connsiteY2059" fmla="*/ 979516 h 2237121"/>
              <a:gd name="connsiteX2060" fmla="*/ 650590 w 3757018"/>
              <a:gd name="connsiteY2060" fmla="*/ 986410 h 2237121"/>
              <a:gd name="connsiteX2061" fmla="*/ 648809 w 3757018"/>
              <a:gd name="connsiteY2061" fmla="*/ 1002498 h 2237121"/>
              <a:gd name="connsiteX2062" fmla="*/ 627434 w 3757018"/>
              <a:gd name="connsiteY2062" fmla="*/ 991467 h 2237121"/>
              <a:gd name="connsiteX2063" fmla="*/ 618083 w 3757018"/>
              <a:gd name="connsiteY2063" fmla="*/ 979057 h 2237121"/>
              <a:gd name="connsiteX2064" fmla="*/ 608732 w 3757018"/>
              <a:gd name="connsiteY2064" fmla="*/ 972621 h 2237121"/>
              <a:gd name="connsiteX2065" fmla="*/ 597599 w 3757018"/>
              <a:gd name="connsiteY2065" fmla="*/ 961590 h 2237121"/>
              <a:gd name="connsiteX2066" fmla="*/ 591810 w 3757018"/>
              <a:gd name="connsiteY2066" fmla="*/ 952857 h 2237121"/>
              <a:gd name="connsiteX2067" fmla="*/ 579787 w 3757018"/>
              <a:gd name="connsiteY2067" fmla="*/ 939067 h 2237121"/>
              <a:gd name="connsiteX2068" fmla="*/ 583350 w 3757018"/>
              <a:gd name="connsiteY2068" fmla="*/ 927117 h 2237121"/>
              <a:gd name="connsiteX2069" fmla="*/ 583349 w 3757018"/>
              <a:gd name="connsiteY2069" fmla="*/ 927116 h 2237121"/>
              <a:gd name="connsiteX2070" fmla="*/ 579786 w 3757018"/>
              <a:gd name="connsiteY2070" fmla="*/ 939067 h 2237121"/>
              <a:gd name="connsiteX2071" fmla="*/ 591809 w 3757018"/>
              <a:gd name="connsiteY2071" fmla="*/ 952857 h 2237121"/>
              <a:gd name="connsiteX2072" fmla="*/ 597598 w 3757018"/>
              <a:gd name="connsiteY2072" fmla="*/ 961590 h 2237121"/>
              <a:gd name="connsiteX2073" fmla="*/ 608731 w 3757018"/>
              <a:gd name="connsiteY2073" fmla="*/ 972621 h 2237121"/>
              <a:gd name="connsiteX2074" fmla="*/ 618083 w 3757018"/>
              <a:gd name="connsiteY2074" fmla="*/ 979057 h 2237121"/>
              <a:gd name="connsiteX2075" fmla="*/ 627433 w 3757018"/>
              <a:gd name="connsiteY2075" fmla="*/ 991467 h 2237121"/>
              <a:gd name="connsiteX2076" fmla="*/ 648808 w 3757018"/>
              <a:gd name="connsiteY2076" fmla="*/ 1002499 h 2237121"/>
              <a:gd name="connsiteX2077" fmla="*/ 646582 w 3757018"/>
              <a:gd name="connsiteY2077" fmla="*/ 1007095 h 2237121"/>
              <a:gd name="connsiteX2078" fmla="*/ 624317 w 3757018"/>
              <a:gd name="connsiteY2078" fmla="*/ 996524 h 2237121"/>
              <a:gd name="connsiteX2079" fmla="*/ 610067 w 3757018"/>
              <a:gd name="connsiteY2079" fmla="*/ 985952 h 2237121"/>
              <a:gd name="connsiteX2080" fmla="*/ 588692 w 3757018"/>
              <a:gd name="connsiteY2080" fmla="*/ 977218 h 2237121"/>
              <a:gd name="connsiteX2081" fmla="*/ 567763 w 3757018"/>
              <a:gd name="connsiteY2081" fmla="*/ 956074 h 2237121"/>
              <a:gd name="connsiteX2082" fmla="*/ 572216 w 3757018"/>
              <a:gd name="connsiteY2082" fmla="*/ 953776 h 2237121"/>
              <a:gd name="connsiteX2083" fmla="*/ 561084 w 3757018"/>
              <a:gd name="connsiteY2083" fmla="*/ 941366 h 2237121"/>
              <a:gd name="connsiteX2084" fmla="*/ 559748 w 3757018"/>
              <a:gd name="connsiteY2084" fmla="*/ 931713 h 2237121"/>
              <a:gd name="connsiteX2085" fmla="*/ 545052 w 3757018"/>
              <a:gd name="connsiteY2085" fmla="*/ 927116 h 2237121"/>
              <a:gd name="connsiteX2086" fmla="*/ 538818 w 3757018"/>
              <a:gd name="connsiteY2086" fmla="*/ 939527 h 2237121"/>
              <a:gd name="connsiteX2087" fmla="*/ 531693 w 3757018"/>
              <a:gd name="connsiteY2087" fmla="*/ 929874 h 2237121"/>
              <a:gd name="connsiteX2088" fmla="*/ 531693 w 3757018"/>
              <a:gd name="connsiteY2088" fmla="*/ 919761 h 2237121"/>
              <a:gd name="connsiteX2089" fmla="*/ 532138 w 3757018"/>
              <a:gd name="connsiteY2089" fmla="*/ 919303 h 2237121"/>
              <a:gd name="connsiteX2090" fmla="*/ 532139 w 3757018"/>
              <a:gd name="connsiteY2090" fmla="*/ 919302 h 2237121"/>
              <a:gd name="connsiteX2091" fmla="*/ 537037 w 3757018"/>
              <a:gd name="connsiteY2091" fmla="*/ 917004 h 2237121"/>
              <a:gd name="connsiteX2092" fmla="*/ 537036 w 3757018"/>
              <a:gd name="connsiteY2092" fmla="*/ 917004 h 2237121"/>
              <a:gd name="connsiteX2093" fmla="*/ 518780 w 3757018"/>
              <a:gd name="connsiteY2093" fmla="*/ 912407 h 2237121"/>
              <a:gd name="connsiteX2094" fmla="*/ 501413 w 3757018"/>
              <a:gd name="connsiteY2094" fmla="*/ 922979 h 2237121"/>
              <a:gd name="connsiteX2095" fmla="*/ 503195 w 3757018"/>
              <a:gd name="connsiteY2095" fmla="*/ 937228 h 2237121"/>
              <a:gd name="connsiteX2096" fmla="*/ 500968 w 3757018"/>
              <a:gd name="connsiteY2096" fmla="*/ 945502 h 2237121"/>
              <a:gd name="connsiteX2097" fmla="*/ 509428 w 3757018"/>
              <a:gd name="connsiteY2097" fmla="*/ 960211 h 2237121"/>
              <a:gd name="connsiteX2098" fmla="*/ 531693 w 3757018"/>
              <a:gd name="connsiteY2098" fmla="*/ 974920 h 2237121"/>
              <a:gd name="connsiteX2099" fmla="*/ 544607 w 3757018"/>
              <a:gd name="connsiteY2099" fmla="*/ 999281 h 2237121"/>
              <a:gd name="connsiteX2100" fmla="*/ 571770 w 3757018"/>
              <a:gd name="connsiteY2100" fmla="*/ 1022724 h 2237121"/>
              <a:gd name="connsiteX2101" fmla="*/ 589582 w 3757018"/>
              <a:gd name="connsiteY2101" fmla="*/ 1022264 h 2237121"/>
              <a:gd name="connsiteX2102" fmla="*/ 595817 w 3757018"/>
              <a:gd name="connsiteY2102" fmla="*/ 1028699 h 2237121"/>
              <a:gd name="connsiteX2103" fmla="*/ 589582 w 3757018"/>
              <a:gd name="connsiteY2103" fmla="*/ 1034674 h 2237121"/>
              <a:gd name="connsiteX2104" fmla="*/ 610958 w 3757018"/>
              <a:gd name="connsiteY2104" fmla="*/ 1045246 h 2237121"/>
              <a:gd name="connsiteX2105" fmla="*/ 628770 w 3757018"/>
              <a:gd name="connsiteY2105" fmla="*/ 1053979 h 2237121"/>
              <a:gd name="connsiteX2106" fmla="*/ 649698 w 3757018"/>
              <a:gd name="connsiteY2106" fmla="*/ 1069608 h 2237121"/>
              <a:gd name="connsiteX2107" fmla="*/ 652371 w 3757018"/>
              <a:gd name="connsiteY2107" fmla="*/ 1074664 h 2237121"/>
              <a:gd name="connsiteX2108" fmla="*/ 648808 w 3757018"/>
              <a:gd name="connsiteY2108" fmla="*/ 1085236 h 2237121"/>
              <a:gd name="connsiteX2109" fmla="*/ 635004 w 3757018"/>
              <a:gd name="connsiteY2109" fmla="*/ 1071446 h 2237121"/>
              <a:gd name="connsiteX2110" fmla="*/ 614520 w 3757018"/>
              <a:gd name="connsiteY2110" fmla="*/ 1066850 h 2237121"/>
              <a:gd name="connsiteX2111" fmla="*/ 606059 w 3757018"/>
              <a:gd name="connsiteY2111" fmla="*/ 1085696 h 2237121"/>
              <a:gd name="connsiteX2112" fmla="*/ 623426 w 3757018"/>
              <a:gd name="connsiteY2112" fmla="*/ 1096727 h 2237121"/>
              <a:gd name="connsiteX2113" fmla="*/ 621645 w 3757018"/>
              <a:gd name="connsiteY2113" fmla="*/ 1111896 h 2237121"/>
              <a:gd name="connsiteX2114" fmla="*/ 612294 w 3757018"/>
              <a:gd name="connsiteY2114" fmla="*/ 1113734 h 2237121"/>
              <a:gd name="connsiteX2115" fmla="*/ 601161 w 3757018"/>
              <a:gd name="connsiteY2115" fmla="*/ 1139015 h 2237121"/>
              <a:gd name="connsiteX2116" fmla="*/ 591364 w 3757018"/>
              <a:gd name="connsiteY2116" fmla="*/ 1141313 h 2237121"/>
              <a:gd name="connsiteX2117" fmla="*/ 590919 w 3757018"/>
              <a:gd name="connsiteY2117" fmla="*/ 1132120 h 2237121"/>
              <a:gd name="connsiteX2118" fmla="*/ 594927 w 3757018"/>
              <a:gd name="connsiteY2118" fmla="*/ 1116492 h 2237121"/>
              <a:gd name="connsiteX2119" fmla="*/ 599825 w 3757018"/>
              <a:gd name="connsiteY2119" fmla="*/ 1110057 h 2237121"/>
              <a:gd name="connsiteX2120" fmla="*/ 589582 w 3757018"/>
              <a:gd name="connsiteY2120" fmla="*/ 1093050 h 2237121"/>
              <a:gd name="connsiteX2121" fmla="*/ 581567 w 3757018"/>
              <a:gd name="connsiteY2121" fmla="*/ 1078341 h 2237121"/>
              <a:gd name="connsiteX2122" fmla="*/ 571770 w 3757018"/>
              <a:gd name="connsiteY2122" fmla="*/ 1074664 h 2237121"/>
              <a:gd name="connsiteX2123" fmla="*/ 563755 w 3757018"/>
              <a:gd name="connsiteY2123" fmla="*/ 1062253 h 2237121"/>
              <a:gd name="connsiteX2124" fmla="*/ 548615 w 3757018"/>
              <a:gd name="connsiteY2124" fmla="*/ 1056738 h 2237121"/>
              <a:gd name="connsiteX2125" fmla="*/ 537928 w 3757018"/>
              <a:gd name="connsiteY2125" fmla="*/ 1044786 h 2237121"/>
              <a:gd name="connsiteX2126" fmla="*/ 521007 w 3757018"/>
              <a:gd name="connsiteY2126" fmla="*/ 1042948 h 2237121"/>
              <a:gd name="connsiteX2127" fmla="*/ 501859 w 3757018"/>
              <a:gd name="connsiteY2127" fmla="*/ 1030078 h 2237121"/>
              <a:gd name="connsiteX2128" fmla="*/ 480038 w 3757018"/>
              <a:gd name="connsiteY2128" fmla="*/ 1010772 h 2237121"/>
              <a:gd name="connsiteX2129" fmla="*/ 463562 w 3757018"/>
              <a:gd name="connsiteY2129" fmla="*/ 994225 h 2237121"/>
              <a:gd name="connsiteX2130" fmla="*/ 455102 w 3757018"/>
              <a:gd name="connsiteY2130" fmla="*/ 965267 h 2237121"/>
              <a:gd name="connsiteX2131" fmla="*/ 443524 w 3757018"/>
              <a:gd name="connsiteY2131" fmla="*/ 962049 h 2237121"/>
              <a:gd name="connsiteX2132" fmla="*/ 424820 w 3757018"/>
              <a:gd name="connsiteY2132" fmla="*/ 952397 h 2237121"/>
              <a:gd name="connsiteX2133" fmla="*/ 414579 w 3757018"/>
              <a:gd name="connsiteY2133" fmla="*/ 956074 h 2237121"/>
              <a:gd name="connsiteX2134" fmla="*/ 401666 w 3757018"/>
              <a:gd name="connsiteY2134" fmla="*/ 969864 h 2237121"/>
              <a:gd name="connsiteX2135" fmla="*/ 392314 w 3757018"/>
              <a:gd name="connsiteY2135" fmla="*/ 971702 h 2237121"/>
              <a:gd name="connsiteX2136" fmla="*/ 394540 w 3757018"/>
              <a:gd name="connsiteY2136" fmla="*/ 959292 h 2237121"/>
              <a:gd name="connsiteX2137" fmla="*/ 382072 w 3757018"/>
              <a:gd name="connsiteY2137" fmla="*/ 955614 h 2237121"/>
              <a:gd name="connsiteX2138" fmla="*/ 375392 w 3757018"/>
              <a:gd name="connsiteY2138" fmla="*/ 933092 h 2237121"/>
              <a:gd name="connsiteX2139" fmla="*/ 382962 w 3757018"/>
              <a:gd name="connsiteY2139" fmla="*/ 924358 h 2237121"/>
              <a:gd name="connsiteX2140" fmla="*/ 376283 w 3757018"/>
              <a:gd name="connsiteY2140" fmla="*/ 913327 h 2237121"/>
              <a:gd name="connsiteX2141" fmla="*/ 376728 w 3757018"/>
              <a:gd name="connsiteY2141" fmla="*/ 905053 h 2237121"/>
              <a:gd name="connsiteX2142" fmla="*/ 368713 w 3757018"/>
              <a:gd name="connsiteY2142" fmla="*/ 892643 h 2237121"/>
              <a:gd name="connsiteX2143" fmla="*/ 368711 w 3757018"/>
              <a:gd name="connsiteY2143" fmla="*/ 892644 h 2237121"/>
              <a:gd name="connsiteX2144" fmla="*/ 376727 w 3757018"/>
              <a:gd name="connsiteY2144" fmla="*/ 905053 h 2237121"/>
              <a:gd name="connsiteX2145" fmla="*/ 376281 w 3757018"/>
              <a:gd name="connsiteY2145" fmla="*/ 913327 h 2237121"/>
              <a:gd name="connsiteX2146" fmla="*/ 382961 w 3757018"/>
              <a:gd name="connsiteY2146" fmla="*/ 924359 h 2237121"/>
              <a:gd name="connsiteX2147" fmla="*/ 375390 w 3757018"/>
              <a:gd name="connsiteY2147" fmla="*/ 933092 h 2237121"/>
              <a:gd name="connsiteX2148" fmla="*/ 382070 w 3757018"/>
              <a:gd name="connsiteY2148" fmla="*/ 955615 h 2237121"/>
              <a:gd name="connsiteX2149" fmla="*/ 394539 w 3757018"/>
              <a:gd name="connsiteY2149" fmla="*/ 959292 h 2237121"/>
              <a:gd name="connsiteX2150" fmla="*/ 392312 w 3757018"/>
              <a:gd name="connsiteY2150" fmla="*/ 971703 h 2237121"/>
              <a:gd name="connsiteX2151" fmla="*/ 372274 w 3757018"/>
              <a:gd name="connsiteY2151" fmla="*/ 988250 h 2237121"/>
              <a:gd name="connsiteX2152" fmla="*/ 326852 w 3757018"/>
              <a:gd name="connsiteY2152" fmla="*/ 980436 h 2237121"/>
              <a:gd name="connsiteX2153" fmla="*/ 293900 w 3757018"/>
              <a:gd name="connsiteY2153" fmla="*/ 990089 h 2237121"/>
              <a:gd name="connsiteX2154" fmla="*/ 291228 w 3757018"/>
              <a:gd name="connsiteY2154" fmla="*/ 1007555 h 2237121"/>
              <a:gd name="connsiteX2155" fmla="*/ 291229 w 3757018"/>
              <a:gd name="connsiteY2155" fmla="*/ 1007555 h 2237121"/>
              <a:gd name="connsiteX2156" fmla="*/ 293010 w 3757018"/>
              <a:gd name="connsiteY2156" fmla="*/ 1024562 h 2237121"/>
              <a:gd name="connsiteX2157" fmla="*/ 271191 w 3757018"/>
              <a:gd name="connsiteY2157" fmla="*/ 1043867 h 2237121"/>
              <a:gd name="connsiteX2158" fmla="*/ 241800 w 3757018"/>
              <a:gd name="connsiteY2158" fmla="*/ 1050302 h 2237121"/>
              <a:gd name="connsiteX2159" fmla="*/ 239574 w 3757018"/>
              <a:gd name="connsiteY2159" fmla="*/ 1059955 h 2237121"/>
              <a:gd name="connsiteX2160" fmla="*/ 225324 w 3757018"/>
              <a:gd name="connsiteY2160" fmla="*/ 1076043 h 2237121"/>
              <a:gd name="connsiteX2161" fmla="*/ 216418 w 3757018"/>
              <a:gd name="connsiteY2161" fmla="*/ 1099944 h 2237121"/>
              <a:gd name="connsiteX2162" fmla="*/ 225324 w 3757018"/>
              <a:gd name="connsiteY2162" fmla="*/ 1116951 h 2237121"/>
              <a:gd name="connsiteX2163" fmla="*/ 211965 w 3757018"/>
              <a:gd name="connsiteY2163" fmla="*/ 1129822 h 2237121"/>
              <a:gd name="connsiteX2164" fmla="*/ 206622 w 3757018"/>
              <a:gd name="connsiteY2164" fmla="*/ 1149127 h 2237121"/>
              <a:gd name="connsiteX2165" fmla="*/ 188809 w 3757018"/>
              <a:gd name="connsiteY2165" fmla="*/ 1155102 h 2237121"/>
              <a:gd name="connsiteX2166" fmla="*/ 172333 w 3757018"/>
              <a:gd name="connsiteY2166" fmla="*/ 1177626 h 2237121"/>
              <a:gd name="connsiteX2167" fmla="*/ 142053 w 3757018"/>
              <a:gd name="connsiteY2167" fmla="*/ 1178085 h 2237121"/>
              <a:gd name="connsiteX2168" fmla="*/ 119788 w 3757018"/>
              <a:gd name="connsiteY2168" fmla="*/ 1177626 h 2237121"/>
              <a:gd name="connsiteX2169" fmla="*/ 104647 w 3757018"/>
              <a:gd name="connsiteY2169" fmla="*/ 1187738 h 2237121"/>
              <a:gd name="connsiteX2170" fmla="*/ 95296 w 3757018"/>
              <a:gd name="connsiteY2170" fmla="*/ 1198769 h 2237121"/>
              <a:gd name="connsiteX2171" fmla="*/ 83718 w 3757018"/>
              <a:gd name="connsiteY2171" fmla="*/ 1196471 h 2237121"/>
              <a:gd name="connsiteX2172" fmla="*/ 75258 w 3757018"/>
              <a:gd name="connsiteY2172" fmla="*/ 1186359 h 2237121"/>
              <a:gd name="connsiteX2173" fmla="*/ 69023 w 3757018"/>
              <a:gd name="connsiteY2173" fmla="*/ 1169811 h 2237121"/>
              <a:gd name="connsiteX2174" fmla="*/ 47203 w 3757018"/>
              <a:gd name="connsiteY2174" fmla="*/ 1165215 h 2237121"/>
              <a:gd name="connsiteX2175" fmla="*/ 45423 w 3757018"/>
              <a:gd name="connsiteY2175" fmla="*/ 1155102 h 2237121"/>
              <a:gd name="connsiteX2176" fmla="*/ 54329 w 3757018"/>
              <a:gd name="connsiteY2176" fmla="*/ 1144071 h 2237121"/>
              <a:gd name="connsiteX2177" fmla="*/ 57890 w 3757018"/>
              <a:gd name="connsiteY2177" fmla="*/ 1136257 h 2237121"/>
              <a:gd name="connsiteX2178" fmla="*/ 49876 w 3757018"/>
              <a:gd name="connsiteY2178" fmla="*/ 1127523 h 2237121"/>
              <a:gd name="connsiteX2179" fmla="*/ 57000 w 3757018"/>
              <a:gd name="connsiteY2179" fmla="*/ 1108218 h 2237121"/>
              <a:gd name="connsiteX2180" fmla="*/ 48094 w 3757018"/>
              <a:gd name="connsiteY2180" fmla="*/ 1090751 h 2237121"/>
              <a:gd name="connsiteX2181" fmla="*/ 58336 w 3757018"/>
              <a:gd name="connsiteY2181" fmla="*/ 1088453 h 2237121"/>
              <a:gd name="connsiteX2182" fmla="*/ 59672 w 3757018"/>
              <a:gd name="connsiteY2182" fmla="*/ 1074204 h 2237121"/>
              <a:gd name="connsiteX2183" fmla="*/ 63235 w 3757018"/>
              <a:gd name="connsiteY2183" fmla="*/ 1070067 h 2237121"/>
              <a:gd name="connsiteX2184" fmla="*/ 64570 w 3757018"/>
              <a:gd name="connsiteY2184" fmla="*/ 1047085 h 2237121"/>
              <a:gd name="connsiteX2185" fmla="*/ 75258 w 3757018"/>
              <a:gd name="connsiteY2185" fmla="*/ 1039271 h 2237121"/>
              <a:gd name="connsiteX2186" fmla="*/ 69469 w 3757018"/>
              <a:gd name="connsiteY2186" fmla="*/ 1024562 h 2237121"/>
              <a:gd name="connsiteX2187" fmla="*/ 69468 w 3757018"/>
              <a:gd name="connsiteY2187" fmla="*/ 1024562 h 2237121"/>
              <a:gd name="connsiteX2188" fmla="*/ 75256 w 3757018"/>
              <a:gd name="connsiteY2188" fmla="*/ 1039270 h 2237121"/>
              <a:gd name="connsiteX2189" fmla="*/ 64569 w 3757018"/>
              <a:gd name="connsiteY2189" fmla="*/ 1047084 h 2237121"/>
              <a:gd name="connsiteX2190" fmla="*/ 63233 w 3757018"/>
              <a:gd name="connsiteY2190" fmla="*/ 1070067 h 2237121"/>
              <a:gd name="connsiteX2191" fmla="*/ 59671 w 3757018"/>
              <a:gd name="connsiteY2191" fmla="*/ 1074204 h 2237121"/>
              <a:gd name="connsiteX2192" fmla="*/ 58335 w 3757018"/>
              <a:gd name="connsiteY2192" fmla="*/ 1088453 h 2237121"/>
              <a:gd name="connsiteX2193" fmla="*/ 48093 w 3757018"/>
              <a:gd name="connsiteY2193" fmla="*/ 1090751 h 2237121"/>
              <a:gd name="connsiteX2194" fmla="*/ 56999 w 3757018"/>
              <a:gd name="connsiteY2194" fmla="*/ 1108218 h 2237121"/>
              <a:gd name="connsiteX2195" fmla="*/ 49874 w 3757018"/>
              <a:gd name="connsiteY2195" fmla="*/ 1127523 h 2237121"/>
              <a:gd name="connsiteX2196" fmla="*/ 57889 w 3757018"/>
              <a:gd name="connsiteY2196" fmla="*/ 1136257 h 2237121"/>
              <a:gd name="connsiteX2197" fmla="*/ 54327 w 3757018"/>
              <a:gd name="connsiteY2197" fmla="*/ 1144071 h 2237121"/>
              <a:gd name="connsiteX2198" fmla="*/ 45421 w 3757018"/>
              <a:gd name="connsiteY2198" fmla="*/ 1155102 h 2237121"/>
              <a:gd name="connsiteX2199" fmla="*/ 47202 w 3757018"/>
              <a:gd name="connsiteY2199" fmla="*/ 1165215 h 2237121"/>
              <a:gd name="connsiteX2200" fmla="*/ 37406 w 3757018"/>
              <a:gd name="connsiteY2200" fmla="*/ 1172569 h 2237121"/>
              <a:gd name="connsiteX2201" fmla="*/ 24937 w 3757018"/>
              <a:gd name="connsiteY2201" fmla="*/ 1168433 h 2237121"/>
              <a:gd name="connsiteX2202" fmla="*/ 12914 w 3757018"/>
              <a:gd name="connsiteY2202" fmla="*/ 1171650 h 2237121"/>
              <a:gd name="connsiteX2203" fmla="*/ 16921 w 3757018"/>
              <a:gd name="connsiteY2203" fmla="*/ 1148667 h 2237121"/>
              <a:gd name="connsiteX2204" fmla="*/ 15585 w 3757018"/>
              <a:gd name="connsiteY2204" fmla="*/ 1130741 h 2237121"/>
              <a:gd name="connsiteX2205" fmla="*/ 4898 w 3757018"/>
              <a:gd name="connsiteY2205" fmla="*/ 1127983 h 2237121"/>
              <a:gd name="connsiteX2206" fmla="*/ 0 w 3757018"/>
              <a:gd name="connsiteY2206" fmla="*/ 1116952 h 2237121"/>
              <a:gd name="connsiteX2207" fmla="*/ 2226 w 3757018"/>
              <a:gd name="connsiteY2207" fmla="*/ 1097646 h 2237121"/>
              <a:gd name="connsiteX2208" fmla="*/ 12023 w 3757018"/>
              <a:gd name="connsiteY2208" fmla="*/ 1087074 h 2237121"/>
              <a:gd name="connsiteX2209" fmla="*/ 14249 w 3757018"/>
              <a:gd name="connsiteY2209" fmla="*/ 1075123 h 2237121"/>
              <a:gd name="connsiteX2210" fmla="*/ 19594 w 3757018"/>
              <a:gd name="connsiteY2210" fmla="*/ 1057656 h 2237121"/>
              <a:gd name="connsiteX2211" fmla="*/ 19594 w 3757018"/>
              <a:gd name="connsiteY2211" fmla="*/ 1045246 h 2237121"/>
              <a:gd name="connsiteX2212" fmla="*/ 15585 w 3757018"/>
              <a:gd name="connsiteY2212" fmla="*/ 1034674 h 2237121"/>
              <a:gd name="connsiteX2213" fmla="*/ 14695 w 3757018"/>
              <a:gd name="connsiteY2213" fmla="*/ 1024561 h 2237121"/>
              <a:gd name="connsiteX2214" fmla="*/ 14697 w 3757018"/>
              <a:gd name="connsiteY2214" fmla="*/ 1024560 h 2237121"/>
              <a:gd name="connsiteX2215" fmla="*/ 16923 w 3757018"/>
              <a:gd name="connsiteY2215" fmla="*/ 1003878 h 2237121"/>
              <a:gd name="connsiteX2216" fmla="*/ 8017 w 3757018"/>
              <a:gd name="connsiteY2216" fmla="*/ 991467 h 2237121"/>
              <a:gd name="connsiteX2217" fmla="*/ 40970 w 3757018"/>
              <a:gd name="connsiteY2217" fmla="*/ 970323 h 2237121"/>
              <a:gd name="connsiteX2218" fmla="*/ 68578 w 3757018"/>
              <a:gd name="connsiteY2218" fmla="*/ 975380 h 2237121"/>
              <a:gd name="connsiteX2219" fmla="*/ 99304 w 3757018"/>
              <a:gd name="connsiteY2219" fmla="*/ 975380 h 2237121"/>
              <a:gd name="connsiteX2220" fmla="*/ 123350 w 3757018"/>
              <a:gd name="connsiteY2220" fmla="*/ 980435 h 2237121"/>
              <a:gd name="connsiteX2221" fmla="*/ 142498 w 3757018"/>
              <a:gd name="connsiteY2221" fmla="*/ 978597 h 2237121"/>
              <a:gd name="connsiteX2222" fmla="*/ 179457 w 3757018"/>
              <a:gd name="connsiteY2222" fmla="*/ 979976 h 2237121"/>
              <a:gd name="connsiteX2223" fmla="*/ 191481 w 3757018"/>
              <a:gd name="connsiteY2223" fmla="*/ 962510 h 2237121"/>
              <a:gd name="connsiteX2224" fmla="*/ 195934 w 3757018"/>
              <a:gd name="connsiteY2224" fmla="*/ 904594 h 2237121"/>
              <a:gd name="connsiteX2225" fmla="*/ 173223 w 3757018"/>
              <a:gd name="connsiteY2225" fmla="*/ 874257 h 2237121"/>
              <a:gd name="connsiteX2226" fmla="*/ 156747 w 3757018"/>
              <a:gd name="connsiteY2226" fmla="*/ 859548 h 2237121"/>
              <a:gd name="connsiteX2227" fmla="*/ 122904 w 3757018"/>
              <a:gd name="connsiteY2227" fmla="*/ 848516 h 2237121"/>
              <a:gd name="connsiteX2228" fmla="*/ 121123 w 3757018"/>
              <a:gd name="connsiteY2228" fmla="*/ 827373 h 2237121"/>
              <a:gd name="connsiteX2229" fmla="*/ 150067 w 3757018"/>
              <a:gd name="connsiteY2229" fmla="*/ 821397 h 2237121"/>
              <a:gd name="connsiteX2230" fmla="*/ 187028 w 3757018"/>
              <a:gd name="connsiteY2230" fmla="*/ 828752 h 2237121"/>
              <a:gd name="connsiteX2231" fmla="*/ 180348 w 3757018"/>
              <a:gd name="connsiteY2231" fmla="*/ 796116 h 2237121"/>
              <a:gd name="connsiteX2232" fmla="*/ 201277 w 3757018"/>
              <a:gd name="connsiteY2232" fmla="*/ 808527 h 2237121"/>
              <a:gd name="connsiteX2233" fmla="*/ 252042 w 3757018"/>
              <a:gd name="connsiteY2233" fmla="*/ 786463 h 2237121"/>
              <a:gd name="connsiteX2234" fmla="*/ 258721 w 3757018"/>
              <a:gd name="connsiteY2234" fmla="*/ 763021 h 2237121"/>
              <a:gd name="connsiteX2235" fmla="*/ 277424 w 3757018"/>
              <a:gd name="connsiteY2235" fmla="*/ 757046 h 2237121"/>
              <a:gd name="connsiteX2236" fmla="*/ 280987 w 3757018"/>
              <a:gd name="connsiteY2236" fmla="*/ 767158 h 2237121"/>
              <a:gd name="connsiteX2237" fmla="*/ 290783 w 3757018"/>
              <a:gd name="connsiteY2237" fmla="*/ 767618 h 2237121"/>
              <a:gd name="connsiteX2238" fmla="*/ 301470 w 3757018"/>
              <a:gd name="connsiteY2238" fmla="*/ 779109 h 2237121"/>
              <a:gd name="connsiteX2239" fmla="*/ 317056 w 3757018"/>
              <a:gd name="connsiteY2239" fmla="*/ 792439 h 2237121"/>
              <a:gd name="connsiteX2240" fmla="*/ 328188 w 3757018"/>
              <a:gd name="connsiteY2240" fmla="*/ 790141 h 2237121"/>
              <a:gd name="connsiteX2241" fmla="*/ 347782 w 3757018"/>
              <a:gd name="connsiteY2241" fmla="*/ 803471 h 2237121"/>
              <a:gd name="connsiteX2242" fmla="*/ 352680 w 3757018"/>
              <a:gd name="connsiteY2242" fmla="*/ 805769 h 2237121"/>
              <a:gd name="connsiteX2243" fmla="*/ 358915 w 3757018"/>
              <a:gd name="connsiteY2243" fmla="*/ 805309 h 2237121"/>
              <a:gd name="connsiteX2244" fmla="*/ 369602 w 3757018"/>
              <a:gd name="connsiteY2244" fmla="*/ 812664 h 2237121"/>
              <a:gd name="connsiteX2245" fmla="*/ 401663 w 3757018"/>
              <a:gd name="connsiteY2245" fmla="*/ 818180 h 2237121"/>
              <a:gd name="connsiteX2246" fmla="*/ 390976 w 3757018"/>
              <a:gd name="connsiteY2246" fmla="*/ 837485 h 2237121"/>
              <a:gd name="connsiteX2247" fmla="*/ 389195 w 3757018"/>
              <a:gd name="connsiteY2247" fmla="*/ 858169 h 2237121"/>
              <a:gd name="connsiteX2248" fmla="*/ 383408 w 3757018"/>
              <a:gd name="connsiteY2248" fmla="*/ 863224 h 2237121"/>
              <a:gd name="connsiteX2249" fmla="*/ 383408 w 3757018"/>
              <a:gd name="connsiteY2249" fmla="*/ 863225 h 2237121"/>
              <a:gd name="connsiteX2250" fmla="*/ 389197 w 3757018"/>
              <a:gd name="connsiteY2250" fmla="*/ 858169 h 2237121"/>
              <a:gd name="connsiteX2251" fmla="*/ 407900 w 3757018"/>
              <a:gd name="connsiteY2251" fmla="*/ 858169 h 2237121"/>
              <a:gd name="connsiteX2252" fmla="*/ 411257 w 3757018"/>
              <a:gd name="connsiteY2252" fmla="*/ 853664 h 2237121"/>
              <a:gd name="connsiteX2253" fmla="*/ 407900 w 3757018"/>
              <a:gd name="connsiteY2253" fmla="*/ 858168 h 2237121"/>
              <a:gd name="connsiteX2254" fmla="*/ 389197 w 3757018"/>
              <a:gd name="connsiteY2254" fmla="*/ 858168 h 2237121"/>
              <a:gd name="connsiteX2255" fmla="*/ 390978 w 3757018"/>
              <a:gd name="connsiteY2255" fmla="*/ 837484 h 2237121"/>
              <a:gd name="connsiteX2256" fmla="*/ 401665 w 3757018"/>
              <a:gd name="connsiteY2256" fmla="*/ 818179 h 2237121"/>
              <a:gd name="connsiteX2257" fmla="*/ 369604 w 3757018"/>
              <a:gd name="connsiteY2257" fmla="*/ 812663 h 2237121"/>
              <a:gd name="connsiteX2258" fmla="*/ 358917 w 3757018"/>
              <a:gd name="connsiteY2258" fmla="*/ 805308 h 2237121"/>
              <a:gd name="connsiteX2259" fmla="*/ 359807 w 3757018"/>
              <a:gd name="connsiteY2259" fmla="*/ 792898 h 2237121"/>
              <a:gd name="connsiteX2260" fmla="*/ 359807 w 3757018"/>
              <a:gd name="connsiteY2260" fmla="*/ 792897 h 2237121"/>
              <a:gd name="connsiteX2261" fmla="*/ 358917 w 3757018"/>
              <a:gd name="connsiteY2261" fmla="*/ 805308 h 2237121"/>
              <a:gd name="connsiteX2262" fmla="*/ 352682 w 3757018"/>
              <a:gd name="connsiteY2262" fmla="*/ 805767 h 2237121"/>
              <a:gd name="connsiteX2263" fmla="*/ 347784 w 3757018"/>
              <a:gd name="connsiteY2263" fmla="*/ 803469 h 2237121"/>
              <a:gd name="connsiteX2264" fmla="*/ 347784 w 3757018"/>
              <a:gd name="connsiteY2264" fmla="*/ 803470 h 2237121"/>
              <a:gd name="connsiteX2265" fmla="*/ 328191 w 3757018"/>
              <a:gd name="connsiteY2265" fmla="*/ 790139 h 2237121"/>
              <a:gd name="connsiteX2266" fmla="*/ 317059 w 3757018"/>
              <a:gd name="connsiteY2266" fmla="*/ 792438 h 2237121"/>
              <a:gd name="connsiteX2267" fmla="*/ 301473 w 3757018"/>
              <a:gd name="connsiteY2267" fmla="*/ 779108 h 2237121"/>
              <a:gd name="connsiteX2268" fmla="*/ 290785 w 3757018"/>
              <a:gd name="connsiteY2268" fmla="*/ 767617 h 2237121"/>
              <a:gd name="connsiteX2269" fmla="*/ 280989 w 3757018"/>
              <a:gd name="connsiteY2269" fmla="*/ 767157 h 2237121"/>
              <a:gd name="connsiteX2270" fmla="*/ 277426 w 3757018"/>
              <a:gd name="connsiteY2270" fmla="*/ 757045 h 2237121"/>
              <a:gd name="connsiteX2271" fmla="*/ 294793 w 3757018"/>
              <a:gd name="connsiteY2271" fmla="*/ 751529 h 2237121"/>
              <a:gd name="connsiteX2272" fmla="*/ 305925 w 3757018"/>
              <a:gd name="connsiteY2272" fmla="*/ 743716 h 2237121"/>
              <a:gd name="connsiteX2273" fmla="*/ 323737 w 3757018"/>
              <a:gd name="connsiteY2273" fmla="*/ 702347 h 2237121"/>
              <a:gd name="connsiteX2274" fmla="*/ 352682 w 3757018"/>
              <a:gd name="connsiteY2274" fmla="*/ 690396 h 2237121"/>
              <a:gd name="connsiteX2275" fmla="*/ 370494 w 3757018"/>
              <a:gd name="connsiteY2275" fmla="*/ 691315 h 2237121"/>
              <a:gd name="connsiteX2276" fmla="*/ 374057 w 3757018"/>
              <a:gd name="connsiteY2276" fmla="*/ 685340 h 2237121"/>
              <a:gd name="connsiteX2277" fmla="*/ 391870 w 3757018"/>
              <a:gd name="connsiteY2277" fmla="*/ 683961 h 2237121"/>
              <a:gd name="connsiteX2278" fmla="*/ 396323 w 3757018"/>
              <a:gd name="connsiteY2278" fmla="*/ 689936 h 2237121"/>
              <a:gd name="connsiteX2279" fmla="*/ 410126 w 3757018"/>
              <a:gd name="connsiteY2279" fmla="*/ 676147 h 2237121"/>
              <a:gd name="connsiteX2280" fmla="*/ 404337 w 3757018"/>
              <a:gd name="connsiteY2280" fmla="*/ 665575 h 2237121"/>
              <a:gd name="connsiteX2281" fmla="*/ 402556 w 3757018"/>
              <a:gd name="connsiteY2281" fmla="*/ 649947 h 2237121"/>
              <a:gd name="connsiteX2282" fmla="*/ 393205 w 3757018"/>
              <a:gd name="connsiteY2282" fmla="*/ 634319 h 2237121"/>
              <a:gd name="connsiteX2283" fmla="*/ 391423 w 3757018"/>
              <a:gd name="connsiteY2283" fmla="*/ 606280 h 2237121"/>
              <a:gd name="connsiteX2284" fmla="*/ 394095 w 3757018"/>
              <a:gd name="connsiteY2284" fmla="*/ 598466 h 2237121"/>
              <a:gd name="connsiteX2285" fmla="*/ 399884 w 3757018"/>
              <a:gd name="connsiteY2285" fmla="*/ 590192 h 2237121"/>
              <a:gd name="connsiteX2286" fmla="*/ 417697 w 3757018"/>
              <a:gd name="connsiteY2286" fmla="*/ 588813 h 2237121"/>
              <a:gd name="connsiteX2287" fmla="*/ 424821 w 3757018"/>
              <a:gd name="connsiteY2287" fmla="*/ 580999 h 2237121"/>
              <a:gd name="connsiteX2288" fmla="*/ 440852 w 3757018"/>
              <a:gd name="connsiteY2288" fmla="*/ 573185 h 2237121"/>
              <a:gd name="connsiteX2289" fmla="*/ 440852 w 3757018"/>
              <a:gd name="connsiteY2289" fmla="*/ 587434 h 2237121"/>
              <a:gd name="connsiteX2290" fmla="*/ 435509 w 3757018"/>
              <a:gd name="connsiteY2290" fmla="*/ 596627 h 2237121"/>
              <a:gd name="connsiteX2291" fmla="*/ 438626 w 3757018"/>
              <a:gd name="connsiteY2291" fmla="*/ 603981 h 2237121"/>
              <a:gd name="connsiteX2292" fmla="*/ 450204 w 3757018"/>
              <a:gd name="connsiteY2292" fmla="*/ 608119 h 2237121"/>
              <a:gd name="connsiteX2293" fmla="*/ 445751 w 3757018"/>
              <a:gd name="connsiteY2293" fmla="*/ 618690 h 2237121"/>
              <a:gd name="connsiteX2294" fmla="*/ 439516 w 3757018"/>
              <a:gd name="connsiteY2294" fmla="*/ 615933 h 2237121"/>
              <a:gd name="connsiteX2295" fmla="*/ 425712 w 3757018"/>
              <a:gd name="connsiteY2295" fmla="*/ 635698 h 2237121"/>
              <a:gd name="connsiteX2296" fmla="*/ 431946 w 3757018"/>
              <a:gd name="connsiteY2296" fmla="*/ 649487 h 2237121"/>
              <a:gd name="connsiteX2297" fmla="*/ 431947 w 3757018"/>
              <a:gd name="connsiteY2297" fmla="*/ 649487 h 2237121"/>
              <a:gd name="connsiteX2298" fmla="*/ 433282 w 3757018"/>
              <a:gd name="connsiteY2298" fmla="*/ 660059 h 2237121"/>
              <a:gd name="connsiteX2299" fmla="*/ 455101 w 3757018"/>
              <a:gd name="connsiteY2299" fmla="*/ 666494 h 2237121"/>
              <a:gd name="connsiteX2300" fmla="*/ 455547 w 3757018"/>
              <a:gd name="connsiteY2300" fmla="*/ 676606 h 2237121"/>
              <a:gd name="connsiteX2301" fmla="*/ 476477 w 3757018"/>
              <a:gd name="connsiteY2301" fmla="*/ 671090 h 2237121"/>
              <a:gd name="connsiteX2302" fmla="*/ 488054 w 3757018"/>
              <a:gd name="connsiteY2302" fmla="*/ 663736 h 2237121"/>
              <a:gd name="connsiteX2303" fmla="*/ 512991 w 3757018"/>
              <a:gd name="connsiteY2303" fmla="*/ 674768 h 2237121"/>
              <a:gd name="connsiteX2304" fmla="*/ 523678 w 3757018"/>
              <a:gd name="connsiteY2304" fmla="*/ 683501 h 2237121"/>
              <a:gd name="connsiteX2305" fmla="*/ 537482 w 3757018"/>
              <a:gd name="connsiteY2305" fmla="*/ 675227 h 2237121"/>
              <a:gd name="connsiteX2306" fmla="*/ 569099 w 3757018"/>
              <a:gd name="connsiteY2306" fmla="*/ 662357 h 2237121"/>
              <a:gd name="connsiteX2307" fmla="*/ 594927 w 3757018"/>
              <a:gd name="connsiteY2307" fmla="*/ 653164 h 2237121"/>
              <a:gd name="connsiteX2308" fmla="*/ 616301 w 3757018"/>
              <a:gd name="connsiteY2308" fmla="*/ 657760 h 2237121"/>
              <a:gd name="connsiteX2309" fmla="*/ 618973 w 3757018"/>
              <a:gd name="connsiteY2309" fmla="*/ 664655 h 2237121"/>
              <a:gd name="connsiteX2310" fmla="*/ 639456 w 3757018"/>
              <a:gd name="connsiteY2310" fmla="*/ 664655 h 2237121"/>
              <a:gd name="connsiteX2311" fmla="*/ 642573 w 3757018"/>
              <a:gd name="connsiteY2311" fmla="*/ 652704 h 2237121"/>
              <a:gd name="connsiteX2312" fmla="*/ 670628 w 3757018"/>
              <a:gd name="connsiteY2312" fmla="*/ 643511 h 2237121"/>
              <a:gd name="connsiteX2313" fmla="*/ 663057 w 3757018"/>
              <a:gd name="connsiteY2313" fmla="*/ 620069 h 2237121"/>
              <a:gd name="connsiteX2314" fmla="*/ 663058 w 3757018"/>
              <a:gd name="connsiteY2314" fmla="*/ 620069 h 2237121"/>
              <a:gd name="connsiteX2315" fmla="*/ 660831 w 3757018"/>
              <a:gd name="connsiteY2315" fmla="*/ 599385 h 2237121"/>
              <a:gd name="connsiteX2316" fmla="*/ 668402 w 3757018"/>
              <a:gd name="connsiteY2316" fmla="*/ 581918 h 2237121"/>
              <a:gd name="connsiteX2317" fmla="*/ 686659 w 3757018"/>
              <a:gd name="connsiteY2317" fmla="*/ 572725 h 2237121"/>
              <a:gd name="connsiteX2318" fmla="*/ 706253 w 3757018"/>
              <a:gd name="connsiteY2318" fmla="*/ 593410 h 2237121"/>
              <a:gd name="connsiteX2319" fmla="*/ 722729 w 3757018"/>
              <a:gd name="connsiteY2319" fmla="*/ 592490 h 2237121"/>
              <a:gd name="connsiteX2320" fmla="*/ 723174 w 3757018"/>
              <a:gd name="connsiteY2320" fmla="*/ 571346 h 2237121"/>
              <a:gd name="connsiteX2321" fmla="*/ 740095 w 3757018"/>
              <a:gd name="connsiteY2321" fmla="*/ 566750 h 2237121"/>
              <a:gd name="connsiteX2322" fmla="*/ 747154 w 3757018"/>
              <a:gd name="connsiteY2322" fmla="*/ 569178 h 2237121"/>
              <a:gd name="connsiteX2323" fmla="*/ 749446 w 3757018"/>
              <a:gd name="connsiteY2323" fmla="*/ 569967 h 2237121"/>
              <a:gd name="connsiteX2324" fmla="*/ 755728 w 3757018"/>
              <a:gd name="connsiteY2324" fmla="*/ 573209 h 2237121"/>
              <a:gd name="connsiteX2325" fmla="*/ 749447 w 3757018"/>
              <a:gd name="connsiteY2325" fmla="*/ 569967 h 2237121"/>
              <a:gd name="connsiteX2326" fmla="*/ 747154 w 3757018"/>
              <a:gd name="connsiteY2326" fmla="*/ 569178 h 2237121"/>
              <a:gd name="connsiteX2327" fmla="*/ 740095 w 3757018"/>
              <a:gd name="connsiteY2327" fmla="*/ 566749 h 2237121"/>
              <a:gd name="connsiteX2328" fmla="*/ 723174 w 3757018"/>
              <a:gd name="connsiteY2328" fmla="*/ 571346 h 2237121"/>
              <a:gd name="connsiteX2329" fmla="*/ 722728 w 3757018"/>
              <a:gd name="connsiteY2329" fmla="*/ 555258 h 2237121"/>
              <a:gd name="connsiteX2330" fmla="*/ 716049 w 3757018"/>
              <a:gd name="connsiteY2330" fmla="*/ 558935 h 2237121"/>
              <a:gd name="connsiteX2331" fmla="*/ 701354 w 3757018"/>
              <a:gd name="connsiteY2331" fmla="*/ 549282 h 2237121"/>
              <a:gd name="connsiteX2332" fmla="*/ 696901 w 3757018"/>
              <a:gd name="connsiteY2332" fmla="*/ 533654 h 2237121"/>
              <a:gd name="connsiteX2333" fmla="*/ 721393 w 3757018"/>
              <a:gd name="connsiteY2333" fmla="*/ 525840 h 2237121"/>
              <a:gd name="connsiteX2334" fmla="*/ 746329 w 3757018"/>
              <a:gd name="connsiteY2334" fmla="*/ 522163 h 2237121"/>
              <a:gd name="connsiteX2335" fmla="*/ 769040 w 3757018"/>
              <a:gd name="connsiteY2335" fmla="*/ 526299 h 2237121"/>
              <a:gd name="connsiteX2336" fmla="*/ 789968 w 3757018"/>
              <a:gd name="connsiteY2336" fmla="*/ 525840 h 2237121"/>
              <a:gd name="connsiteX2337" fmla="*/ 810006 w 3757018"/>
              <a:gd name="connsiteY2337" fmla="*/ 510672 h 2237121"/>
              <a:gd name="connsiteX2338" fmla="*/ 785962 w 3757018"/>
              <a:gd name="connsiteY2338" fmla="*/ 497802 h 2237121"/>
              <a:gd name="connsiteX2339" fmla="*/ 785961 w 3757018"/>
              <a:gd name="connsiteY2339" fmla="*/ 497803 h 2237121"/>
              <a:gd name="connsiteX2340" fmla="*/ 750337 w 3757018"/>
              <a:gd name="connsiteY2340" fmla="*/ 500101 h 2237121"/>
              <a:gd name="connsiteX2341" fmla="*/ 716493 w 3757018"/>
              <a:gd name="connsiteY2341" fmla="*/ 509753 h 2237121"/>
              <a:gd name="connsiteX2342" fmla="*/ 684877 w 3757018"/>
              <a:gd name="connsiteY2342" fmla="*/ 515729 h 2237121"/>
              <a:gd name="connsiteX2343" fmla="*/ 670628 w 3757018"/>
              <a:gd name="connsiteY2343" fmla="*/ 501020 h 2237121"/>
              <a:gd name="connsiteX2344" fmla="*/ 649698 w 3757018"/>
              <a:gd name="connsiteY2344" fmla="*/ 492287 h 2237121"/>
              <a:gd name="connsiteX2345" fmla="*/ 650145 w 3757018"/>
              <a:gd name="connsiteY2345" fmla="*/ 465627 h 2237121"/>
              <a:gd name="connsiteX2346" fmla="*/ 636786 w 3757018"/>
              <a:gd name="connsiteY2346" fmla="*/ 441725 h 2237121"/>
              <a:gd name="connsiteX2347" fmla="*/ 643910 w 3757018"/>
              <a:gd name="connsiteY2347" fmla="*/ 426097 h 2237121"/>
              <a:gd name="connsiteX2348" fmla="*/ 658604 w 3757018"/>
              <a:gd name="connsiteY2348" fmla="*/ 410009 h 2237121"/>
              <a:gd name="connsiteX2349" fmla="*/ 697791 w 3757018"/>
              <a:gd name="connsiteY2349" fmla="*/ 381511 h 2237121"/>
              <a:gd name="connsiteX2350" fmla="*/ 709369 w 3757018"/>
              <a:gd name="connsiteY2350" fmla="*/ 375995 h 2237121"/>
              <a:gd name="connsiteX2351" fmla="*/ 705361 w 3757018"/>
              <a:gd name="connsiteY2351" fmla="*/ 364963 h 2237121"/>
              <a:gd name="connsiteX2352" fmla="*/ 676416 w 3757018"/>
              <a:gd name="connsiteY2352" fmla="*/ 353013 h 2237121"/>
              <a:gd name="connsiteX2353" fmla="*/ 676416 w 3757018"/>
              <a:gd name="connsiteY2353" fmla="*/ 353012 h 2237121"/>
              <a:gd name="connsiteX2354" fmla="*/ 645245 w 3757018"/>
              <a:gd name="connsiteY2354" fmla="*/ 360366 h 2237121"/>
              <a:gd name="connsiteX2355" fmla="*/ 629659 w 3757018"/>
              <a:gd name="connsiteY2355" fmla="*/ 378292 h 2237121"/>
              <a:gd name="connsiteX2356" fmla="*/ 635448 w 3757018"/>
              <a:gd name="connsiteY2356" fmla="*/ 394380 h 2237121"/>
              <a:gd name="connsiteX2357" fmla="*/ 607840 w 3757018"/>
              <a:gd name="connsiteY2357" fmla="*/ 415065 h 2237121"/>
              <a:gd name="connsiteX2358" fmla="*/ 573106 w 3757018"/>
              <a:gd name="connsiteY2358" fmla="*/ 438047 h 2237121"/>
              <a:gd name="connsiteX2359" fmla="*/ 563755 w 3757018"/>
              <a:gd name="connsiteY2359" fmla="*/ 475278 h 2237121"/>
              <a:gd name="connsiteX2360" fmla="*/ 580231 w 3757018"/>
              <a:gd name="connsiteY2360" fmla="*/ 494124 h 2237121"/>
              <a:gd name="connsiteX2361" fmla="*/ 601605 w 3757018"/>
              <a:gd name="connsiteY2361" fmla="*/ 509293 h 2237121"/>
              <a:gd name="connsiteX2362" fmla="*/ 586910 w 3757018"/>
              <a:gd name="connsiteY2362" fmla="*/ 539630 h 2237121"/>
              <a:gd name="connsiteX2363" fmla="*/ 566427 w 3757018"/>
              <a:gd name="connsiteY2363" fmla="*/ 546065 h 2237121"/>
              <a:gd name="connsiteX2364" fmla="*/ 563755 w 3757018"/>
              <a:gd name="connsiteY2364" fmla="*/ 592030 h 2237121"/>
              <a:gd name="connsiteX2365" fmla="*/ 554404 w 3757018"/>
              <a:gd name="connsiteY2365" fmla="*/ 618230 h 2237121"/>
              <a:gd name="connsiteX2366" fmla="*/ 529021 w 3757018"/>
              <a:gd name="connsiteY2366" fmla="*/ 615472 h 2237121"/>
              <a:gd name="connsiteX2367" fmla="*/ 519224 w 3757018"/>
              <a:gd name="connsiteY2367" fmla="*/ 637536 h 2237121"/>
              <a:gd name="connsiteX2368" fmla="*/ 494733 w 3757018"/>
              <a:gd name="connsiteY2368" fmla="*/ 638915 h 2237121"/>
              <a:gd name="connsiteX2369" fmla="*/ 486272 w 3757018"/>
              <a:gd name="connsiteY2369" fmla="*/ 612715 h 2237121"/>
              <a:gd name="connsiteX2370" fmla="*/ 466234 w 3757018"/>
              <a:gd name="connsiteY2370" fmla="*/ 580998 h 2237121"/>
              <a:gd name="connsiteX2371" fmla="*/ 447531 w 3757018"/>
              <a:gd name="connsiteY2371" fmla="*/ 542388 h 2237121"/>
              <a:gd name="connsiteX2372" fmla="*/ 447532 w 3757018"/>
              <a:gd name="connsiteY2372" fmla="*/ 542387 h 2237121"/>
              <a:gd name="connsiteX2373" fmla="*/ 432837 w 3757018"/>
              <a:gd name="connsiteY2373" fmla="*/ 525841 h 2237121"/>
              <a:gd name="connsiteX2374" fmla="*/ 394541 w 3757018"/>
              <a:gd name="connsiteY2374" fmla="*/ 557097 h 2237121"/>
              <a:gd name="connsiteX2375" fmla="*/ 367378 w 3757018"/>
              <a:gd name="connsiteY2375" fmla="*/ 563532 h 2237121"/>
              <a:gd name="connsiteX2376" fmla="*/ 338433 w 3757018"/>
              <a:gd name="connsiteY2376" fmla="*/ 549742 h 2237121"/>
              <a:gd name="connsiteX2377" fmla="*/ 330417 w 3757018"/>
              <a:gd name="connsiteY2377" fmla="*/ 520784 h 2237121"/>
              <a:gd name="connsiteX2378" fmla="*/ 321511 w 3757018"/>
              <a:gd name="connsiteY2378" fmla="*/ 458731 h 2237121"/>
              <a:gd name="connsiteX2379" fmla="*/ 339323 w 3757018"/>
              <a:gd name="connsiteY2379" fmla="*/ 441724 h 2237121"/>
              <a:gd name="connsiteX2380" fmla="*/ 389643 w 3757018"/>
              <a:gd name="connsiteY2380" fmla="*/ 419202 h 2237121"/>
              <a:gd name="connsiteX2381" fmla="*/ 425712 w 3757018"/>
              <a:gd name="connsiteY2381" fmla="*/ 392082 h 2237121"/>
              <a:gd name="connsiteX2382" fmla="*/ 457773 w 3757018"/>
              <a:gd name="connsiteY2382" fmla="*/ 356229 h 2237121"/>
              <a:gd name="connsiteX2383" fmla="*/ 497406 w 3757018"/>
              <a:gd name="connsiteY2383" fmla="*/ 307046 h 2237121"/>
              <a:gd name="connsiteX2384" fmla="*/ 525905 w 3757018"/>
              <a:gd name="connsiteY2384" fmla="*/ 288201 h 2237121"/>
              <a:gd name="connsiteX2385" fmla="*/ 571771 w 3757018"/>
              <a:gd name="connsiteY2385" fmla="*/ 256945 h 2237121"/>
              <a:gd name="connsiteX2386" fmla="*/ 609622 w 3757018"/>
              <a:gd name="connsiteY2386" fmla="*/ 245912 h 2237121"/>
              <a:gd name="connsiteX2387" fmla="*/ 639457 w 3757018"/>
              <a:gd name="connsiteY2387" fmla="*/ 247292 h 2237121"/>
              <a:gd name="connsiteX2388" fmla="*/ 662612 w 3757018"/>
              <a:gd name="connsiteY2388" fmla="*/ 227067 h 2237121"/>
              <a:gd name="connsiteX2389" fmla="*/ 695565 w 3757018"/>
              <a:gd name="connsiteY2389" fmla="*/ 227986 h 2237121"/>
              <a:gd name="connsiteX2390" fmla="*/ 726736 w 3757018"/>
              <a:gd name="connsiteY2390" fmla="*/ 223390 h 2237121"/>
              <a:gd name="connsiteX2391" fmla="*/ 787742 w 3757018"/>
              <a:gd name="connsiteY2391" fmla="*/ 241316 h 2237121"/>
              <a:gd name="connsiteX2392" fmla="*/ 765923 w 3757018"/>
              <a:gd name="connsiteY2392" fmla="*/ 247752 h 2237121"/>
              <a:gd name="connsiteX2393" fmla="*/ 789969 w 3757018"/>
              <a:gd name="connsiteY2393" fmla="*/ 263379 h 2237121"/>
              <a:gd name="connsiteX2394" fmla="*/ 778727 w 3757018"/>
              <a:gd name="connsiteY2394" fmla="*/ 267187 h 2237121"/>
              <a:gd name="connsiteX2395" fmla="*/ 789968 w 3757018"/>
              <a:gd name="connsiteY2395" fmla="*/ 263380 h 2237121"/>
              <a:gd name="connsiteX2396" fmla="*/ 789969 w 3757018"/>
              <a:gd name="connsiteY2396" fmla="*/ 263379 h 2237121"/>
              <a:gd name="connsiteX2397" fmla="*/ 806445 w 3757018"/>
              <a:gd name="connsiteY2397" fmla="*/ 254646 h 2237121"/>
              <a:gd name="connsiteX2398" fmla="*/ 840733 w 3757018"/>
              <a:gd name="connsiteY2398" fmla="*/ 269355 h 2237121"/>
              <a:gd name="connsiteX2399" fmla="*/ 892834 w 3757018"/>
              <a:gd name="connsiteY2399" fmla="*/ 275330 h 2237121"/>
              <a:gd name="connsiteX2400" fmla="*/ 971652 w 3757018"/>
              <a:gd name="connsiteY2400" fmla="*/ 303829 h 2237121"/>
              <a:gd name="connsiteX2401" fmla="*/ 989909 w 3757018"/>
              <a:gd name="connsiteY2401" fmla="*/ 315780 h 2237121"/>
              <a:gd name="connsiteX2402" fmla="*/ 996589 w 3757018"/>
              <a:gd name="connsiteY2402" fmla="*/ 332787 h 2237121"/>
              <a:gd name="connsiteX2403" fmla="*/ 980112 w 3757018"/>
              <a:gd name="connsiteY2403" fmla="*/ 346117 h 2237121"/>
              <a:gd name="connsiteX2404" fmla="*/ 951168 w 3757018"/>
              <a:gd name="connsiteY2404" fmla="*/ 353012 h 2237121"/>
              <a:gd name="connsiteX2405" fmla="*/ 861216 w 3757018"/>
              <a:gd name="connsiteY2405" fmla="*/ 333706 h 2237121"/>
              <a:gd name="connsiteX2406" fmla="*/ 848303 w 3757018"/>
              <a:gd name="connsiteY2406" fmla="*/ 336924 h 2237121"/>
              <a:gd name="connsiteX2407" fmla="*/ 884372 w 3757018"/>
              <a:gd name="connsiteY2407" fmla="*/ 355769 h 2237121"/>
              <a:gd name="connsiteX2408" fmla="*/ 888826 w 3757018"/>
              <a:gd name="connsiteY2408" fmla="*/ 367721 h 2237121"/>
              <a:gd name="connsiteX2409" fmla="*/ 897287 w 3757018"/>
              <a:gd name="connsiteY2409" fmla="*/ 394380 h 2237121"/>
              <a:gd name="connsiteX2410" fmla="*/ 924450 w 3757018"/>
              <a:gd name="connsiteY2410" fmla="*/ 402194 h 2237121"/>
              <a:gd name="connsiteX2411" fmla="*/ 941371 w 3757018"/>
              <a:gd name="connsiteY2411" fmla="*/ 409089 h 2237121"/>
              <a:gd name="connsiteX2412" fmla="*/ 940481 w 3757018"/>
              <a:gd name="connsiteY2412" fmla="*/ 396219 h 2237121"/>
              <a:gd name="connsiteX2413" fmla="*/ 925340 w 3757018"/>
              <a:gd name="connsiteY2413" fmla="*/ 385187 h 2237121"/>
              <a:gd name="connsiteX2414" fmla="*/ 934691 w 3757018"/>
              <a:gd name="connsiteY2414" fmla="*/ 375075 h 2237121"/>
              <a:gd name="connsiteX2415" fmla="*/ 986347 w 3757018"/>
              <a:gd name="connsiteY2415" fmla="*/ 391622 h 2237121"/>
              <a:gd name="connsiteX2416" fmla="*/ 1000597 w 3757018"/>
              <a:gd name="connsiteY2416" fmla="*/ 385187 h 2237121"/>
              <a:gd name="connsiteX2417" fmla="*/ 981448 w 3757018"/>
              <a:gd name="connsiteY2417" fmla="*/ 365881 h 2237121"/>
              <a:gd name="connsiteX2418" fmla="*/ 1017518 w 3757018"/>
              <a:gd name="connsiteY2418" fmla="*/ 341061 h 2237121"/>
              <a:gd name="connsiteX2419" fmla="*/ 1035775 w 3757018"/>
              <a:gd name="connsiteY2419" fmla="*/ 342440 h 2237121"/>
              <a:gd name="connsiteX2420" fmla="*/ 1056259 w 3757018"/>
              <a:gd name="connsiteY2420" fmla="*/ 351173 h 2237121"/>
              <a:gd name="connsiteX2421" fmla="*/ 1061157 w 3757018"/>
              <a:gd name="connsiteY2421" fmla="*/ 333706 h 2237121"/>
              <a:gd name="connsiteX2422" fmla="*/ 1040228 w 3757018"/>
              <a:gd name="connsiteY2422" fmla="*/ 318538 h 2237121"/>
              <a:gd name="connsiteX2423" fmla="*/ 1043790 w 3757018"/>
              <a:gd name="connsiteY2423" fmla="*/ 303369 h 2237121"/>
              <a:gd name="connsiteX2424" fmla="*/ 1024643 w 3757018"/>
              <a:gd name="connsiteY2424" fmla="*/ 287741 h 2237121"/>
              <a:gd name="connsiteX2425" fmla="*/ 1079414 w 3757018"/>
              <a:gd name="connsiteY2425" fmla="*/ 296015 h 2237121"/>
              <a:gd name="connsiteX2426" fmla="*/ 1095446 w 3757018"/>
              <a:gd name="connsiteY2426" fmla="*/ 309804 h 2237121"/>
              <a:gd name="connsiteX2427" fmla="*/ 1072735 w 3757018"/>
              <a:gd name="connsiteY2427" fmla="*/ 313022 h 2237121"/>
              <a:gd name="connsiteX2428" fmla="*/ 1078079 w 3757018"/>
              <a:gd name="connsiteY2428" fmla="*/ 327271 h 2237121"/>
              <a:gd name="connsiteX2429" fmla="*/ 1096337 w 3757018"/>
              <a:gd name="connsiteY2429" fmla="*/ 336004 h 2237121"/>
              <a:gd name="connsiteX2430" fmla="*/ 1123055 w 3757018"/>
              <a:gd name="connsiteY2430" fmla="*/ 330489 h 2237121"/>
              <a:gd name="connsiteX2431" fmla="*/ 1121273 w 3757018"/>
              <a:gd name="connsiteY2431" fmla="*/ 314401 h 2237121"/>
              <a:gd name="connsiteX2432" fmla="*/ 1155562 w 3757018"/>
              <a:gd name="connsiteY2432" fmla="*/ 301990 h 2237121"/>
              <a:gd name="connsiteX2433" fmla="*/ 1210778 w 3757018"/>
              <a:gd name="connsiteY2433" fmla="*/ 280846 h 2237121"/>
              <a:gd name="connsiteX2434" fmla="*/ 1225029 w 3757018"/>
              <a:gd name="connsiteY2434" fmla="*/ 281766 h 2237121"/>
              <a:gd name="connsiteX2435" fmla="*/ 1213896 w 3757018"/>
              <a:gd name="connsiteY2435" fmla="*/ 296934 h 2237121"/>
              <a:gd name="connsiteX2436" fmla="*/ 1237943 w 3757018"/>
              <a:gd name="connsiteY2436" fmla="*/ 299692 h 2237121"/>
              <a:gd name="connsiteX2437" fmla="*/ 1247294 w 3757018"/>
              <a:gd name="connsiteY2437" fmla="*/ 290959 h 2237121"/>
              <a:gd name="connsiteX2438" fmla="*/ 1281582 w 3757018"/>
              <a:gd name="connsiteY2438" fmla="*/ 290499 h 2237121"/>
              <a:gd name="connsiteX2439" fmla="*/ 1303847 w 3757018"/>
              <a:gd name="connsiteY2439" fmla="*/ 279927 h 2237121"/>
              <a:gd name="connsiteX2440" fmla="*/ 1332347 w 3757018"/>
              <a:gd name="connsiteY2440" fmla="*/ 295096 h 2237121"/>
              <a:gd name="connsiteX2441" fmla="*/ 1344815 w 3757018"/>
              <a:gd name="connsiteY2441" fmla="*/ 278548 h 2237121"/>
              <a:gd name="connsiteX2442" fmla="*/ 1318097 w 3757018"/>
              <a:gd name="connsiteY2442" fmla="*/ 264299 h 2237121"/>
              <a:gd name="connsiteX2443" fmla="*/ 1323441 w 3757018"/>
              <a:gd name="connsiteY2443" fmla="*/ 256025 h 2237121"/>
              <a:gd name="connsiteX2444" fmla="*/ 1381330 w 3757018"/>
              <a:gd name="connsiteY2444" fmla="*/ 263380 h 2237121"/>
              <a:gd name="connsiteX2445" fmla="*/ 1410720 w 3757018"/>
              <a:gd name="connsiteY2445" fmla="*/ 271194 h 2237121"/>
              <a:gd name="connsiteX2446" fmla="*/ 1493545 w 3757018"/>
              <a:gd name="connsiteY2446" fmla="*/ 299692 h 2237121"/>
              <a:gd name="connsiteX2447" fmla="*/ 1498445 w 3757018"/>
              <a:gd name="connsiteY2447" fmla="*/ 286822 h 2237121"/>
              <a:gd name="connsiteX2448" fmla="*/ 1472172 w 3757018"/>
              <a:gd name="connsiteY2448" fmla="*/ 273492 h 2237121"/>
              <a:gd name="connsiteX2449" fmla="*/ 1468609 w 3757018"/>
              <a:gd name="connsiteY2449" fmla="*/ 268436 h 2237121"/>
              <a:gd name="connsiteX2450" fmla="*/ 1445009 w 3757018"/>
              <a:gd name="connsiteY2450" fmla="*/ 265678 h 2237121"/>
              <a:gd name="connsiteX2451" fmla="*/ 1444117 w 3757018"/>
              <a:gd name="connsiteY2451" fmla="*/ 254187 h 2237121"/>
              <a:gd name="connsiteX2452" fmla="*/ 1423188 w 3757018"/>
              <a:gd name="connsiteY2452" fmla="*/ 234881 h 2237121"/>
              <a:gd name="connsiteX2453" fmla="*/ 1418290 w 3757018"/>
              <a:gd name="connsiteY2453" fmla="*/ 227067 h 2237121"/>
              <a:gd name="connsiteX2454" fmla="*/ 1437438 w 3757018"/>
              <a:gd name="connsiteY2454" fmla="*/ 205464 h 2237121"/>
              <a:gd name="connsiteX2455" fmla="*/ 1434766 w 3757018"/>
              <a:gd name="connsiteY2455" fmla="*/ 183400 h 2237121"/>
              <a:gd name="connsiteX2456" fmla="*/ 1444562 w 3757018"/>
              <a:gd name="connsiteY2456" fmla="*/ 178804 h 2237121"/>
              <a:gd name="connsiteX2457" fmla="*/ 1495327 w 3757018"/>
              <a:gd name="connsiteY2457" fmla="*/ 185239 h 2237121"/>
              <a:gd name="connsiteX2458" fmla="*/ 1508241 w 3757018"/>
              <a:gd name="connsiteY2458" fmla="*/ 198569 h 2237121"/>
              <a:gd name="connsiteX2459" fmla="*/ 1504233 w 3757018"/>
              <a:gd name="connsiteY2459" fmla="*/ 217874 h 2237121"/>
              <a:gd name="connsiteX2460" fmla="*/ 1520710 w 3757018"/>
              <a:gd name="connsiteY2460" fmla="*/ 225688 h 2237121"/>
              <a:gd name="connsiteX2461" fmla="*/ 1537631 w 3757018"/>
              <a:gd name="connsiteY2461" fmla="*/ 242696 h 2237121"/>
              <a:gd name="connsiteX2462" fmla="*/ 1554552 w 3757018"/>
              <a:gd name="connsiteY2462" fmla="*/ 276710 h 2237121"/>
              <a:gd name="connsiteX2463" fmla="*/ 1584388 w 3757018"/>
              <a:gd name="connsiteY2463" fmla="*/ 291878 h 2237121"/>
              <a:gd name="connsiteX2464" fmla="*/ 1586614 w 3757018"/>
              <a:gd name="connsiteY2464" fmla="*/ 308885 h 2237121"/>
              <a:gd name="connsiteX2465" fmla="*/ 1571028 w 3757018"/>
              <a:gd name="connsiteY2465" fmla="*/ 344738 h 2237121"/>
              <a:gd name="connsiteX2466" fmla="*/ 1594630 w 3757018"/>
              <a:gd name="connsiteY2466" fmla="*/ 348415 h 2237121"/>
              <a:gd name="connsiteX2467" fmla="*/ 1596856 w 3757018"/>
              <a:gd name="connsiteY2467" fmla="*/ 339222 h 2237121"/>
              <a:gd name="connsiteX2468" fmla="*/ 1613778 w 3757018"/>
              <a:gd name="connsiteY2468" fmla="*/ 332787 h 2237121"/>
              <a:gd name="connsiteX2469" fmla="*/ 1611551 w 3757018"/>
              <a:gd name="connsiteY2469" fmla="*/ 320376 h 2237121"/>
              <a:gd name="connsiteX2470" fmla="*/ 1620012 w 3757018"/>
              <a:gd name="connsiteY2470" fmla="*/ 307966 h 2237121"/>
              <a:gd name="connsiteX2471" fmla="*/ 1600419 w 3757018"/>
              <a:gd name="connsiteY2471" fmla="*/ 293716 h 2237121"/>
              <a:gd name="connsiteX2472" fmla="*/ 1598638 w 3757018"/>
              <a:gd name="connsiteY2472" fmla="*/ 277169 h 2237121"/>
              <a:gd name="connsiteX2473" fmla="*/ 1577263 w 3757018"/>
              <a:gd name="connsiteY2473" fmla="*/ 275330 h 2237121"/>
              <a:gd name="connsiteX2474" fmla="*/ 1564349 w 3757018"/>
              <a:gd name="connsiteY2474" fmla="*/ 261541 h 2237121"/>
              <a:gd name="connsiteX2475" fmla="*/ 1562568 w 3757018"/>
              <a:gd name="connsiteY2475" fmla="*/ 236720 h 2237121"/>
              <a:gd name="connsiteX2476" fmla="*/ 1526053 w 3757018"/>
              <a:gd name="connsiteY2476" fmla="*/ 216955 h 2237121"/>
              <a:gd name="connsiteX2477" fmla="*/ 1546982 w 3757018"/>
              <a:gd name="connsiteY2477" fmla="*/ 200867 h 2237121"/>
              <a:gd name="connsiteX2478" fmla="*/ 1530506 w 3757018"/>
              <a:gd name="connsiteY2478" fmla="*/ 183860 h 2237121"/>
              <a:gd name="connsiteX2479" fmla="*/ 1538967 w 3757018"/>
              <a:gd name="connsiteY2479" fmla="*/ 183400 h 2237121"/>
              <a:gd name="connsiteX2480" fmla="*/ 1557669 w 3757018"/>
              <a:gd name="connsiteY2480" fmla="*/ 196271 h 2237121"/>
              <a:gd name="connsiteX2481" fmla="*/ 1567021 w 3757018"/>
              <a:gd name="connsiteY2481" fmla="*/ 219713 h 2237121"/>
              <a:gd name="connsiteX2482" fmla="*/ 1589286 w 3757018"/>
              <a:gd name="connsiteY2482" fmla="*/ 224310 h 2237121"/>
              <a:gd name="connsiteX2483" fmla="*/ 1568802 w 3757018"/>
              <a:gd name="connsiteY2483" fmla="*/ 206843 h 2237121"/>
              <a:gd name="connsiteX2484" fmla="*/ 1591513 w 3757018"/>
              <a:gd name="connsiteY2484" fmla="*/ 197190 h 2237121"/>
              <a:gd name="connsiteX2485" fmla="*/ 1627582 w 3757018"/>
              <a:gd name="connsiteY2485" fmla="*/ 195811 h 2237121"/>
              <a:gd name="connsiteX2486" fmla="*/ 1670331 w 3757018"/>
              <a:gd name="connsiteY2486" fmla="*/ 209600 h 2237121"/>
              <a:gd name="connsiteX2487" fmla="*/ 1639605 w 3757018"/>
              <a:gd name="connsiteY2487" fmla="*/ 189836 h 2237121"/>
              <a:gd name="connsiteX2488" fmla="*/ 1617785 w 3757018"/>
              <a:gd name="connsiteY2488" fmla="*/ 164555 h 2237121"/>
              <a:gd name="connsiteX2489" fmla="*/ 1644059 w 3757018"/>
              <a:gd name="connsiteY2489" fmla="*/ 159958 h 2237121"/>
              <a:gd name="connsiteX2490" fmla="*/ 1686362 w 3757018"/>
              <a:gd name="connsiteY2490" fmla="*/ 160878 h 2237121"/>
              <a:gd name="connsiteX2491" fmla="*/ 1721096 w 3757018"/>
              <a:gd name="connsiteY2491" fmla="*/ 157660 h 2237121"/>
              <a:gd name="connsiteX2492" fmla="*/ 1696159 w 3757018"/>
              <a:gd name="connsiteY2492" fmla="*/ 145709 h 2237121"/>
              <a:gd name="connsiteX2493" fmla="*/ 1701948 w 3757018"/>
              <a:gd name="connsiteY2493" fmla="*/ 130540 h 2237121"/>
              <a:gd name="connsiteX2494" fmla="*/ 1720650 w 3757018"/>
              <a:gd name="connsiteY2494" fmla="*/ 129621 h 2237121"/>
              <a:gd name="connsiteX2495" fmla="*/ 1742470 w 3757018"/>
              <a:gd name="connsiteY2495" fmla="*/ 118590 h 2237121"/>
              <a:gd name="connsiteX2496" fmla="*/ 1783883 w 3757018"/>
              <a:gd name="connsiteY2496" fmla="*/ 115372 h 2237121"/>
              <a:gd name="connsiteX2497" fmla="*/ 1782993 w 3757018"/>
              <a:gd name="connsiteY2497" fmla="*/ 108937 h 2237121"/>
              <a:gd name="connsiteX2498" fmla="*/ 1824406 w 3757018"/>
              <a:gd name="connsiteY2498" fmla="*/ 107099 h 2237121"/>
              <a:gd name="connsiteX2499" fmla="*/ 1843554 w 3757018"/>
              <a:gd name="connsiteY2499" fmla="*/ 112154 h 2237121"/>
              <a:gd name="connsiteX2500" fmla="*/ 1867600 w 3757018"/>
              <a:gd name="connsiteY2500" fmla="*/ 100204 h 2237121"/>
              <a:gd name="connsiteX2501" fmla="*/ 1898771 w 3757018"/>
              <a:gd name="connsiteY2501" fmla="*/ 100663 h 2237121"/>
              <a:gd name="connsiteX2502" fmla="*/ 1892092 w 3757018"/>
              <a:gd name="connsiteY2502" fmla="*/ 90551 h 2237121"/>
              <a:gd name="connsiteX2503" fmla="*/ 1896099 w 3757018"/>
              <a:gd name="connsiteY2503" fmla="*/ 81358 h 2237121"/>
              <a:gd name="connsiteX2504" fmla="*/ 591365 w 3757018"/>
              <a:gd name="connsiteY2504" fmla="*/ 56077 h 2237121"/>
              <a:gd name="connsiteX2505" fmla="*/ 599826 w 3757018"/>
              <a:gd name="connsiteY2505" fmla="*/ 63891 h 2237121"/>
              <a:gd name="connsiteX2506" fmla="*/ 624762 w 3757018"/>
              <a:gd name="connsiteY2506" fmla="*/ 68947 h 2237121"/>
              <a:gd name="connsiteX2507" fmla="*/ 590920 w 3757018"/>
              <a:gd name="connsiteY2507" fmla="*/ 77680 h 2237121"/>
              <a:gd name="connsiteX2508" fmla="*/ 560639 w 3757018"/>
              <a:gd name="connsiteY2508" fmla="*/ 72624 h 2237121"/>
              <a:gd name="connsiteX2509" fmla="*/ 570436 w 3757018"/>
              <a:gd name="connsiteY2509" fmla="*/ 67108 h 2237121"/>
              <a:gd name="connsiteX2510" fmla="*/ 558858 w 3757018"/>
              <a:gd name="connsiteY2510" fmla="*/ 60213 h 2237121"/>
              <a:gd name="connsiteX2511" fmla="*/ 1841771 w 3757018"/>
              <a:gd name="connsiteY2511" fmla="*/ 37231 h 2237121"/>
              <a:gd name="connsiteX2512" fmla="*/ 1855575 w 3757018"/>
              <a:gd name="connsiteY2512" fmla="*/ 38610 h 2237121"/>
              <a:gd name="connsiteX2513" fmla="*/ 1911683 w 3757018"/>
              <a:gd name="connsiteY2513" fmla="*/ 50561 h 2237121"/>
              <a:gd name="connsiteX2514" fmla="*/ 1918363 w 3757018"/>
              <a:gd name="connsiteY2514" fmla="*/ 59295 h 2237121"/>
              <a:gd name="connsiteX2515" fmla="*/ 1837763 w 3757018"/>
              <a:gd name="connsiteY2515" fmla="*/ 67569 h 2237121"/>
              <a:gd name="connsiteX2516" fmla="*/ 1831974 w 3757018"/>
              <a:gd name="connsiteY2516" fmla="*/ 39529 h 2237121"/>
              <a:gd name="connsiteX2517" fmla="*/ 489390 w 3757018"/>
              <a:gd name="connsiteY2517" fmla="*/ 22983 h 2237121"/>
              <a:gd name="connsiteX2518" fmla="*/ 510764 w 3757018"/>
              <a:gd name="connsiteY2518" fmla="*/ 29878 h 2237121"/>
              <a:gd name="connsiteX2519" fmla="*/ 566873 w 3757018"/>
              <a:gd name="connsiteY2519" fmla="*/ 45506 h 2237121"/>
              <a:gd name="connsiteX2520" fmla="*/ 528577 w 3757018"/>
              <a:gd name="connsiteY2520" fmla="*/ 53779 h 2237121"/>
              <a:gd name="connsiteX2521" fmla="*/ 523234 w 3757018"/>
              <a:gd name="connsiteY2521" fmla="*/ 69408 h 2237121"/>
              <a:gd name="connsiteX2522" fmla="*/ 509875 w 3757018"/>
              <a:gd name="connsiteY2522" fmla="*/ 73545 h 2237121"/>
              <a:gd name="connsiteX2523" fmla="*/ 505867 w 3757018"/>
              <a:gd name="connsiteY2523" fmla="*/ 91931 h 2237121"/>
              <a:gd name="connsiteX2524" fmla="*/ 486273 w 3757018"/>
              <a:gd name="connsiteY2524" fmla="*/ 92850 h 2237121"/>
              <a:gd name="connsiteX2525" fmla="*/ 448422 w 3757018"/>
              <a:gd name="connsiteY2525" fmla="*/ 79520 h 2237121"/>
              <a:gd name="connsiteX2526" fmla="*/ 461781 w 3757018"/>
              <a:gd name="connsiteY2526" fmla="*/ 71706 h 2237121"/>
              <a:gd name="connsiteX2527" fmla="*/ 436400 w 3757018"/>
              <a:gd name="connsiteY2527" fmla="*/ 65271 h 2237121"/>
              <a:gd name="connsiteX2528" fmla="*/ 402111 w 3757018"/>
              <a:gd name="connsiteY2528" fmla="*/ 47345 h 2237121"/>
              <a:gd name="connsiteX2529" fmla="*/ 387861 w 3757018"/>
              <a:gd name="connsiteY2529" fmla="*/ 31257 h 2237121"/>
              <a:gd name="connsiteX2530" fmla="*/ 429274 w 3757018"/>
              <a:gd name="connsiteY2530" fmla="*/ 23902 h 2237121"/>
              <a:gd name="connsiteX2531" fmla="*/ 439516 w 3757018"/>
              <a:gd name="connsiteY2531" fmla="*/ 30797 h 2237121"/>
              <a:gd name="connsiteX2532" fmla="*/ 461781 w 3757018"/>
              <a:gd name="connsiteY2532" fmla="*/ 30797 h 2237121"/>
              <a:gd name="connsiteX2533" fmla="*/ 466234 w 3757018"/>
              <a:gd name="connsiteY2533" fmla="*/ 23902 h 2237121"/>
              <a:gd name="connsiteX2534" fmla="*/ 578450 w 3757018"/>
              <a:gd name="connsiteY2534" fmla="*/ 11031 h 2237121"/>
              <a:gd name="connsiteX2535" fmla="*/ 619418 w 3757018"/>
              <a:gd name="connsiteY2535" fmla="*/ 16087 h 2237121"/>
              <a:gd name="connsiteX2536" fmla="*/ 652370 w 3757018"/>
              <a:gd name="connsiteY2536" fmla="*/ 22982 h 2237121"/>
              <a:gd name="connsiteX2537" fmla="*/ 632777 w 3757018"/>
              <a:gd name="connsiteY2537" fmla="*/ 34014 h 2237121"/>
              <a:gd name="connsiteX2538" fmla="*/ 587801 w 3757018"/>
              <a:gd name="connsiteY2538" fmla="*/ 36312 h 2237121"/>
              <a:gd name="connsiteX2539" fmla="*/ 540154 w 3757018"/>
              <a:gd name="connsiteY2539" fmla="*/ 32634 h 2237121"/>
              <a:gd name="connsiteX2540" fmla="*/ 535701 w 3757018"/>
              <a:gd name="connsiteY2540" fmla="*/ 27119 h 2237121"/>
              <a:gd name="connsiteX2541" fmla="*/ 512990 w 3757018"/>
              <a:gd name="connsiteY2541" fmla="*/ 27119 h 2237121"/>
              <a:gd name="connsiteX2542" fmla="*/ 493842 w 3757018"/>
              <a:gd name="connsiteY2542" fmla="*/ 17926 h 2237121"/>
              <a:gd name="connsiteX2543" fmla="*/ 540599 w 3757018"/>
              <a:gd name="connsiteY2543" fmla="*/ 12410 h 2237121"/>
              <a:gd name="connsiteX2544" fmla="*/ 564646 w 3757018"/>
              <a:gd name="connsiteY2544" fmla="*/ 17007 h 2237121"/>
              <a:gd name="connsiteX2545" fmla="*/ 995697 w 3757018"/>
              <a:gd name="connsiteY2545" fmla="*/ 5976 h 2237121"/>
              <a:gd name="connsiteX2546" fmla="*/ 1021525 w 3757018"/>
              <a:gd name="connsiteY2546" fmla="*/ 10112 h 2237121"/>
              <a:gd name="connsiteX2547" fmla="*/ 1017518 w 3757018"/>
              <a:gd name="connsiteY2547" fmla="*/ 13331 h 2237121"/>
              <a:gd name="connsiteX2548" fmla="*/ 998369 w 3757018"/>
              <a:gd name="connsiteY2548" fmla="*/ 15629 h 2237121"/>
              <a:gd name="connsiteX2549" fmla="*/ 985455 w 3757018"/>
              <a:gd name="connsiteY2549" fmla="*/ 17467 h 2237121"/>
              <a:gd name="connsiteX2550" fmla="*/ 985455 w 3757018"/>
              <a:gd name="connsiteY2550" fmla="*/ 20684 h 2237121"/>
              <a:gd name="connsiteX2551" fmla="*/ 969425 w 3757018"/>
              <a:gd name="connsiteY2551" fmla="*/ 23902 h 2237121"/>
              <a:gd name="connsiteX2552" fmla="*/ 949386 w 3757018"/>
              <a:gd name="connsiteY2552" fmla="*/ 19305 h 2237121"/>
              <a:gd name="connsiteX2553" fmla="*/ 954284 w 3757018"/>
              <a:gd name="connsiteY2553" fmla="*/ 12871 h 2237121"/>
              <a:gd name="connsiteX2554" fmla="*/ 919551 w 3757018"/>
              <a:gd name="connsiteY2554" fmla="*/ 12411 h 2237121"/>
              <a:gd name="connsiteX2555" fmla="*/ 947605 w 3757018"/>
              <a:gd name="connsiteY2555" fmla="*/ 8734 h 2237121"/>
              <a:gd name="connsiteX2556" fmla="*/ 970761 w 3757018"/>
              <a:gd name="connsiteY2556" fmla="*/ 8734 h 2237121"/>
              <a:gd name="connsiteX2557" fmla="*/ 977440 w 3757018"/>
              <a:gd name="connsiteY2557" fmla="*/ 13790 h 2237121"/>
              <a:gd name="connsiteX2558" fmla="*/ 983229 w 3757018"/>
              <a:gd name="connsiteY2558" fmla="*/ 9193 h 2237121"/>
              <a:gd name="connsiteX2559" fmla="*/ 1696603 w 3757018"/>
              <a:gd name="connsiteY2559" fmla="*/ 0 h 2237121"/>
              <a:gd name="connsiteX2560" fmla="*/ 1739352 w 3757018"/>
              <a:gd name="connsiteY2560" fmla="*/ 9193 h 2237121"/>
              <a:gd name="connsiteX2561" fmla="*/ 1800358 w 3757018"/>
              <a:gd name="connsiteY2561" fmla="*/ 28498 h 2237121"/>
              <a:gd name="connsiteX2562" fmla="*/ 1820397 w 3757018"/>
              <a:gd name="connsiteY2562" fmla="*/ 46884 h 2237121"/>
              <a:gd name="connsiteX2563" fmla="*/ 1788780 w 3757018"/>
              <a:gd name="connsiteY2563" fmla="*/ 49643 h 2237121"/>
              <a:gd name="connsiteX2564" fmla="*/ 1736680 w 3757018"/>
              <a:gd name="connsiteY2564" fmla="*/ 43667 h 2237121"/>
              <a:gd name="connsiteX2565" fmla="*/ 1700610 w 3757018"/>
              <a:gd name="connsiteY2565" fmla="*/ 35853 h 2237121"/>
              <a:gd name="connsiteX2566" fmla="*/ 1671221 w 3757018"/>
              <a:gd name="connsiteY2566" fmla="*/ 21144 h 2237121"/>
              <a:gd name="connsiteX2567" fmla="*/ 1644947 w 3757018"/>
              <a:gd name="connsiteY2567" fmla="*/ 17467 h 2237121"/>
              <a:gd name="connsiteX2568" fmla="*/ 1668994 w 3757018"/>
              <a:gd name="connsiteY2568" fmla="*/ 4136 h 2237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</a:cxnLst>
            <a:rect l="l" t="t" r="r" b="b"/>
            <a:pathLst>
              <a:path w="3757018" h="2237121">
                <a:moveTo>
                  <a:pt x="3173227" y="2055099"/>
                </a:moveTo>
                <a:lnTo>
                  <a:pt x="3187031" y="2070268"/>
                </a:lnTo>
                <a:lnTo>
                  <a:pt x="3188813" y="2083138"/>
                </a:lnTo>
                <a:lnTo>
                  <a:pt x="3205734" y="2091412"/>
                </a:lnTo>
                <a:lnTo>
                  <a:pt x="3227108" y="2100145"/>
                </a:lnTo>
                <a:lnTo>
                  <a:pt x="3226218" y="2111636"/>
                </a:lnTo>
                <a:lnTo>
                  <a:pt x="3209296" y="2113015"/>
                </a:lnTo>
                <a:lnTo>
                  <a:pt x="3214194" y="2127724"/>
                </a:lnTo>
                <a:lnTo>
                  <a:pt x="3196382" y="2137836"/>
                </a:lnTo>
                <a:lnTo>
                  <a:pt x="3174117" y="2132781"/>
                </a:lnTo>
                <a:lnTo>
                  <a:pt x="3145172" y="2132781"/>
                </a:lnTo>
                <a:lnTo>
                  <a:pt x="3137603" y="2166334"/>
                </a:lnTo>
                <a:lnTo>
                  <a:pt x="3128251" y="2176447"/>
                </a:lnTo>
                <a:lnTo>
                  <a:pt x="3116673" y="2217356"/>
                </a:lnTo>
                <a:lnTo>
                  <a:pt x="3096189" y="2223791"/>
                </a:lnTo>
                <a:lnTo>
                  <a:pt x="3072143" y="2215518"/>
                </a:lnTo>
                <a:lnTo>
                  <a:pt x="3060120" y="2218275"/>
                </a:lnTo>
                <a:lnTo>
                  <a:pt x="3045425" y="2232984"/>
                </a:lnTo>
                <a:lnTo>
                  <a:pt x="3029394" y="2231145"/>
                </a:lnTo>
                <a:lnTo>
                  <a:pt x="3012918" y="2237121"/>
                </a:lnTo>
                <a:lnTo>
                  <a:pt x="2995551" y="2220114"/>
                </a:lnTo>
                <a:lnTo>
                  <a:pt x="2991098" y="2200349"/>
                </a:lnTo>
                <a:lnTo>
                  <a:pt x="3009801" y="2210461"/>
                </a:lnTo>
                <a:lnTo>
                  <a:pt x="3028949" y="2204945"/>
                </a:lnTo>
                <a:lnTo>
                  <a:pt x="3033402" y="2180124"/>
                </a:lnTo>
                <a:lnTo>
                  <a:pt x="3044090" y="2174608"/>
                </a:lnTo>
                <a:lnTo>
                  <a:pt x="3074370" y="2168173"/>
                </a:lnTo>
                <a:lnTo>
                  <a:pt x="3091291" y="2144731"/>
                </a:lnTo>
                <a:lnTo>
                  <a:pt x="3102869" y="2126345"/>
                </a:lnTo>
                <a:lnTo>
                  <a:pt x="3109736" y="2134699"/>
                </a:lnTo>
                <a:lnTo>
                  <a:pt x="3102869" y="2126345"/>
                </a:lnTo>
                <a:lnTo>
                  <a:pt x="3112667" y="2115314"/>
                </a:lnTo>
                <a:lnTo>
                  <a:pt x="3133150" y="2098767"/>
                </a:lnTo>
                <a:lnTo>
                  <a:pt x="3133150" y="2098766"/>
                </a:lnTo>
                <a:lnTo>
                  <a:pt x="3151407" y="2078542"/>
                </a:lnTo>
                <a:lnTo>
                  <a:pt x="3162984" y="2055559"/>
                </a:lnTo>
                <a:close/>
                <a:moveTo>
                  <a:pt x="3375394" y="1971903"/>
                </a:moveTo>
                <a:lnTo>
                  <a:pt x="3397213" y="1985693"/>
                </a:lnTo>
                <a:lnTo>
                  <a:pt x="3400330" y="2000401"/>
                </a:lnTo>
                <a:lnTo>
                  <a:pt x="3403002" y="2011433"/>
                </a:lnTo>
                <a:lnTo>
                  <a:pt x="3407010" y="2031198"/>
                </a:lnTo>
                <a:lnTo>
                  <a:pt x="3409681" y="2047746"/>
                </a:lnTo>
                <a:lnTo>
                  <a:pt x="3402557" y="2074406"/>
                </a:lnTo>
                <a:lnTo>
                  <a:pt x="3391424" y="2044528"/>
                </a:lnTo>
                <a:lnTo>
                  <a:pt x="3380737" y="2059696"/>
                </a:lnTo>
                <a:lnTo>
                  <a:pt x="3390088" y="2081300"/>
                </a:lnTo>
                <a:lnTo>
                  <a:pt x="3383854" y="2095090"/>
                </a:lnTo>
                <a:lnTo>
                  <a:pt x="3353129" y="2078082"/>
                </a:lnTo>
                <a:lnTo>
                  <a:pt x="3344668" y="2056479"/>
                </a:lnTo>
                <a:lnTo>
                  <a:pt x="3351347" y="2042689"/>
                </a:lnTo>
                <a:lnTo>
                  <a:pt x="3334426" y="2028440"/>
                </a:lnTo>
                <a:lnTo>
                  <a:pt x="3327301" y="2040851"/>
                </a:lnTo>
                <a:lnTo>
                  <a:pt x="3315723" y="2039472"/>
                </a:lnTo>
                <a:lnTo>
                  <a:pt x="3297911" y="2056020"/>
                </a:lnTo>
                <a:lnTo>
                  <a:pt x="3293458" y="2047286"/>
                </a:lnTo>
                <a:lnTo>
                  <a:pt x="3301473" y="2022465"/>
                </a:lnTo>
                <a:lnTo>
                  <a:pt x="3316614" y="2014191"/>
                </a:lnTo>
                <a:lnTo>
                  <a:pt x="3329527" y="2003160"/>
                </a:lnTo>
                <a:lnTo>
                  <a:pt x="3339324" y="2016489"/>
                </a:lnTo>
                <a:lnTo>
                  <a:pt x="3358027" y="2008675"/>
                </a:lnTo>
                <a:lnTo>
                  <a:pt x="3361144" y="1995345"/>
                </a:lnTo>
                <a:lnTo>
                  <a:pt x="3378956" y="1994426"/>
                </a:lnTo>
                <a:close/>
                <a:moveTo>
                  <a:pt x="2237647" y="1970064"/>
                </a:moveTo>
                <a:lnTo>
                  <a:pt x="2255904" y="1986152"/>
                </a:lnTo>
                <a:lnTo>
                  <a:pt x="2268373" y="2006836"/>
                </a:lnTo>
                <a:lnTo>
                  <a:pt x="2282177" y="2037633"/>
                </a:lnTo>
                <a:lnTo>
                  <a:pt x="2279505" y="2068430"/>
                </a:lnTo>
                <a:lnTo>
                  <a:pt x="2269263" y="2076703"/>
                </a:lnTo>
                <a:lnTo>
                  <a:pt x="2247889" y="2083598"/>
                </a:lnTo>
                <a:lnTo>
                  <a:pt x="2234975" y="2060156"/>
                </a:lnTo>
                <a:lnTo>
                  <a:pt x="2228741" y="2017868"/>
                </a:lnTo>
                <a:close/>
                <a:moveTo>
                  <a:pt x="3337988" y="1928236"/>
                </a:moveTo>
                <a:lnTo>
                  <a:pt x="3337988" y="1956274"/>
                </a:lnTo>
                <a:lnTo>
                  <a:pt x="3329972" y="1965927"/>
                </a:lnTo>
                <a:lnTo>
                  <a:pt x="3323738" y="1984773"/>
                </a:lnTo>
                <a:lnTo>
                  <a:pt x="3316613" y="1993506"/>
                </a:lnTo>
                <a:lnTo>
                  <a:pt x="3299246" y="1973282"/>
                </a:lnTo>
                <a:lnTo>
                  <a:pt x="3303699" y="1965008"/>
                </a:lnTo>
                <a:lnTo>
                  <a:pt x="3309488" y="1956734"/>
                </a:lnTo>
                <a:lnTo>
                  <a:pt x="3310379" y="1938808"/>
                </a:lnTo>
                <a:lnTo>
                  <a:pt x="3324183" y="1936969"/>
                </a:lnTo>
                <a:lnTo>
                  <a:pt x="3321957" y="1956734"/>
                </a:lnTo>
                <a:close/>
                <a:moveTo>
                  <a:pt x="3222656" y="1924099"/>
                </a:moveTo>
                <a:lnTo>
                  <a:pt x="3229780" y="1948461"/>
                </a:lnTo>
                <a:lnTo>
                  <a:pt x="3214195" y="1964549"/>
                </a:lnTo>
                <a:lnTo>
                  <a:pt x="3203062" y="1984773"/>
                </a:lnTo>
                <a:lnTo>
                  <a:pt x="3171446" y="2012812"/>
                </a:lnTo>
                <a:lnTo>
                  <a:pt x="3182133" y="1992128"/>
                </a:lnTo>
                <a:lnTo>
                  <a:pt x="3199054" y="1973742"/>
                </a:lnTo>
                <a:lnTo>
                  <a:pt x="3212413" y="1953517"/>
                </a:lnTo>
                <a:close/>
                <a:moveTo>
                  <a:pt x="3280990" y="1908931"/>
                </a:moveTo>
                <a:lnTo>
                  <a:pt x="3297021" y="1918124"/>
                </a:lnTo>
                <a:lnTo>
                  <a:pt x="3312606" y="1918124"/>
                </a:lnTo>
                <a:lnTo>
                  <a:pt x="3313497" y="1930075"/>
                </a:lnTo>
                <a:lnTo>
                  <a:pt x="3303255" y="1942945"/>
                </a:lnTo>
                <a:lnTo>
                  <a:pt x="3288115" y="1951679"/>
                </a:lnTo>
                <a:lnTo>
                  <a:pt x="3285888" y="1937889"/>
                </a:lnTo>
                <a:lnTo>
                  <a:pt x="3286334" y="1922721"/>
                </a:lnTo>
                <a:close/>
                <a:moveTo>
                  <a:pt x="3338434" y="1889166"/>
                </a:moveTo>
                <a:lnTo>
                  <a:pt x="3362481" y="1889625"/>
                </a:lnTo>
                <a:lnTo>
                  <a:pt x="3370496" y="1900657"/>
                </a:lnTo>
                <a:lnTo>
                  <a:pt x="3381183" y="1933752"/>
                </a:lnTo>
                <a:lnTo>
                  <a:pt x="3361144" y="1925938"/>
                </a:lnTo>
                <a:lnTo>
                  <a:pt x="3362481" y="1936050"/>
                </a:lnTo>
                <a:lnTo>
                  <a:pt x="3370496" y="1953976"/>
                </a:lnTo>
                <a:lnTo>
                  <a:pt x="3358918" y="1960871"/>
                </a:lnTo>
                <a:lnTo>
                  <a:pt x="3356247" y="1939728"/>
                </a:lnTo>
                <a:lnTo>
                  <a:pt x="3348231" y="1938349"/>
                </a:lnTo>
                <a:lnTo>
                  <a:pt x="3342887" y="1920422"/>
                </a:lnTo>
                <a:lnTo>
                  <a:pt x="3357583" y="1922721"/>
                </a:lnTo>
                <a:lnTo>
                  <a:pt x="3356247" y="1911689"/>
                </a:lnTo>
                <a:close/>
                <a:moveTo>
                  <a:pt x="3236459" y="1862506"/>
                </a:moveTo>
                <a:lnTo>
                  <a:pt x="3257834" y="1863425"/>
                </a:lnTo>
                <a:lnTo>
                  <a:pt x="3268075" y="1873997"/>
                </a:lnTo>
                <a:lnTo>
                  <a:pt x="3264069" y="1899738"/>
                </a:lnTo>
                <a:lnTo>
                  <a:pt x="3252045" y="1885029"/>
                </a:lnTo>
                <a:close/>
                <a:moveTo>
                  <a:pt x="2886453" y="1829870"/>
                </a:moveTo>
                <a:lnTo>
                  <a:pt x="2886453" y="1829870"/>
                </a:lnTo>
                <a:lnTo>
                  <a:pt x="2910052" y="1840441"/>
                </a:lnTo>
                <a:lnTo>
                  <a:pt x="2910052" y="1840441"/>
                </a:lnTo>
                <a:close/>
                <a:moveTo>
                  <a:pt x="2763104" y="1725529"/>
                </a:moveTo>
                <a:lnTo>
                  <a:pt x="2763103" y="1725530"/>
                </a:lnTo>
                <a:lnTo>
                  <a:pt x="2771562" y="1730586"/>
                </a:lnTo>
                <a:lnTo>
                  <a:pt x="2785812" y="1729667"/>
                </a:lnTo>
                <a:lnTo>
                  <a:pt x="2785813" y="1729666"/>
                </a:lnTo>
                <a:lnTo>
                  <a:pt x="2771564" y="1730586"/>
                </a:lnTo>
                <a:close/>
                <a:moveTo>
                  <a:pt x="2789376" y="1719554"/>
                </a:moveTo>
                <a:lnTo>
                  <a:pt x="2789376" y="1719554"/>
                </a:lnTo>
                <a:lnTo>
                  <a:pt x="2808523" y="1721393"/>
                </a:lnTo>
                <a:lnTo>
                  <a:pt x="2830788" y="1745295"/>
                </a:lnTo>
                <a:lnTo>
                  <a:pt x="2836577" y="1774712"/>
                </a:lnTo>
                <a:lnTo>
                  <a:pt x="2860177" y="1800453"/>
                </a:lnTo>
                <a:lnTo>
                  <a:pt x="2861959" y="1825274"/>
                </a:lnTo>
                <a:lnTo>
                  <a:pt x="2855280" y="1838604"/>
                </a:lnTo>
                <a:lnTo>
                  <a:pt x="2855281" y="1838604"/>
                </a:lnTo>
                <a:lnTo>
                  <a:pt x="2877546" y="1850095"/>
                </a:lnTo>
                <a:lnTo>
                  <a:pt x="2877546" y="1850095"/>
                </a:lnTo>
                <a:lnTo>
                  <a:pt x="2855281" y="1838604"/>
                </a:lnTo>
                <a:lnTo>
                  <a:pt x="2861961" y="1825273"/>
                </a:lnTo>
                <a:lnTo>
                  <a:pt x="2860179" y="1800452"/>
                </a:lnTo>
                <a:lnTo>
                  <a:pt x="2836579" y="1774712"/>
                </a:lnTo>
                <a:lnTo>
                  <a:pt x="2830790" y="1745294"/>
                </a:lnTo>
                <a:lnTo>
                  <a:pt x="2808525" y="1721393"/>
                </a:lnTo>
                <a:close/>
                <a:moveTo>
                  <a:pt x="3223991" y="1713579"/>
                </a:moveTo>
                <a:lnTo>
                  <a:pt x="3239131" y="1713579"/>
                </a:lnTo>
                <a:lnTo>
                  <a:pt x="3256053" y="1722312"/>
                </a:lnTo>
                <a:lnTo>
                  <a:pt x="3262287" y="1714498"/>
                </a:lnTo>
                <a:lnTo>
                  <a:pt x="3265849" y="1721853"/>
                </a:lnTo>
                <a:lnTo>
                  <a:pt x="3264068" y="1734263"/>
                </a:lnTo>
                <a:lnTo>
                  <a:pt x="3275647" y="1755408"/>
                </a:lnTo>
                <a:lnTo>
                  <a:pt x="3272974" y="1779769"/>
                </a:lnTo>
                <a:lnTo>
                  <a:pt x="3260061" y="1789422"/>
                </a:lnTo>
                <a:lnTo>
                  <a:pt x="3259615" y="1813323"/>
                </a:lnTo>
                <a:lnTo>
                  <a:pt x="3268521" y="1836766"/>
                </a:lnTo>
                <a:lnTo>
                  <a:pt x="3281880" y="1839983"/>
                </a:lnTo>
                <a:lnTo>
                  <a:pt x="3292567" y="1836766"/>
                </a:lnTo>
                <a:lnTo>
                  <a:pt x="3325965" y="1852854"/>
                </a:lnTo>
                <a:lnTo>
                  <a:pt x="3325519" y="1868942"/>
                </a:lnTo>
                <a:lnTo>
                  <a:pt x="3334871" y="1876296"/>
                </a:lnTo>
                <a:lnTo>
                  <a:pt x="3333536" y="1889626"/>
                </a:lnTo>
                <a:lnTo>
                  <a:pt x="3312606" y="1875376"/>
                </a:lnTo>
                <a:lnTo>
                  <a:pt x="3301473" y="1859749"/>
                </a:lnTo>
                <a:lnTo>
                  <a:pt x="3296130" y="1870780"/>
                </a:lnTo>
                <a:lnTo>
                  <a:pt x="3278318" y="1852854"/>
                </a:lnTo>
                <a:lnTo>
                  <a:pt x="3256053" y="1857450"/>
                </a:lnTo>
                <a:lnTo>
                  <a:pt x="3242694" y="1851015"/>
                </a:lnTo>
                <a:lnTo>
                  <a:pt x="3242249" y="1838604"/>
                </a:lnTo>
                <a:lnTo>
                  <a:pt x="3249373" y="1831250"/>
                </a:lnTo>
                <a:lnTo>
                  <a:pt x="3240912" y="1824355"/>
                </a:lnTo>
                <a:lnTo>
                  <a:pt x="3239131" y="1834927"/>
                </a:lnTo>
                <a:lnTo>
                  <a:pt x="3224437" y="1817920"/>
                </a:lnTo>
                <a:lnTo>
                  <a:pt x="3218647" y="1805050"/>
                </a:lnTo>
                <a:lnTo>
                  <a:pt x="3213749" y="1777011"/>
                </a:lnTo>
                <a:lnTo>
                  <a:pt x="3225327" y="1786663"/>
                </a:lnTo>
                <a:lnTo>
                  <a:pt x="3220429" y="1740239"/>
                </a:lnTo>
                <a:close/>
                <a:moveTo>
                  <a:pt x="2955475" y="1666694"/>
                </a:moveTo>
                <a:lnTo>
                  <a:pt x="2970170" y="1667154"/>
                </a:lnTo>
                <a:lnTo>
                  <a:pt x="2977295" y="1678645"/>
                </a:lnTo>
                <a:lnTo>
                  <a:pt x="2968389" y="1691516"/>
                </a:lnTo>
                <a:lnTo>
                  <a:pt x="2965271" y="1708522"/>
                </a:lnTo>
                <a:lnTo>
                  <a:pt x="2946124" y="1722771"/>
                </a:lnTo>
                <a:lnTo>
                  <a:pt x="2924303" y="1713578"/>
                </a:lnTo>
                <a:lnTo>
                  <a:pt x="2919850" y="1688297"/>
                </a:lnTo>
                <a:lnTo>
                  <a:pt x="2929647" y="1674968"/>
                </a:lnTo>
                <a:close/>
                <a:moveTo>
                  <a:pt x="2703879" y="1657042"/>
                </a:moveTo>
                <a:lnTo>
                  <a:pt x="2703878" y="1657042"/>
                </a:lnTo>
                <a:lnTo>
                  <a:pt x="2715899" y="1666235"/>
                </a:lnTo>
                <a:lnTo>
                  <a:pt x="2719907" y="1684161"/>
                </a:lnTo>
                <a:lnTo>
                  <a:pt x="2736829" y="1685540"/>
                </a:lnTo>
                <a:lnTo>
                  <a:pt x="2735048" y="1716337"/>
                </a:lnTo>
                <a:lnTo>
                  <a:pt x="2739501" y="1742997"/>
                </a:lnTo>
                <a:lnTo>
                  <a:pt x="2739503" y="1742996"/>
                </a:lnTo>
                <a:lnTo>
                  <a:pt x="2735049" y="1716336"/>
                </a:lnTo>
                <a:lnTo>
                  <a:pt x="2736831" y="1685540"/>
                </a:lnTo>
                <a:lnTo>
                  <a:pt x="2719909" y="1684161"/>
                </a:lnTo>
                <a:lnTo>
                  <a:pt x="2715901" y="1666235"/>
                </a:lnTo>
                <a:close/>
                <a:moveTo>
                  <a:pt x="2723472" y="1614755"/>
                </a:moveTo>
                <a:lnTo>
                  <a:pt x="2723472" y="1614755"/>
                </a:lnTo>
                <a:lnTo>
                  <a:pt x="2725698" y="1627165"/>
                </a:lnTo>
                <a:lnTo>
                  <a:pt x="2716570" y="1636817"/>
                </a:lnTo>
                <a:lnTo>
                  <a:pt x="2725699" y="1627165"/>
                </a:lnTo>
                <a:close/>
                <a:moveTo>
                  <a:pt x="2733713" y="1600965"/>
                </a:moveTo>
                <a:lnTo>
                  <a:pt x="2742619" y="1634978"/>
                </a:lnTo>
                <a:lnTo>
                  <a:pt x="2733714" y="1600965"/>
                </a:lnTo>
                <a:close/>
                <a:moveTo>
                  <a:pt x="2856616" y="1587175"/>
                </a:moveTo>
                <a:lnTo>
                  <a:pt x="2855279" y="1604182"/>
                </a:lnTo>
                <a:lnTo>
                  <a:pt x="2864374" y="1612055"/>
                </a:lnTo>
                <a:lnTo>
                  <a:pt x="2855281" y="1604183"/>
                </a:lnTo>
                <a:lnTo>
                  <a:pt x="2856617" y="1587176"/>
                </a:lnTo>
                <a:close/>
                <a:moveTo>
                  <a:pt x="2412538" y="1578263"/>
                </a:moveTo>
                <a:lnTo>
                  <a:pt x="2415768" y="1584416"/>
                </a:lnTo>
                <a:lnTo>
                  <a:pt x="2420249" y="1599739"/>
                </a:lnTo>
                <a:lnTo>
                  <a:pt x="2415768" y="1584417"/>
                </a:lnTo>
                <a:close/>
                <a:moveTo>
                  <a:pt x="2819212" y="1570628"/>
                </a:moveTo>
                <a:lnTo>
                  <a:pt x="2819212" y="1570628"/>
                </a:lnTo>
                <a:lnTo>
                  <a:pt x="2830030" y="1579273"/>
                </a:lnTo>
                <a:close/>
                <a:moveTo>
                  <a:pt x="2486570" y="1562353"/>
                </a:moveTo>
                <a:lnTo>
                  <a:pt x="2485235" y="1581658"/>
                </a:lnTo>
                <a:lnTo>
                  <a:pt x="2471872" y="1568631"/>
                </a:lnTo>
                <a:lnTo>
                  <a:pt x="2485235" y="1581659"/>
                </a:lnTo>
                <a:lnTo>
                  <a:pt x="2486570" y="1562354"/>
                </a:lnTo>
                <a:lnTo>
                  <a:pt x="2493250" y="1562354"/>
                </a:lnTo>
                <a:lnTo>
                  <a:pt x="2493882" y="1563865"/>
                </a:lnTo>
                <a:lnTo>
                  <a:pt x="2493250" y="1562353"/>
                </a:lnTo>
                <a:close/>
                <a:moveTo>
                  <a:pt x="2405525" y="1544427"/>
                </a:moveTo>
                <a:lnTo>
                  <a:pt x="2404189" y="1562353"/>
                </a:lnTo>
                <a:lnTo>
                  <a:pt x="2404189" y="1562353"/>
                </a:lnTo>
                <a:lnTo>
                  <a:pt x="2405526" y="1544427"/>
                </a:lnTo>
                <a:close/>
                <a:moveTo>
                  <a:pt x="2547577" y="1531557"/>
                </a:moveTo>
                <a:lnTo>
                  <a:pt x="2540452" y="1555918"/>
                </a:lnTo>
                <a:lnTo>
                  <a:pt x="2519968" y="1549023"/>
                </a:lnTo>
                <a:lnTo>
                  <a:pt x="2523975" y="1579820"/>
                </a:lnTo>
                <a:lnTo>
                  <a:pt x="2519522" y="1589932"/>
                </a:lnTo>
                <a:lnTo>
                  <a:pt x="2523975" y="1602342"/>
                </a:lnTo>
                <a:lnTo>
                  <a:pt x="2512843" y="1609237"/>
                </a:lnTo>
                <a:lnTo>
                  <a:pt x="2512844" y="1609238"/>
                </a:lnTo>
                <a:lnTo>
                  <a:pt x="2515515" y="1630382"/>
                </a:lnTo>
                <a:lnTo>
                  <a:pt x="2512844" y="1609238"/>
                </a:lnTo>
                <a:lnTo>
                  <a:pt x="2523976" y="1602343"/>
                </a:lnTo>
                <a:lnTo>
                  <a:pt x="2519523" y="1589933"/>
                </a:lnTo>
                <a:lnTo>
                  <a:pt x="2523976" y="1579820"/>
                </a:lnTo>
                <a:lnTo>
                  <a:pt x="2519968" y="1549024"/>
                </a:lnTo>
                <a:lnTo>
                  <a:pt x="2540453" y="1555919"/>
                </a:lnTo>
                <a:lnTo>
                  <a:pt x="2547577" y="1531557"/>
                </a:lnTo>
                <a:close/>
                <a:moveTo>
                  <a:pt x="2406415" y="1515009"/>
                </a:moveTo>
                <a:lnTo>
                  <a:pt x="2393057" y="1526041"/>
                </a:lnTo>
                <a:lnTo>
                  <a:pt x="2389049" y="1536613"/>
                </a:lnTo>
                <a:lnTo>
                  <a:pt x="2389050" y="1536613"/>
                </a:lnTo>
                <a:lnTo>
                  <a:pt x="2393057" y="1526041"/>
                </a:lnTo>
                <a:lnTo>
                  <a:pt x="2406416" y="1515010"/>
                </a:lnTo>
                <a:close/>
                <a:moveTo>
                  <a:pt x="2430462" y="1514090"/>
                </a:moveTo>
                <a:lnTo>
                  <a:pt x="2430463" y="1514091"/>
                </a:lnTo>
                <a:lnTo>
                  <a:pt x="2454509" y="1518227"/>
                </a:lnTo>
                <a:lnTo>
                  <a:pt x="2477220" y="1517767"/>
                </a:lnTo>
                <a:lnTo>
                  <a:pt x="2492359" y="1522824"/>
                </a:lnTo>
                <a:lnTo>
                  <a:pt x="2492359" y="1522823"/>
                </a:lnTo>
                <a:lnTo>
                  <a:pt x="2477219" y="1517767"/>
                </a:lnTo>
                <a:lnTo>
                  <a:pt x="2454509" y="1518227"/>
                </a:lnTo>
                <a:close/>
                <a:moveTo>
                  <a:pt x="3205733" y="1513171"/>
                </a:moveTo>
                <a:lnTo>
                  <a:pt x="3219092" y="1521904"/>
                </a:lnTo>
                <a:lnTo>
                  <a:pt x="3218646" y="1539831"/>
                </a:lnTo>
                <a:lnTo>
                  <a:pt x="3213304" y="1587175"/>
                </a:lnTo>
                <a:lnTo>
                  <a:pt x="3207069" y="1611536"/>
                </a:lnTo>
                <a:lnTo>
                  <a:pt x="3189257" y="1586255"/>
                </a:lnTo>
                <a:lnTo>
                  <a:pt x="3182577" y="1564652"/>
                </a:lnTo>
                <a:lnTo>
                  <a:pt x="3191038" y="1535694"/>
                </a:lnTo>
                <a:close/>
                <a:moveTo>
                  <a:pt x="2641981" y="1494786"/>
                </a:moveTo>
                <a:lnTo>
                  <a:pt x="2623279" y="1519606"/>
                </a:lnTo>
                <a:lnTo>
                  <a:pt x="2623279" y="1519606"/>
                </a:lnTo>
                <a:close/>
                <a:moveTo>
                  <a:pt x="2391276" y="1479157"/>
                </a:moveTo>
                <a:lnTo>
                  <a:pt x="2385932" y="1499381"/>
                </a:lnTo>
                <a:lnTo>
                  <a:pt x="2385932" y="1499381"/>
                </a:lnTo>
                <a:lnTo>
                  <a:pt x="2391276" y="1479157"/>
                </a:lnTo>
                <a:lnTo>
                  <a:pt x="2413095" y="1492027"/>
                </a:lnTo>
                <a:lnTo>
                  <a:pt x="2425119" y="1493407"/>
                </a:lnTo>
                <a:lnTo>
                  <a:pt x="2427062" y="1500927"/>
                </a:lnTo>
                <a:lnTo>
                  <a:pt x="2425119" y="1493405"/>
                </a:lnTo>
                <a:lnTo>
                  <a:pt x="2413095" y="1492026"/>
                </a:lnTo>
                <a:close/>
                <a:moveTo>
                  <a:pt x="2551793" y="1478253"/>
                </a:moveTo>
                <a:lnTo>
                  <a:pt x="2555146" y="1492486"/>
                </a:lnTo>
                <a:lnTo>
                  <a:pt x="2546240" y="1517307"/>
                </a:lnTo>
                <a:lnTo>
                  <a:pt x="2547486" y="1530583"/>
                </a:lnTo>
                <a:lnTo>
                  <a:pt x="2546241" y="1517308"/>
                </a:lnTo>
                <a:lnTo>
                  <a:pt x="2555147" y="1492487"/>
                </a:lnTo>
                <a:close/>
                <a:moveTo>
                  <a:pt x="2592682" y="1446601"/>
                </a:moveTo>
                <a:lnTo>
                  <a:pt x="2597450" y="1460311"/>
                </a:lnTo>
                <a:lnTo>
                  <a:pt x="2578748" y="1455254"/>
                </a:lnTo>
                <a:lnTo>
                  <a:pt x="2551139" y="1475479"/>
                </a:lnTo>
                <a:lnTo>
                  <a:pt x="2551139" y="1475480"/>
                </a:lnTo>
                <a:lnTo>
                  <a:pt x="2578749" y="1455255"/>
                </a:lnTo>
                <a:lnTo>
                  <a:pt x="2597451" y="1460311"/>
                </a:lnTo>
                <a:close/>
                <a:moveTo>
                  <a:pt x="2460299" y="1440087"/>
                </a:moveTo>
                <a:lnTo>
                  <a:pt x="2471876" y="1449739"/>
                </a:lnTo>
                <a:lnTo>
                  <a:pt x="2474102" y="1467665"/>
                </a:lnTo>
                <a:lnTo>
                  <a:pt x="2471876" y="1449738"/>
                </a:lnTo>
                <a:close/>
                <a:moveTo>
                  <a:pt x="2372127" y="1437329"/>
                </a:moveTo>
                <a:lnTo>
                  <a:pt x="2373018" y="1449740"/>
                </a:lnTo>
                <a:lnTo>
                  <a:pt x="2379697" y="1468585"/>
                </a:lnTo>
                <a:lnTo>
                  <a:pt x="2379263" y="1479811"/>
                </a:lnTo>
                <a:lnTo>
                  <a:pt x="2379698" y="1468584"/>
                </a:lnTo>
                <a:lnTo>
                  <a:pt x="2373018" y="1449738"/>
                </a:lnTo>
                <a:lnTo>
                  <a:pt x="2372128" y="1437329"/>
                </a:lnTo>
                <a:close/>
                <a:moveTo>
                  <a:pt x="2598787" y="1436868"/>
                </a:moveTo>
                <a:lnTo>
                  <a:pt x="2591216" y="1442384"/>
                </a:lnTo>
                <a:lnTo>
                  <a:pt x="2591216" y="1442385"/>
                </a:lnTo>
                <a:lnTo>
                  <a:pt x="2598787" y="1436869"/>
                </a:lnTo>
                <a:close/>
                <a:moveTo>
                  <a:pt x="2385932" y="1430894"/>
                </a:moveTo>
                <a:lnTo>
                  <a:pt x="2392611" y="1454335"/>
                </a:lnTo>
                <a:lnTo>
                  <a:pt x="2394393" y="1459851"/>
                </a:lnTo>
                <a:lnTo>
                  <a:pt x="2416684" y="1470309"/>
                </a:lnTo>
                <a:lnTo>
                  <a:pt x="2394394" y="1459851"/>
                </a:lnTo>
                <a:lnTo>
                  <a:pt x="2392612" y="1454335"/>
                </a:lnTo>
                <a:lnTo>
                  <a:pt x="2394393" y="1450942"/>
                </a:lnTo>
                <a:lnTo>
                  <a:pt x="2392612" y="1454336"/>
                </a:lnTo>
                <a:close/>
                <a:moveTo>
                  <a:pt x="2301573" y="1420094"/>
                </a:moveTo>
                <a:lnTo>
                  <a:pt x="2314238" y="1427676"/>
                </a:lnTo>
                <a:lnTo>
                  <a:pt x="2314238" y="1427676"/>
                </a:lnTo>
                <a:close/>
                <a:moveTo>
                  <a:pt x="2572514" y="1408830"/>
                </a:moveTo>
                <a:lnTo>
                  <a:pt x="2567170" y="1421240"/>
                </a:lnTo>
                <a:lnTo>
                  <a:pt x="2567171" y="1421240"/>
                </a:lnTo>
                <a:lnTo>
                  <a:pt x="2572514" y="1408831"/>
                </a:lnTo>
                <a:close/>
                <a:moveTo>
                  <a:pt x="2251949" y="1392089"/>
                </a:moveTo>
                <a:lnTo>
                  <a:pt x="2260802" y="1394582"/>
                </a:lnTo>
                <a:lnTo>
                  <a:pt x="2271934" y="1408830"/>
                </a:lnTo>
                <a:lnTo>
                  <a:pt x="2271935" y="1408830"/>
                </a:lnTo>
                <a:lnTo>
                  <a:pt x="2260803" y="1394581"/>
                </a:lnTo>
                <a:close/>
                <a:moveTo>
                  <a:pt x="2228483" y="1378506"/>
                </a:moveTo>
                <a:lnTo>
                  <a:pt x="2246106" y="1390444"/>
                </a:lnTo>
                <a:lnTo>
                  <a:pt x="2246107" y="1390444"/>
                </a:lnTo>
                <a:close/>
                <a:moveTo>
                  <a:pt x="2187772" y="1368841"/>
                </a:moveTo>
                <a:lnTo>
                  <a:pt x="2175304" y="1382630"/>
                </a:lnTo>
                <a:lnTo>
                  <a:pt x="2175015" y="1384619"/>
                </a:lnTo>
                <a:lnTo>
                  <a:pt x="2175304" y="1382630"/>
                </a:lnTo>
                <a:lnTo>
                  <a:pt x="2187772" y="1368841"/>
                </a:lnTo>
                <a:close/>
                <a:moveTo>
                  <a:pt x="2124466" y="1293269"/>
                </a:moveTo>
                <a:lnTo>
                  <a:pt x="2125876" y="1301271"/>
                </a:lnTo>
                <a:lnTo>
                  <a:pt x="2107618" y="1297135"/>
                </a:lnTo>
                <a:lnTo>
                  <a:pt x="2107619" y="1297136"/>
                </a:lnTo>
                <a:lnTo>
                  <a:pt x="2125876" y="1301273"/>
                </a:lnTo>
                <a:close/>
                <a:moveTo>
                  <a:pt x="2106283" y="1247033"/>
                </a:moveTo>
                <a:lnTo>
                  <a:pt x="2108793" y="1263875"/>
                </a:lnTo>
                <a:lnTo>
                  <a:pt x="2106283" y="1247034"/>
                </a:lnTo>
                <a:close/>
                <a:moveTo>
                  <a:pt x="3418143" y="1245654"/>
                </a:moveTo>
                <a:lnTo>
                  <a:pt x="3438627" y="1252089"/>
                </a:lnTo>
                <a:lnTo>
                  <a:pt x="3445752" y="1262201"/>
                </a:lnTo>
                <a:lnTo>
                  <a:pt x="3439963" y="1280128"/>
                </a:lnTo>
                <a:lnTo>
                  <a:pt x="3426158" y="1270475"/>
                </a:lnTo>
                <a:lnTo>
                  <a:pt x="3416807" y="1277370"/>
                </a:lnTo>
                <a:lnTo>
                  <a:pt x="3417252" y="1294377"/>
                </a:lnTo>
                <a:lnTo>
                  <a:pt x="3398104" y="1286104"/>
                </a:lnTo>
                <a:lnTo>
                  <a:pt x="3392760" y="1272314"/>
                </a:lnTo>
                <a:lnTo>
                  <a:pt x="3398549" y="1254387"/>
                </a:lnTo>
                <a:lnTo>
                  <a:pt x="3413690" y="1258065"/>
                </a:lnTo>
                <a:close/>
                <a:moveTo>
                  <a:pt x="3229780" y="1120629"/>
                </a:moveTo>
                <a:lnTo>
                  <a:pt x="3266741" y="1155103"/>
                </a:lnTo>
                <a:lnTo>
                  <a:pt x="3281435" y="1174408"/>
                </a:lnTo>
                <a:lnTo>
                  <a:pt x="3296576" y="1208423"/>
                </a:lnTo>
                <a:lnTo>
                  <a:pt x="3294349" y="1224511"/>
                </a:lnTo>
                <a:lnTo>
                  <a:pt x="3275202" y="1230026"/>
                </a:lnTo>
                <a:lnTo>
                  <a:pt x="3261397" y="1242437"/>
                </a:lnTo>
                <a:lnTo>
                  <a:pt x="3240913" y="1244735"/>
                </a:lnTo>
                <a:lnTo>
                  <a:pt x="3231561" y="1228647"/>
                </a:lnTo>
                <a:lnTo>
                  <a:pt x="3226664" y="1206584"/>
                </a:lnTo>
                <a:lnTo>
                  <a:pt x="3203062" y="1176247"/>
                </a:lnTo>
                <a:lnTo>
                  <a:pt x="3218202" y="1171191"/>
                </a:lnTo>
                <a:lnTo>
                  <a:pt x="3191039" y="1145910"/>
                </a:lnTo>
                <a:lnTo>
                  <a:pt x="3191039" y="1143152"/>
                </a:lnTo>
                <a:lnTo>
                  <a:pt x="3202172" y="1144072"/>
                </a:lnTo>
                <a:lnTo>
                  <a:pt x="3204843" y="1131201"/>
                </a:lnTo>
                <a:lnTo>
                  <a:pt x="3220874" y="1129362"/>
                </a:lnTo>
                <a:lnTo>
                  <a:pt x="3229780" y="1127524"/>
                </a:lnTo>
                <a:close/>
                <a:moveTo>
                  <a:pt x="1705510" y="1098566"/>
                </a:moveTo>
                <a:lnTo>
                  <a:pt x="1724212" y="1112356"/>
                </a:lnTo>
                <a:lnTo>
                  <a:pt x="1752266" y="1126605"/>
                </a:lnTo>
                <a:lnTo>
                  <a:pt x="1724213" y="1112355"/>
                </a:lnTo>
                <a:close/>
                <a:moveTo>
                  <a:pt x="1801695" y="1092131"/>
                </a:moveTo>
                <a:lnTo>
                  <a:pt x="1801695" y="1092132"/>
                </a:lnTo>
                <a:lnTo>
                  <a:pt x="1821288" y="1093511"/>
                </a:lnTo>
                <a:lnTo>
                  <a:pt x="1821289" y="1093510"/>
                </a:lnTo>
                <a:close/>
                <a:moveTo>
                  <a:pt x="1946865" y="1089833"/>
                </a:moveTo>
                <a:lnTo>
                  <a:pt x="1943754" y="1093920"/>
                </a:lnTo>
                <a:lnTo>
                  <a:pt x="1946865" y="1089833"/>
                </a:lnTo>
                <a:close/>
                <a:moveTo>
                  <a:pt x="1840436" y="1076963"/>
                </a:moveTo>
                <a:lnTo>
                  <a:pt x="1843108" y="1093511"/>
                </a:lnTo>
                <a:lnTo>
                  <a:pt x="1867599" y="1091212"/>
                </a:lnTo>
                <a:lnTo>
                  <a:pt x="1899216" y="1100865"/>
                </a:lnTo>
                <a:lnTo>
                  <a:pt x="1941965" y="1096268"/>
                </a:lnTo>
                <a:lnTo>
                  <a:pt x="1955769" y="1123847"/>
                </a:lnTo>
                <a:lnTo>
                  <a:pt x="1955770" y="1123847"/>
                </a:lnTo>
                <a:lnTo>
                  <a:pt x="1941966" y="1096268"/>
                </a:lnTo>
                <a:lnTo>
                  <a:pt x="1941967" y="1096267"/>
                </a:lnTo>
                <a:lnTo>
                  <a:pt x="1899218" y="1100864"/>
                </a:lnTo>
                <a:lnTo>
                  <a:pt x="1867600" y="1091211"/>
                </a:lnTo>
                <a:lnTo>
                  <a:pt x="1843109" y="1093509"/>
                </a:lnTo>
                <a:lnTo>
                  <a:pt x="1840438" y="1076963"/>
                </a:lnTo>
                <a:close/>
                <a:moveTo>
                  <a:pt x="1858248" y="1065471"/>
                </a:moveTo>
                <a:lnTo>
                  <a:pt x="1858248" y="1065472"/>
                </a:lnTo>
                <a:lnTo>
                  <a:pt x="1864037" y="1073286"/>
                </a:lnTo>
                <a:lnTo>
                  <a:pt x="1873389" y="1072826"/>
                </a:lnTo>
                <a:lnTo>
                  <a:pt x="1867155" y="1081558"/>
                </a:lnTo>
                <a:lnTo>
                  <a:pt x="1873390" y="1072825"/>
                </a:lnTo>
                <a:lnTo>
                  <a:pt x="1873389" y="1072825"/>
                </a:lnTo>
                <a:lnTo>
                  <a:pt x="1864037" y="1073285"/>
                </a:lnTo>
                <a:close/>
                <a:moveTo>
                  <a:pt x="1974028" y="1063172"/>
                </a:moveTo>
                <a:lnTo>
                  <a:pt x="1959779" y="1069148"/>
                </a:lnTo>
                <a:lnTo>
                  <a:pt x="1941522" y="1082937"/>
                </a:lnTo>
                <a:lnTo>
                  <a:pt x="1941523" y="1082938"/>
                </a:lnTo>
                <a:lnTo>
                  <a:pt x="1959778" y="1069149"/>
                </a:lnTo>
                <a:lnTo>
                  <a:pt x="1974028" y="1063173"/>
                </a:lnTo>
                <a:lnTo>
                  <a:pt x="1999855" y="1067310"/>
                </a:lnTo>
                <a:lnTo>
                  <a:pt x="1999855" y="1067309"/>
                </a:lnTo>
                <a:close/>
                <a:moveTo>
                  <a:pt x="1802594" y="1056229"/>
                </a:moveTo>
                <a:lnTo>
                  <a:pt x="1805703" y="1060415"/>
                </a:lnTo>
                <a:lnTo>
                  <a:pt x="1805704" y="1060415"/>
                </a:lnTo>
                <a:close/>
                <a:moveTo>
                  <a:pt x="1859139" y="1051682"/>
                </a:moveTo>
                <a:lnTo>
                  <a:pt x="1858302" y="1064634"/>
                </a:lnTo>
                <a:lnTo>
                  <a:pt x="1859140" y="1051682"/>
                </a:lnTo>
                <a:close/>
                <a:moveTo>
                  <a:pt x="2031027" y="1045246"/>
                </a:moveTo>
                <a:lnTo>
                  <a:pt x="2002528" y="1048463"/>
                </a:lnTo>
                <a:lnTo>
                  <a:pt x="2002528" y="1048465"/>
                </a:lnTo>
                <a:lnTo>
                  <a:pt x="2031027" y="1045247"/>
                </a:lnTo>
                <a:close/>
                <a:moveTo>
                  <a:pt x="1649607" y="1044974"/>
                </a:moveTo>
                <a:lnTo>
                  <a:pt x="1654745" y="1048005"/>
                </a:lnTo>
                <a:lnTo>
                  <a:pt x="1673892" y="1078341"/>
                </a:lnTo>
                <a:lnTo>
                  <a:pt x="1673893" y="1078341"/>
                </a:lnTo>
                <a:lnTo>
                  <a:pt x="1654745" y="1048004"/>
                </a:lnTo>
                <a:close/>
                <a:moveTo>
                  <a:pt x="435954" y="1044327"/>
                </a:moveTo>
                <a:lnTo>
                  <a:pt x="450649" y="1065012"/>
                </a:lnTo>
                <a:lnTo>
                  <a:pt x="448867" y="1104082"/>
                </a:lnTo>
                <a:lnTo>
                  <a:pt x="438181" y="1102244"/>
                </a:lnTo>
                <a:lnTo>
                  <a:pt x="428829" y="1111896"/>
                </a:lnTo>
                <a:lnTo>
                  <a:pt x="419923" y="1104082"/>
                </a:lnTo>
                <a:lnTo>
                  <a:pt x="417697" y="1068689"/>
                </a:lnTo>
                <a:lnTo>
                  <a:pt x="411908" y="1052141"/>
                </a:lnTo>
                <a:lnTo>
                  <a:pt x="424822" y="1053520"/>
                </a:lnTo>
                <a:close/>
                <a:moveTo>
                  <a:pt x="3488946" y="1039270"/>
                </a:moveTo>
                <a:lnTo>
                  <a:pt x="3525461" y="1080179"/>
                </a:lnTo>
                <a:lnTo>
                  <a:pt x="3537929" y="1103621"/>
                </a:lnTo>
                <a:lnTo>
                  <a:pt x="3532140" y="1133499"/>
                </a:lnTo>
                <a:lnTo>
                  <a:pt x="3548171" y="1163836"/>
                </a:lnTo>
                <a:lnTo>
                  <a:pt x="3550843" y="1187278"/>
                </a:lnTo>
                <a:lnTo>
                  <a:pt x="3561975" y="1201986"/>
                </a:lnTo>
                <a:lnTo>
                  <a:pt x="3559304" y="1222671"/>
                </a:lnTo>
                <a:lnTo>
                  <a:pt x="3535257" y="1236460"/>
                </a:lnTo>
                <a:lnTo>
                  <a:pt x="3494289" y="1238299"/>
                </a:lnTo>
                <a:lnTo>
                  <a:pt x="3474696" y="1272313"/>
                </a:lnTo>
                <a:lnTo>
                  <a:pt x="3453767" y="1260822"/>
                </a:lnTo>
                <a:lnTo>
                  <a:pt x="3443080" y="1238758"/>
                </a:lnTo>
                <a:lnTo>
                  <a:pt x="3404784" y="1245194"/>
                </a:lnTo>
                <a:lnTo>
                  <a:pt x="3382073" y="1258983"/>
                </a:lnTo>
                <a:lnTo>
                  <a:pt x="3354465" y="1259903"/>
                </a:lnTo>
                <a:lnTo>
                  <a:pt x="3387417" y="1281506"/>
                </a:lnTo>
                <a:lnTo>
                  <a:pt x="3390979" y="1331608"/>
                </a:lnTo>
                <a:lnTo>
                  <a:pt x="3379847" y="1344019"/>
                </a:lnTo>
                <a:lnTo>
                  <a:pt x="3363816" y="1332528"/>
                </a:lnTo>
                <a:lnTo>
                  <a:pt x="3359808" y="1305868"/>
                </a:lnTo>
                <a:lnTo>
                  <a:pt x="3341550" y="1297594"/>
                </a:lnTo>
                <a:lnTo>
                  <a:pt x="3323738" y="1277369"/>
                </a:lnTo>
                <a:lnTo>
                  <a:pt x="3342886" y="1268176"/>
                </a:lnTo>
                <a:lnTo>
                  <a:pt x="3347785" y="1249330"/>
                </a:lnTo>
                <a:lnTo>
                  <a:pt x="3365152" y="1234162"/>
                </a:lnTo>
                <a:lnTo>
                  <a:pt x="3374058" y="1213938"/>
                </a:lnTo>
                <a:lnTo>
                  <a:pt x="3417252" y="1205204"/>
                </a:lnTo>
                <a:lnTo>
                  <a:pt x="3445306" y="1211179"/>
                </a:lnTo>
                <a:lnTo>
                  <a:pt x="3445306" y="1158779"/>
                </a:lnTo>
                <a:lnTo>
                  <a:pt x="3468017" y="1173029"/>
                </a:lnTo>
                <a:lnTo>
                  <a:pt x="3488055" y="1143611"/>
                </a:lnTo>
                <a:lnTo>
                  <a:pt x="3495625" y="1132119"/>
                </a:lnTo>
                <a:lnTo>
                  <a:pt x="3491172" y="1096267"/>
                </a:lnTo>
                <a:lnTo>
                  <a:pt x="3468462" y="1063172"/>
                </a:lnTo>
                <a:lnTo>
                  <a:pt x="3467571" y="1044786"/>
                </a:lnTo>
                <a:close/>
                <a:moveTo>
                  <a:pt x="1883186" y="1038811"/>
                </a:moveTo>
                <a:lnTo>
                  <a:pt x="1883185" y="1038812"/>
                </a:lnTo>
                <a:lnTo>
                  <a:pt x="1915247" y="1054439"/>
                </a:lnTo>
                <a:lnTo>
                  <a:pt x="1891647" y="1075583"/>
                </a:lnTo>
                <a:lnTo>
                  <a:pt x="1915248" y="1054439"/>
                </a:lnTo>
                <a:close/>
                <a:moveTo>
                  <a:pt x="1210293" y="1035635"/>
                </a:moveTo>
                <a:lnTo>
                  <a:pt x="1231263" y="1048004"/>
                </a:lnTo>
                <a:lnTo>
                  <a:pt x="1237051" y="1058116"/>
                </a:lnTo>
                <a:lnTo>
                  <a:pt x="1237497" y="1072365"/>
                </a:lnTo>
                <a:lnTo>
                  <a:pt x="1237498" y="1072365"/>
                </a:lnTo>
                <a:lnTo>
                  <a:pt x="1237053" y="1058117"/>
                </a:lnTo>
                <a:lnTo>
                  <a:pt x="1231264" y="1048005"/>
                </a:lnTo>
                <a:lnTo>
                  <a:pt x="1262435" y="1043408"/>
                </a:lnTo>
                <a:lnTo>
                  <a:pt x="1268669" y="1050763"/>
                </a:lnTo>
                <a:lnTo>
                  <a:pt x="1278466" y="1055819"/>
                </a:lnTo>
                <a:lnTo>
                  <a:pt x="1278466" y="1055818"/>
                </a:lnTo>
                <a:lnTo>
                  <a:pt x="1268669" y="1050762"/>
                </a:lnTo>
                <a:lnTo>
                  <a:pt x="1262435" y="1043407"/>
                </a:lnTo>
                <a:lnTo>
                  <a:pt x="1231264" y="1048004"/>
                </a:lnTo>
                <a:close/>
                <a:moveTo>
                  <a:pt x="824702" y="1026401"/>
                </a:moveTo>
                <a:lnTo>
                  <a:pt x="826039" y="1041110"/>
                </a:lnTo>
                <a:lnTo>
                  <a:pt x="805554" y="1043868"/>
                </a:lnTo>
                <a:lnTo>
                  <a:pt x="805555" y="1043868"/>
                </a:lnTo>
                <a:lnTo>
                  <a:pt x="826039" y="1041110"/>
                </a:lnTo>
                <a:lnTo>
                  <a:pt x="824703" y="1026401"/>
                </a:lnTo>
                <a:close/>
                <a:moveTo>
                  <a:pt x="1753702" y="1021773"/>
                </a:moveTo>
                <a:lnTo>
                  <a:pt x="1754493" y="1021805"/>
                </a:lnTo>
                <a:lnTo>
                  <a:pt x="1763523" y="1041192"/>
                </a:lnTo>
                <a:lnTo>
                  <a:pt x="1754494" y="1021805"/>
                </a:lnTo>
                <a:close/>
                <a:moveTo>
                  <a:pt x="2058451" y="1021612"/>
                </a:moveTo>
                <a:lnTo>
                  <a:pt x="2035480" y="1033295"/>
                </a:lnTo>
                <a:lnTo>
                  <a:pt x="2035480" y="1033296"/>
                </a:lnTo>
                <a:close/>
                <a:moveTo>
                  <a:pt x="3171001" y="1021345"/>
                </a:moveTo>
                <a:lnTo>
                  <a:pt x="3183468" y="1036972"/>
                </a:lnTo>
                <a:lnTo>
                  <a:pt x="3183468" y="1036972"/>
                </a:lnTo>
                <a:close/>
                <a:moveTo>
                  <a:pt x="1276239" y="1018586"/>
                </a:moveTo>
                <a:lnTo>
                  <a:pt x="1276239" y="1018587"/>
                </a:lnTo>
                <a:lnTo>
                  <a:pt x="1292270" y="1025481"/>
                </a:lnTo>
                <a:close/>
                <a:moveTo>
                  <a:pt x="713823" y="1015368"/>
                </a:moveTo>
                <a:lnTo>
                  <a:pt x="700909" y="1019965"/>
                </a:lnTo>
                <a:lnTo>
                  <a:pt x="700463" y="1025940"/>
                </a:lnTo>
                <a:lnTo>
                  <a:pt x="700464" y="1025941"/>
                </a:lnTo>
                <a:lnTo>
                  <a:pt x="700909" y="1019965"/>
                </a:lnTo>
                <a:lnTo>
                  <a:pt x="713822" y="1015369"/>
                </a:lnTo>
                <a:close/>
                <a:moveTo>
                  <a:pt x="1602199" y="1014910"/>
                </a:moveTo>
                <a:lnTo>
                  <a:pt x="1610660" y="1037892"/>
                </a:lnTo>
                <a:lnTo>
                  <a:pt x="1610661" y="1037892"/>
                </a:lnTo>
                <a:close/>
                <a:moveTo>
                  <a:pt x="32953" y="1013071"/>
                </a:moveTo>
                <a:lnTo>
                  <a:pt x="38296" y="1027320"/>
                </a:lnTo>
                <a:lnTo>
                  <a:pt x="51655" y="1027320"/>
                </a:lnTo>
                <a:lnTo>
                  <a:pt x="51656" y="1027319"/>
                </a:lnTo>
                <a:lnTo>
                  <a:pt x="38297" y="1027319"/>
                </a:lnTo>
                <a:lnTo>
                  <a:pt x="32954" y="1013071"/>
                </a:lnTo>
                <a:close/>
                <a:moveTo>
                  <a:pt x="670200" y="1010091"/>
                </a:moveTo>
                <a:lnTo>
                  <a:pt x="667066" y="1015368"/>
                </a:lnTo>
                <a:lnTo>
                  <a:pt x="667066" y="1015369"/>
                </a:lnTo>
                <a:close/>
                <a:moveTo>
                  <a:pt x="3221326" y="1005075"/>
                </a:moveTo>
                <a:lnTo>
                  <a:pt x="3223991" y="1009853"/>
                </a:lnTo>
                <a:lnTo>
                  <a:pt x="3223991" y="1009853"/>
                </a:lnTo>
                <a:close/>
                <a:moveTo>
                  <a:pt x="722284" y="1001120"/>
                </a:moveTo>
                <a:lnTo>
                  <a:pt x="722282" y="1001121"/>
                </a:lnTo>
                <a:lnTo>
                  <a:pt x="720501" y="1008474"/>
                </a:lnTo>
                <a:lnTo>
                  <a:pt x="717830" y="1011691"/>
                </a:lnTo>
                <a:lnTo>
                  <a:pt x="717831" y="1011692"/>
                </a:lnTo>
                <a:lnTo>
                  <a:pt x="720502" y="1008475"/>
                </a:lnTo>
                <a:close/>
                <a:moveTo>
                  <a:pt x="1855578" y="1000660"/>
                </a:moveTo>
                <a:lnTo>
                  <a:pt x="1855576" y="1000661"/>
                </a:lnTo>
                <a:lnTo>
                  <a:pt x="1854240" y="1013531"/>
                </a:lnTo>
                <a:lnTo>
                  <a:pt x="1861811" y="1016289"/>
                </a:lnTo>
                <a:lnTo>
                  <a:pt x="1848452" y="1035134"/>
                </a:lnTo>
                <a:lnTo>
                  <a:pt x="1868936" y="1046166"/>
                </a:lnTo>
                <a:lnTo>
                  <a:pt x="1877878" y="1041550"/>
                </a:lnTo>
                <a:lnTo>
                  <a:pt x="1868937" y="1046165"/>
                </a:lnTo>
                <a:lnTo>
                  <a:pt x="1848453" y="1035134"/>
                </a:lnTo>
                <a:lnTo>
                  <a:pt x="1861812" y="1016288"/>
                </a:lnTo>
                <a:lnTo>
                  <a:pt x="1854241" y="1013530"/>
                </a:lnTo>
                <a:close/>
                <a:moveTo>
                  <a:pt x="1244176" y="1000660"/>
                </a:moveTo>
                <a:lnTo>
                  <a:pt x="1231264" y="1005256"/>
                </a:lnTo>
                <a:lnTo>
                  <a:pt x="1244177" y="1000660"/>
                </a:lnTo>
                <a:close/>
                <a:moveTo>
                  <a:pt x="2059526" y="994226"/>
                </a:moveTo>
                <a:lnTo>
                  <a:pt x="2067095" y="1011232"/>
                </a:lnTo>
                <a:lnTo>
                  <a:pt x="2067096" y="1011232"/>
                </a:lnTo>
                <a:close/>
                <a:moveTo>
                  <a:pt x="3199500" y="992387"/>
                </a:moveTo>
                <a:lnTo>
                  <a:pt x="3199500" y="1008934"/>
                </a:lnTo>
                <a:lnTo>
                  <a:pt x="3199500" y="1008934"/>
                </a:lnTo>
                <a:lnTo>
                  <a:pt x="3199500" y="992387"/>
                </a:lnTo>
                <a:close/>
                <a:moveTo>
                  <a:pt x="437733" y="991926"/>
                </a:moveTo>
                <a:lnTo>
                  <a:pt x="442632" y="1016747"/>
                </a:lnTo>
                <a:lnTo>
                  <a:pt x="435952" y="1039270"/>
                </a:lnTo>
                <a:lnTo>
                  <a:pt x="425265" y="1033294"/>
                </a:lnTo>
                <a:lnTo>
                  <a:pt x="419476" y="1013989"/>
                </a:lnTo>
                <a:lnTo>
                  <a:pt x="423484" y="1002957"/>
                </a:lnTo>
                <a:close/>
                <a:moveTo>
                  <a:pt x="1908123" y="989629"/>
                </a:moveTo>
                <a:lnTo>
                  <a:pt x="1910092" y="1004667"/>
                </a:lnTo>
                <a:lnTo>
                  <a:pt x="1910350" y="1006636"/>
                </a:lnTo>
                <a:lnTo>
                  <a:pt x="1910350" y="1006635"/>
                </a:lnTo>
                <a:lnTo>
                  <a:pt x="1910092" y="1004667"/>
                </a:lnTo>
                <a:lnTo>
                  <a:pt x="1908124" y="989629"/>
                </a:lnTo>
                <a:close/>
                <a:moveTo>
                  <a:pt x="1144920" y="977719"/>
                </a:moveTo>
                <a:lnTo>
                  <a:pt x="1157789" y="980896"/>
                </a:lnTo>
                <a:lnTo>
                  <a:pt x="1192077" y="985492"/>
                </a:lnTo>
                <a:lnTo>
                  <a:pt x="1210206" y="993125"/>
                </a:lnTo>
                <a:lnTo>
                  <a:pt x="1192077" y="985491"/>
                </a:lnTo>
                <a:lnTo>
                  <a:pt x="1157789" y="980895"/>
                </a:lnTo>
                <a:close/>
                <a:moveTo>
                  <a:pt x="1702392" y="970783"/>
                </a:moveTo>
                <a:lnTo>
                  <a:pt x="1736235" y="991927"/>
                </a:lnTo>
                <a:lnTo>
                  <a:pt x="1702393" y="970783"/>
                </a:lnTo>
                <a:close/>
                <a:moveTo>
                  <a:pt x="754344" y="966186"/>
                </a:moveTo>
                <a:lnTo>
                  <a:pt x="772156" y="970324"/>
                </a:lnTo>
                <a:lnTo>
                  <a:pt x="806000" y="972162"/>
                </a:lnTo>
                <a:lnTo>
                  <a:pt x="772156" y="970323"/>
                </a:lnTo>
                <a:close/>
                <a:moveTo>
                  <a:pt x="668847" y="962050"/>
                </a:moveTo>
                <a:lnTo>
                  <a:pt x="666621" y="975379"/>
                </a:lnTo>
                <a:lnTo>
                  <a:pt x="661723" y="976758"/>
                </a:lnTo>
                <a:lnTo>
                  <a:pt x="661724" y="976759"/>
                </a:lnTo>
                <a:lnTo>
                  <a:pt x="666621" y="975380"/>
                </a:lnTo>
                <a:close/>
                <a:moveTo>
                  <a:pt x="2763549" y="960671"/>
                </a:moveTo>
                <a:lnTo>
                  <a:pt x="2764399" y="961641"/>
                </a:lnTo>
                <a:lnTo>
                  <a:pt x="2763549" y="960671"/>
                </a:lnTo>
                <a:close/>
                <a:moveTo>
                  <a:pt x="732079" y="942744"/>
                </a:moveTo>
                <a:lnTo>
                  <a:pt x="725400" y="949179"/>
                </a:lnTo>
                <a:lnTo>
                  <a:pt x="725401" y="949180"/>
                </a:lnTo>
                <a:lnTo>
                  <a:pt x="732080" y="942745"/>
                </a:lnTo>
                <a:lnTo>
                  <a:pt x="737868" y="945962"/>
                </a:lnTo>
                <a:lnTo>
                  <a:pt x="737868" y="945961"/>
                </a:lnTo>
                <a:close/>
                <a:moveTo>
                  <a:pt x="711595" y="940445"/>
                </a:moveTo>
                <a:lnTo>
                  <a:pt x="711596" y="940447"/>
                </a:lnTo>
                <a:lnTo>
                  <a:pt x="719385" y="945374"/>
                </a:lnTo>
                <a:close/>
                <a:moveTo>
                  <a:pt x="661723" y="937688"/>
                </a:moveTo>
                <a:lnTo>
                  <a:pt x="656824" y="950558"/>
                </a:lnTo>
                <a:lnTo>
                  <a:pt x="656824" y="950559"/>
                </a:lnTo>
                <a:close/>
                <a:moveTo>
                  <a:pt x="3188367" y="934930"/>
                </a:moveTo>
                <a:lnTo>
                  <a:pt x="3209296" y="959752"/>
                </a:lnTo>
                <a:lnTo>
                  <a:pt x="3226663" y="994225"/>
                </a:lnTo>
                <a:lnTo>
                  <a:pt x="3209296" y="959751"/>
                </a:lnTo>
                <a:close/>
                <a:moveTo>
                  <a:pt x="606950" y="927116"/>
                </a:moveTo>
                <a:lnTo>
                  <a:pt x="596708" y="927576"/>
                </a:lnTo>
                <a:lnTo>
                  <a:pt x="592255" y="934010"/>
                </a:lnTo>
                <a:lnTo>
                  <a:pt x="592256" y="934011"/>
                </a:lnTo>
                <a:lnTo>
                  <a:pt x="596709" y="927576"/>
                </a:lnTo>
                <a:close/>
                <a:moveTo>
                  <a:pt x="656453" y="922331"/>
                </a:moveTo>
                <a:lnTo>
                  <a:pt x="660831" y="927116"/>
                </a:lnTo>
                <a:lnTo>
                  <a:pt x="653262" y="938147"/>
                </a:lnTo>
                <a:lnTo>
                  <a:pt x="660832" y="927116"/>
                </a:lnTo>
                <a:close/>
                <a:moveTo>
                  <a:pt x="694229" y="922060"/>
                </a:moveTo>
                <a:lnTo>
                  <a:pt x="694229" y="922061"/>
                </a:lnTo>
                <a:lnTo>
                  <a:pt x="705935" y="927346"/>
                </a:lnTo>
                <a:close/>
                <a:moveTo>
                  <a:pt x="880809" y="920221"/>
                </a:moveTo>
                <a:lnTo>
                  <a:pt x="870568" y="925276"/>
                </a:lnTo>
                <a:lnTo>
                  <a:pt x="870569" y="925277"/>
                </a:lnTo>
                <a:lnTo>
                  <a:pt x="880810" y="920221"/>
                </a:lnTo>
                <a:close/>
                <a:moveTo>
                  <a:pt x="3424822" y="917923"/>
                </a:moveTo>
                <a:lnTo>
                  <a:pt x="3471579" y="948260"/>
                </a:lnTo>
                <a:lnTo>
                  <a:pt x="3495179" y="957913"/>
                </a:lnTo>
                <a:lnTo>
                  <a:pt x="3515218" y="963888"/>
                </a:lnTo>
                <a:lnTo>
                  <a:pt x="3523233" y="951937"/>
                </a:lnTo>
                <a:lnTo>
                  <a:pt x="3549951" y="984573"/>
                </a:lnTo>
                <a:lnTo>
                  <a:pt x="3521452" y="992387"/>
                </a:lnTo>
                <a:lnTo>
                  <a:pt x="3519671" y="1021345"/>
                </a:lnTo>
                <a:lnTo>
                  <a:pt x="3471134" y="1001580"/>
                </a:lnTo>
                <a:lnTo>
                  <a:pt x="3478258" y="1033296"/>
                </a:lnTo>
                <a:lnTo>
                  <a:pt x="3452876" y="1033755"/>
                </a:lnTo>
                <a:lnTo>
                  <a:pt x="3431947" y="1004797"/>
                </a:lnTo>
                <a:lnTo>
                  <a:pt x="3429275" y="982274"/>
                </a:lnTo>
                <a:lnTo>
                  <a:pt x="3452431" y="980895"/>
                </a:lnTo>
                <a:lnTo>
                  <a:pt x="3432837" y="940446"/>
                </a:lnTo>
                <a:close/>
                <a:moveTo>
                  <a:pt x="1542084" y="917004"/>
                </a:moveTo>
                <a:lnTo>
                  <a:pt x="1546981" y="919302"/>
                </a:lnTo>
                <a:lnTo>
                  <a:pt x="1587950" y="939987"/>
                </a:lnTo>
                <a:lnTo>
                  <a:pt x="1546982" y="919302"/>
                </a:lnTo>
                <a:close/>
                <a:moveTo>
                  <a:pt x="568209" y="912867"/>
                </a:moveTo>
                <a:lnTo>
                  <a:pt x="568208" y="912868"/>
                </a:lnTo>
                <a:lnTo>
                  <a:pt x="568653" y="920681"/>
                </a:lnTo>
                <a:lnTo>
                  <a:pt x="568654" y="920681"/>
                </a:lnTo>
                <a:close/>
                <a:moveTo>
                  <a:pt x="2836133" y="912866"/>
                </a:moveTo>
                <a:lnTo>
                  <a:pt x="2807634" y="923898"/>
                </a:lnTo>
                <a:lnTo>
                  <a:pt x="2793383" y="939526"/>
                </a:lnTo>
                <a:lnTo>
                  <a:pt x="2767111" y="933550"/>
                </a:lnTo>
                <a:lnTo>
                  <a:pt x="2752861" y="930793"/>
                </a:lnTo>
                <a:lnTo>
                  <a:pt x="2750635" y="949638"/>
                </a:lnTo>
                <a:lnTo>
                  <a:pt x="2750635" y="949638"/>
                </a:lnTo>
                <a:lnTo>
                  <a:pt x="2752862" y="930794"/>
                </a:lnTo>
                <a:lnTo>
                  <a:pt x="2767111" y="933552"/>
                </a:lnTo>
                <a:lnTo>
                  <a:pt x="2793384" y="939527"/>
                </a:lnTo>
                <a:lnTo>
                  <a:pt x="2807634" y="923899"/>
                </a:lnTo>
                <a:lnTo>
                  <a:pt x="2836133" y="912868"/>
                </a:lnTo>
                <a:close/>
                <a:moveTo>
                  <a:pt x="874576" y="889885"/>
                </a:moveTo>
                <a:lnTo>
                  <a:pt x="877247" y="894021"/>
                </a:lnTo>
                <a:lnTo>
                  <a:pt x="877249" y="894021"/>
                </a:lnTo>
                <a:lnTo>
                  <a:pt x="874577" y="889885"/>
                </a:lnTo>
                <a:close/>
                <a:moveTo>
                  <a:pt x="581567" y="885288"/>
                </a:moveTo>
                <a:lnTo>
                  <a:pt x="561974" y="885747"/>
                </a:lnTo>
                <a:lnTo>
                  <a:pt x="561974" y="885748"/>
                </a:lnTo>
                <a:lnTo>
                  <a:pt x="581567" y="885289"/>
                </a:lnTo>
                <a:close/>
                <a:moveTo>
                  <a:pt x="2883335" y="881610"/>
                </a:moveTo>
                <a:lnTo>
                  <a:pt x="2853054" y="885287"/>
                </a:lnTo>
                <a:lnTo>
                  <a:pt x="2841922" y="893561"/>
                </a:lnTo>
                <a:lnTo>
                  <a:pt x="2837644" y="907827"/>
                </a:lnTo>
                <a:lnTo>
                  <a:pt x="2841922" y="893562"/>
                </a:lnTo>
                <a:lnTo>
                  <a:pt x="2853055" y="885289"/>
                </a:lnTo>
                <a:lnTo>
                  <a:pt x="2883335" y="881611"/>
                </a:lnTo>
                <a:lnTo>
                  <a:pt x="2902928" y="884829"/>
                </a:lnTo>
                <a:lnTo>
                  <a:pt x="2902928" y="884828"/>
                </a:lnTo>
                <a:close/>
                <a:moveTo>
                  <a:pt x="852311" y="881610"/>
                </a:moveTo>
                <a:lnTo>
                  <a:pt x="852311" y="881611"/>
                </a:lnTo>
                <a:lnTo>
                  <a:pt x="854984" y="894022"/>
                </a:lnTo>
                <a:lnTo>
                  <a:pt x="854092" y="906432"/>
                </a:lnTo>
                <a:lnTo>
                  <a:pt x="859882" y="919761"/>
                </a:lnTo>
                <a:lnTo>
                  <a:pt x="854093" y="906432"/>
                </a:lnTo>
                <a:lnTo>
                  <a:pt x="854984" y="894022"/>
                </a:lnTo>
                <a:lnTo>
                  <a:pt x="854984" y="894022"/>
                </a:lnTo>
                <a:lnTo>
                  <a:pt x="854984" y="894021"/>
                </a:lnTo>
                <a:close/>
                <a:moveTo>
                  <a:pt x="585576" y="880232"/>
                </a:moveTo>
                <a:lnTo>
                  <a:pt x="589136" y="880692"/>
                </a:lnTo>
                <a:lnTo>
                  <a:pt x="594480" y="890344"/>
                </a:lnTo>
                <a:lnTo>
                  <a:pt x="577114" y="898158"/>
                </a:lnTo>
                <a:lnTo>
                  <a:pt x="575777" y="909650"/>
                </a:lnTo>
                <a:lnTo>
                  <a:pt x="573336" y="910687"/>
                </a:lnTo>
                <a:lnTo>
                  <a:pt x="575777" y="909650"/>
                </a:lnTo>
                <a:lnTo>
                  <a:pt x="575777" y="909650"/>
                </a:lnTo>
                <a:lnTo>
                  <a:pt x="575779" y="909649"/>
                </a:lnTo>
                <a:lnTo>
                  <a:pt x="577115" y="898158"/>
                </a:lnTo>
                <a:lnTo>
                  <a:pt x="594481" y="890344"/>
                </a:lnTo>
                <a:lnTo>
                  <a:pt x="601606" y="894021"/>
                </a:lnTo>
                <a:lnTo>
                  <a:pt x="619419" y="906432"/>
                </a:lnTo>
                <a:lnTo>
                  <a:pt x="638566" y="911948"/>
                </a:lnTo>
                <a:lnTo>
                  <a:pt x="646582" y="907351"/>
                </a:lnTo>
                <a:lnTo>
                  <a:pt x="646583" y="907352"/>
                </a:lnTo>
                <a:lnTo>
                  <a:pt x="646582" y="907352"/>
                </a:lnTo>
                <a:lnTo>
                  <a:pt x="653261" y="918842"/>
                </a:lnTo>
                <a:lnTo>
                  <a:pt x="646583" y="907352"/>
                </a:lnTo>
                <a:lnTo>
                  <a:pt x="663058" y="899997"/>
                </a:lnTo>
                <a:lnTo>
                  <a:pt x="677308" y="901376"/>
                </a:lnTo>
                <a:lnTo>
                  <a:pt x="677307" y="901375"/>
                </a:lnTo>
                <a:lnTo>
                  <a:pt x="663058" y="899996"/>
                </a:lnTo>
                <a:lnTo>
                  <a:pt x="646582" y="907351"/>
                </a:lnTo>
                <a:lnTo>
                  <a:pt x="638567" y="911947"/>
                </a:lnTo>
                <a:lnTo>
                  <a:pt x="619419" y="906431"/>
                </a:lnTo>
                <a:lnTo>
                  <a:pt x="601607" y="894021"/>
                </a:lnTo>
                <a:lnTo>
                  <a:pt x="594482" y="890344"/>
                </a:lnTo>
                <a:lnTo>
                  <a:pt x="589138" y="880691"/>
                </a:lnTo>
                <a:close/>
                <a:moveTo>
                  <a:pt x="1311072" y="875458"/>
                </a:moveTo>
                <a:lnTo>
                  <a:pt x="1311863" y="888506"/>
                </a:lnTo>
                <a:lnTo>
                  <a:pt x="1311863" y="888505"/>
                </a:lnTo>
                <a:close/>
                <a:moveTo>
                  <a:pt x="494289" y="872878"/>
                </a:moveTo>
                <a:lnTo>
                  <a:pt x="500077" y="882530"/>
                </a:lnTo>
                <a:lnTo>
                  <a:pt x="532584" y="890344"/>
                </a:lnTo>
                <a:lnTo>
                  <a:pt x="551286" y="892643"/>
                </a:lnTo>
                <a:lnTo>
                  <a:pt x="551287" y="892642"/>
                </a:lnTo>
                <a:lnTo>
                  <a:pt x="532585" y="890344"/>
                </a:lnTo>
                <a:lnTo>
                  <a:pt x="500078" y="882530"/>
                </a:lnTo>
                <a:close/>
                <a:moveTo>
                  <a:pt x="3216866" y="870119"/>
                </a:moveTo>
                <a:lnTo>
                  <a:pt x="3216866" y="870120"/>
                </a:lnTo>
                <a:lnTo>
                  <a:pt x="3229335" y="901376"/>
                </a:lnTo>
                <a:lnTo>
                  <a:pt x="3232006" y="929874"/>
                </a:lnTo>
                <a:lnTo>
                  <a:pt x="3229335" y="901375"/>
                </a:lnTo>
                <a:close/>
                <a:moveTo>
                  <a:pt x="2078228" y="866443"/>
                </a:moveTo>
                <a:lnTo>
                  <a:pt x="2082681" y="918383"/>
                </a:lnTo>
                <a:lnTo>
                  <a:pt x="2073775" y="924818"/>
                </a:lnTo>
                <a:lnTo>
                  <a:pt x="2033252" y="936309"/>
                </a:lnTo>
                <a:lnTo>
                  <a:pt x="2072438" y="986871"/>
                </a:lnTo>
                <a:lnTo>
                  <a:pt x="2064333" y="991488"/>
                </a:lnTo>
                <a:lnTo>
                  <a:pt x="2072440" y="986871"/>
                </a:lnTo>
                <a:lnTo>
                  <a:pt x="2033253" y="936309"/>
                </a:lnTo>
                <a:lnTo>
                  <a:pt x="2073776" y="924818"/>
                </a:lnTo>
                <a:lnTo>
                  <a:pt x="2082682" y="918383"/>
                </a:lnTo>
                <a:lnTo>
                  <a:pt x="2078229" y="866443"/>
                </a:lnTo>
                <a:close/>
                <a:moveTo>
                  <a:pt x="2880180" y="862614"/>
                </a:moveTo>
                <a:lnTo>
                  <a:pt x="2899365" y="874716"/>
                </a:lnTo>
                <a:lnTo>
                  <a:pt x="2902344" y="883171"/>
                </a:lnTo>
                <a:lnTo>
                  <a:pt x="2899366" y="874716"/>
                </a:lnTo>
                <a:close/>
                <a:moveTo>
                  <a:pt x="373164" y="860467"/>
                </a:moveTo>
                <a:lnTo>
                  <a:pt x="374055" y="867822"/>
                </a:lnTo>
                <a:lnTo>
                  <a:pt x="358024" y="883910"/>
                </a:lnTo>
                <a:lnTo>
                  <a:pt x="358024" y="897239"/>
                </a:lnTo>
                <a:lnTo>
                  <a:pt x="358026" y="897238"/>
                </a:lnTo>
                <a:lnTo>
                  <a:pt x="358026" y="883909"/>
                </a:lnTo>
                <a:lnTo>
                  <a:pt x="374057" y="867821"/>
                </a:lnTo>
                <a:lnTo>
                  <a:pt x="373166" y="860468"/>
                </a:lnTo>
                <a:close/>
                <a:moveTo>
                  <a:pt x="443079" y="859547"/>
                </a:moveTo>
                <a:lnTo>
                  <a:pt x="436845" y="860926"/>
                </a:lnTo>
                <a:lnTo>
                  <a:pt x="436844" y="860926"/>
                </a:lnTo>
                <a:lnTo>
                  <a:pt x="437735" y="865983"/>
                </a:lnTo>
                <a:lnTo>
                  <a:pt x="436845" y="860927"/>
                </a:lnTo>
                <a:lnTo>
                  <a:pt x="443079" y="859548"/>
                </a:lnTo>
                <a:lnTo>
                  <a:pt x="453553" y="866355"/>
                </a:lnTo>
                <a:close/>
                <a:moveTo>
                  <a:pt x="492952" y="855870"/>
                </a:moveTo>
                <a:lnTo>
                  <a:pt x="477367" y="860926"/>
                </a:lnTo>
                <a:lnTo>
                  <a:pt x="457774" y="859547"/>
                </a:lnTo>
                <a:lnTo>
                  <a:pt x="455101" y="867361"/>
                </a:lnTo>
                <a:lnTo>
                  <a:pt x="455102" y="867361"/>
                </a:lnTo>
                <a:lnTo>
                  <a:pt x="457774" y="859548"/>
                </a:lnTo>
                <a:lnTo>
                  <a:pt x="477367" y="860927"/>
                </a:lnTo>
                <a:lnTo>
                  <a:pt x="492953" y="855870"/>
                </a:lnTo>
                <a:close/>
                <a:moveTo>
                  <a:pt x="586466" y="855411"/>
                </a:moveTo>
                <a:lnTo>
                  <a:pt x="591365" y="861846"/>
                </a:lnTo>
                <a:lnTo>
                  <a:pt x="586468" y="855411"/>
                </a:lnTo>
                <a:close/>
                <a:moveTo>
                  <a:pt x="827382" y="851281"/>
                </a:moveTo>
                <a:lnTo>
                  <a:pt x="828265" y="852192"/>
                </a:lnTo>
                <a:lnTo>
                  <a:pt x="837171" y="864144"/>
                </a:lnTo>
                <a:lnTo>
                  <a:pt x="841796" y="869479"/>
                </a:lnTo>
                <a:lnTo>
                  <a:pt x="837172" y="864145"/>
                </a:lnTo>
                <a:lnTo>
                  <a:pt x="828266" y="852193"/>
                </a:lnTo>
                <a:close/>
                <a:moveTo>
                  <a:pt x="783288" y="850354"/>
                </a:moveTo>
                <a:lnTo>
                  <a:pt x="776164" y="854950"/>
                </a:lnTo>
                <a:lnTo>
                  <a:pt x="776164" y="854951"/>
                </a:lnTo>
                <a:lnTo>
                  <a:pt x="783289" y="850354"/>
                </a:lnTo>
                <a:close/>
                <a:moveTo>
                  <a:pt x="639901" y="844839"/>
                </a:moveTo>
                <a:lnTo>
                  <a:pt x="638565" y="850814"/>
                </a:lnTo>
                <a:lnTo>
                  <a:pt x="638567" y="850814"/>
                </a:lnTo>
                <a:lnTo>
                  <a:pt x="639903" y="844839"/>
                </a:lnTo>
                <a:close/>
                <a:moveTo>
                  <a:pt x="736531" y="844379"/>
                </a:moveTo>
                <a:lnTo>
                  <a:pt x="727627" y="850812"/>
                </a:lnTo>
                <a:lnTo>
                  <a:pt x="727627" y="850813"/>
                </a:lnTo>
                <a:close/>
                <a:moveTo>
                  <a:pt x="599825" y="843460"/>
                </a:moveTo>
                <a:lnTo>
                  <a:pt x="599427" y="848806"/>
                </a:lnTo>
                <a:lnTo>
                  <a:pt x="599826" y="843461"/>
                </a:lnTo>
                <a:close/>
                <a:moveTo>
                  <a:pt x="850084" y="842540"/>
                </a:moveTo>
                <a:lnTo>
                  <a:pt x="858989" y="843919"/>
                </a:lnTo>
                <a:lnTo>
                  <a:pt x="858990" y="843919"/>
                </a:lnTo>
                <a:lnTo>
                  <a:pt x="850085" y="842540"/>
                </a:lnTo>
                <a:close/>
                <a:moveTo>
                  <a:pt x="803772" y="840701"/>
                </a:moveTo>
                <a:lnTo>
                  <a:pt x="799319" y="847596"/>
                </a:lnTo>
                <a:lnTo>
                  <a:pt x="791163" y="848999"/>
                </a:lnTo>
                <a:lnTo>
                  <a:pt x="799321" y="847596"/>
                </a:lnTo>
                <a:lnTo>
                  <a:pt x="803774" y="840701"/>
                </a:lnTo>
                <a:close/>
                <a:moveTo>
                  <a:pt x="658604" y="839782"/>
                </a:moveTo>
                <a:lnTo>
                  <a:pt x="651156" y="842791"/>
                </a:lnTo>
                <a:lnTo>
                  <a:pt x="658604" y="839783"/>
                </a:lnTo>
                <a:close/>
                <a:moveTo>
                  <a:pt x="2122313" y="834267"/>
                </a:moveTo>
                <a:lnTo>
                  <a:pt x="2133445" y="862765"/>
                </a:lnTo>
                <a:lnTo>
                  <a:pt x="2126322" y="876096"/>
                </a:lnTo>
                <a:lnTo>
                  <a:pt x="2133446" y="862765"/>
                </a:lnTo>
                <a:close/>
                <a:moveTo>
                  <a:pt x="832271" y="833807"/>
                </a:moveTo>
                <a:lnTo>
                  <a:pt x="818021" y="836565"/>
                </a:lnTo>
                <a:lnTo>
                  <a:pt x="813124" y="840701"/>
                </a:lnTo>
                <a:lnTo>
                  <a:pt x="813125" y="840701"/>
                </a:lnTo>
                <a:lnTo>
                  <a:pt x="813126" y="840702"/>
                </a:lnTo>
                <a:lnTo>
                  <a:pt x="818023" y="836565"/>
                </a:lnTo>
                <a:lnTo>
                  <a:pt x="832272" y="833807"/>
                </a:lnTo>
                <a:close/>
                <a:moveTo>
                  <a:pt x="675970" y="831049"/>
                </a:moveTo>
                <a:lnTo>
                  <a:pt x="671518" y="837944"/>
                </a:lnTo>
                <a:lnTo>
                  <a:pt x="671519" y="837943"/>
                </a:lnTo>
                <a:lnTo>
                  <a:pt x="675971" y="831049"/>
                </a:lnTo>
                <a:close/>
                <a:moveTo>
                  <a:pt x="683095" y="829210"/>
                </a:moveTo>
                <a:lnTo>
                  <a:pt x="681899" y="829519"/>
                </a:lnTo>
                <a:lnTo>
                  <a:pt x="683096" y="829210"/>
                </a:lnTo>
                <a:close/>
                <a:moveTo>
                  <a:pt x="616594" y="821800"/>
                </a:moveTo>
                <a:lnTo>
                  <a:pt x="610513" y="824153"/>
                </a:lnTo>
                <a:lnTo>
                  <a:pt x="600716" y="823694"/>
                </a:lnTo>
                <a:lnTo>
                  <a:pt x="600716" y="823695"/>
                </a:lnTo>
                <a:lnTo>
                  <a:pt x="610511" y="824155"/>
                </a:lnTo>
                <a:close/>
                <a:moveTo>
                  <a:pt x="622089" y="817259"/>
                </a:moveTo>
                <a:lnTo>
                  <a:pt x="618082" y="818638"/>
                </a:lnTo>
                <a:lnTo>
                  <a:pt x="618082" y="818639"/>
                </a:lnTo>
                <a:lnTo>
                  <a:pt x="622089" y="817260"/>
                </a:lnTo>
                <a:close/>
                <a:moveTo>
                  <a:pt x="559303" y="817258"/>
                </a:moveTo>
                <a:lnTo>
                  <a:pt x="551733" y="819557"/>
                </a:lnTo>
                <a:lnTo>
                  <a:pt x="551732" y="819558"/>
                </a:lnTo>
                <a:lnTo>
                  <a:pt x="559303" y="817260"/>
                </a:lnTo>
                <a:lnTo>
                  <a:pt x="577115" y="825993"/>
                </a:lnTo>
                <a:lnTo>
                  <a:pt x="587357" y="824615"/>
                </a:lnTo>
                <a:lnTo>
                  <a:pt x="598043" y="830130"/>
                </a:lnTo>
                <a:lnTo>
                  <a:pt x="598043" y="830129"/>
                </a:lnTo>
                <a:lnTo>
                  <a:pt x="587357" y="824613"/>
                </a:lnTo>
                <a:lnTo>
                  <a:pt x="577115" y="825992"/>
                </a:lnTo>
                <a:close/>
                <a:moveTo>
                  <a:pt x="1259762" y="814042"/>
                </a:moveTo>
                <a:lnTo>
                  <a:pt x="1252192" y="836105"/>
                </a:lnTo>
                <a:lnTo>
                  <a:pt x="1252193" y="836105"/>
                </a:lnTo>
                <a:close/>
                <a:moveTo>
                  <a:pt x="627879" y="809445"/>
                </a:moveTo>
                <a:lnTo>
                  <a:pt x="624166" y="810490"/>
                </a:lnTo>
                <a:lnTo>
                  <a:pt x="627878" y="809446"/>
                </a:lnTo>
                <a:close/>
                <a:moveTo>
                  <a:pt x="698237" y="804848"/>
                </a:moveTo>
                <a:lnTo>
                  <a:pt x="682651" y="808985"/>
                </a:lnTo>
                <a:lnTo>
                  <a:pt x="671963" y="806227"/>
                </a:lnTo>
                <a:lnTo>
                  <a:pt x="682650" y="808986"/>
                </a:lnTo>
                <a:lnTo>
                  <a:pt x="698235" y="804849"/>
                </a:lnTo>
                <a:lnTo>
                  <a:pt x="720500" y="815880"/>
                </a:lnTo>
                <a:lnTo>
                  <a:pt x="725398" y="817718"/>
                </a:lnTo>
                <a:lnTo>
                  <a:pt x="720502" y="815880"/>
                </a:lnTo>
                <a:close/>
                <a:moveTo>
                  <a:pt x="637675" y="804389"/>
                </a:moveTo>
                <a:lnTo>
                  <a:pt x="639011" y="806227"/>
                </a:lnTo>
                <a:lnTo>
                  <a:pt x="639012" y="806227"/>
                </a:lnTo>
                <a:lnTo>
                  <a:pt x="637676" y="804389"/>
                </a:lnTo>
                <a:close/>
                <a:moveTo>
                  <a:pt x="498296" y="803010"/>
                </a:moveTo>
                <a:lnTo>
                  <a:pt x="509874" y="809905"/>
                </a:lnTo>
                <a:lnTo>
                  <a:pt x="523233" y="821856"/>
                </a:lnTo>
                <a:lnTo>
                  <a:pt x="516108" y="835186"/>
                </a:lnTo>
                <a:lnTo>
                  <a:pt x="523234" y="821857"/>
                </a:lnTo>
                <a:lnTo>
                  <a:pt x="540155" y="831510"/>
                </a:lnTo>
                <a:lnTo>
                  <a:pt x="551611" y="819684"/>
                </a:lnTo>
                <a:lnTo>
                  <a:pt x="540154" y="831508"/>
                </a:lnTo>
                <a:lnTo>
                  <a:pt x="523234" y="821855"/>
                </a:lnTo>
                <a:lnTo>
                  <a:pt x="509874" y="809904"/>
                </a:lnTo>
                <a:close/>
                <a:moveTo>
                  <a:pt x="647472" y="802090"/>
                </a:moveTo>
                <a:lnTo>
                  <a:pt x="643118" y="804219"/>
                </a:lnTo>
                <a:lnTo>
                  <a:pt x="647471" y="802091"/>
                </a:lnTo>
                <a:lnTo>
                  <a:pt x="659494" y="812203"/>
                </a:lnTo>
                <a:lnTo>
                  <a:pt x="659495" y="812203"/>
                </a:lnTo>
                <a:close/>
                <a:moveTo>
                  <a:pt x="1103461" y="801172"/>
                </a:moveTo>
                <a:lnTo>
                  <a:pt x="1105242" y="809905"/>
                </a:lnTo>
                <a:lnTo>
                  <a:pt x="1099453" y="824614"/>
                </a:lnTo>
                <a:lnTo>
                  <a:pt x="1107468" y="840701"/>
                </a:lnTo>
                <a:lnTo>
                  <a:pt x="1106132" y="850354"/>
                </a:lnTo>
                <a:lnTo>
                  <a:pt x="1084758" y="852193"/>
                </a:lnTo>
                <a:lnTo>
                  <a:pt x="1078936" y="857110"/>
                </a:lnTo>
                <a:lnTo>
                  <a:pt x="1084759" y="852193"/>
                </a:lnTo>
                <a:lnTo>
                  <a:pt x="1106132" y="850354"/>
                </a:lnTo>
                <a:lnTo>
                  <a:pt x="1107469" y="840701"/>
                </a:lnTo>
                <a:lnTo>
                  <a:pt x="1099453" y="824614"/>
                </a:lnTo>
                <a:lnTo>
                  <a:pt x="1105243" y="809905"/>
                </a:lnTo>
                <a:close/>
                <a:moveTo>
                  <a:pt x="3024940" y="796575"/>
                </a:moveTo>
                <a:lnTo>
                  <a:pt x="3024941" y="796576"/>
                </a:lnTo>
                <a:lnTo>
                  <a:pt x="3069471" y="805769"/>
                </a:lnTo>
                <a:lnTo>
                  <a:pt x="3109548" y="826453"/>
                </a:lnTo>
                <a:lnTo>
                  <a:pt x="3136266" y="853113"/>
                </a:lnTo>
                <a:lnTo>
                  <a:pt x="3170109" y="853113"/>
                </a:lnTo>
                <a:lnTo>
                  <a:pt x="3181688" y="842081"/>
                </a:lnTo>
                <a:lnTo>
                  <a:pt x="3212413" y="833348"/>
                </a:lnTo>
                <a:lnTo>
                  <a:pt x="3218202" y="859548"/>
                </a:lnTo>
                <a:lnTo>
                  <a:pt x="3218202" y="859547"/>
                </a:lnTo>
                <a:lnTo>
                  <a:pt x="3212413" y="833347"/>
                </a:lnTo>
                <a:lnTo>
                  <a:pt x="3181687" y="842080"/>
                </a:lnTo>
                <a:lnTo>
                  <a:pt x="3170109" y="853112"/>
                </a:lnTo>
                <a:lnTo>
                  <a:pt x="3136266" y="853112"/>
                </a:lnTo>
                <a:lnTo>
                  <a:pt x="3109548" y="826453"/>
                </a:lnTo>
                <a:lnTo>
                  <a:pt x="3069471" y="805768"/>
                </a:lnTo>
                <a:close/>
                <a:moveTo>
                  <a:pt x="2782000" y="794465"/>
                </a:moveTo>
                <a:lnTo>
                  <a:pt x="2784477" y="814501"/>
                </a:lnTo>
                <a:lnTo>
                  <a:pt x="2785813" y="843459"/>
                </a:lnTo>
                <a:lnTo>
                  <a:pt x="2785814" y="843460"/>
                </a:lnTo>
                <a:lnTo>
                  <a:pt x="2784478" y="814502"/>
                </a:lnTo>
                <a:close/>
                <a:moveTo>
                  <a:pt x="2834352" y="786003"/>
                </a:moveTo>
                <a:lnTo>
                  <a:pt x="2814758" y="803929"/>
                </a:lnTo>
                <a:lnTo>
                  <a:pt x="2781806" y="792898"/>
                </a:lnTo>
                <a:lnTo>
                  <a:pt x="2781806" y="792898"/>
                </a:lnTo>
                <a:lnTo>
                  <a:pt x="2814759" y="803930"/>
                </a:lnTo>
                <a:lnTo>
                  <a:pt x="2834352" y="786004"/>
                </a:lnTo>
                <a:close/>
                <a:moveTo>
                  <a:pt x="2724361" y="782785"/>
                </a:moveTo>
                <a:lnTo>
                  <a:pt x="2704768" y="803010"/>
                </a:lnTo>
                <a:lnTo>
                  <a:pt x="2704769" y="803010"/>
                </a:lnTo>
                <a:lnTo>
                  <a:pt x="2724362" y="782785"/>
                </a:lnTo>
                <a:close/>
                <a:moveTo>
                  <a:pt x="490726" y="782325"/>
                </a:moveTo>
                <a:lnTo>
                  <a:pt x="490726" y="782326"/>
                </a:lnTo>
                <a:lnTo>
                  <a:pt x="495179" y="790599"/>
                </a:lnTo>
                <a:close/>
                <a:moveTo>
                  <a:pt x="1013187" y="779973"/>
                </a:moveTo>
                <a:lnTo>
                  <a:pt x="1024197" y="783705"/>
                </a:lnTo>
                <a:lnTo>
                  <a:pt x="1024197" y="783704"/>
                </a:lnTo>
                <a:close/>
                <a:moveTo>
                  <a:pt x="1040228" y="779108"/>
                </a:moveTo>
                <a:lnTo>
                  <a:pt x="1056258" y="792438"/>
                </a:lnTo>
                <a:lnTo>
                  <a:pt x="1056259" y="792438"/>
                </a:lnTo>
                <a:close/>
                <a:moveTo>
                  <a:pt x="2369011" y="777729"/>
                </a:moveTo>
                <a:lnTo>
                  <a:pt x="2358323" y="797953"/>
                </a:lnTo>
                <a:lnTo>
                  <a:pt x="2358324" y="797953"/>
                </a:lnTo>
                <a:close/>
                <a:moveTo>
                  <a:pt x="591160" y="776912"/>
                </a:moveTo>
                <a:lnTo>
                  <a:pt x="588692" y="783704"/>
                </a:lnTo>
                <a:lnTo>
                  <a:pt x="588195" y="783466"/>
                </a:lnTo>
                <a:lnTo>
                  <a:pt x="588693" y="783705"/>
                </a:lnTo>
                <a:close/>
                <a:moveTo>
                  <a:pt x="1261543" y="776810"/>
                </a:moveTo>
                <a:lnTo>
                  <a:pt x="1251747" y="808525"/>
                </a:lnTo>
                <a:lnTo>
                  <a:pt x="1251748" y="808526"/>
                </a:lnTo>
                <a:lnTo>
                  <a:pt x="1261544" y="776811"/>
                </a:lnTo>
                <a:lnTo>
                  <a:pt x="1271762" y="783138"/>
                </a:lnTo>
                <a:lnTo>
                  <a:pt x="1288262" y="793358"/>
                </a:lnTo>
                <a:lnTo>
                  <a:pt x="1288262" y="793357"/>
                </a:lnTo>
                <a:lnTo>
                  <a:pt x="1271762" y="783138"/>
                </a:lnTo>
                <a:lnTo>
                  <a:pt x="1261544" y="776810"/>
                </a:lnTo>
                <a:lnTo>
                  <a:pt x="1261544" y="776811"/>
                </a:lnTo>
                <a:close/>
                <a:moveTo>
                  <a:pt x="560638" y="767616"/>
                </a:moveTo>
                <a:lnTo>
                  <a:pt x="560639" y="767617"/>
                </a:lnTo>
                <a:lnTo>
                  <a:pt x="577115" y="769915"/>
                </a:lnTo>
                <a:close/>
                <a:moveTo>
                  <a:pt x="2232302" y="767157"/>
                </a:moveTo>
                <a:lnTo>
                  <a:pt x="2206291" y="780355"/>
                </a:lnTo>
                <a:lnTo>
                  <a:pt x="2232303" y="767157"/>
                </a:lnTo>
                <a:close/>
                <a:moveTo>
                  <a:pt x="1528280" y="765778"/>
                </a:moveTo>
                <a:lnTo>
                  <a:pt x="1528280" y="765779"/>
                </a:lnTo>
                <a:lnTo>
                  <a:pt x="1528279" y="765779"/>
                </a:lnTo>
                <a:lnTo>
                  <a:pt x="1528203" y="765966"/>
                </a:lnTo>
                <a:lnTo>
                  <a:pt x="1528280" y="765779"/>
                </a:lnTo>
                <a:lnTo>
                  <a:pt x="1559451" y="767158"/>
                </a:lnTo>
                <a:lnTo>
                  <a:pt x="1559451" y="767157"/>
                </a:lnTo>
                <a:close/>
                <a:moveTo>
                  <a:pt x="2990704" y="763218"/>
                </a:moveTo>
                <a:lnTo>
                  <a:pt x="2997333" y="768997"/>
                </a:lnTo>
                <a:lnTo>
                  <a:pt x="2997332" y="768996"/>
                </a:lnTo>
                <a:close/>
                <a:moveTo>
                  <a:pt x="2035925" y="759343"/>
                </a:moveTo>
                <a:lnTo>
                  <a:pt x="2050620" y="764400"/>
                </a:lnTo>
                <a:lnTo>
                  <a:pt x="2068877" y="780948"/>
                </a:lnTo>
                <a:lnTo>
                  <a:pt x="2086689" y="786463"/>
                </a:lnTo>
                <a:lnTo>
                  <a:pt x="2101383" y="798874"/>
                </a:lnTo>
                <a:lnTo>
                  <a:pt x="2128101" y="794737"/>
                </a:lnTo>
                <a:lnTo>
                  <a:pt x="2147695" y="812203"/>
                </a:lnTo>
                <a:lnTo>
                  <a:pt x="2139235" y="831509"/>
                </a:lnTo>
                <a:lnTo>
                  <a:pt x="2139235" y="831509"/>
                </a:lnTo>
                <a:lnTo>
                  <a:pt x="2147696" y="812204"/>
                </a:lnTo>
                <a:lnTo>
                  <a:pt x="2155266" y="809905"/>
                </a:lnTo>
                <a:lnTo>
                  <a:pt x="2169961" y="830130"/>
                </a:lnTo>
                <a:lnTo>
                  <a:pt x="2195343" y="845298"/>
                </a:lnTo>
                <a:lnTo>
                  <a:pt x="2231858" y="855870"/>
                </a:lnTo>
                <a:lnTo>
                  <a:pt x="2257686" y="879313"/>
                </a:lnTo>
                <a:lnTo>
                  <a:pt x="2263920" y="912868"/>
                </a:lnTo>
                <a:lnTo>
                  <a:pt x="2277279" y="925737"/>
                </a:lnTo>
                <a:lnTo>
                  <a:pt x="2306223" y="930794"/>
                </a:lnTo>
                <a:lnTo>
                  <a:pt x="2338285" y="934471"/>
                </a:lnTo>
                <a:lnTo>
                  <a:pt x="2373909" y="952857"/>
                </a:lnTo>
                <a:lnTo>
                  <a:pt x="2389050" y="956075"/>
                </a:lnTo>
                <a:lnTo>
                  <a:pt x="2411315" y="982734"/>
                </a:lnTo>
                <a:lnTo>
                  <a:pt x="2432244" y="1000201"/>
                </a:lnTo>
                <a:lnTo>
                  <a:pt x="2457181" y="999281"/>
                </a:lnTo>
                <a:lnTo>
                  <a:pt x="2507500" y="1006176"/>
                </a:lnTo>
                <a:lnTo>
                  <a:pt x="2536000" y="1002040"/>
                </a:lnTo>
                <a:lnTo>
                  <a:pt x="2560936" y="1006176"/>
                </a:lnTo>
                <a:lnTo>
                  <a:pt x="2602795" y="1024103"/>
                </a:lnTo>
                <a:lnTo>
                  <a:pt x="2630403" y="1024103"/>
                </a:lnTo>
                <a:lnTo>
                  <a:pt x="2645099" y="1032836"/>
                </a:lnTo>
                <a:lnTo>
                  <a:pt x="2664692" y="1017208"/>
                </a:lnTo>
                <a:lnTo>
                  <a:pt x="2696753" y="1007096"/>
                </a:lnTo>
                <a:lnTo>
                  <a:pt x="2730596" y="1006176"/>
                </a:lnTo>
                <a:lnTo>
                  <a:pt x="2752417" y="996064"/>
                </a:lnTo>
                <a:lnTo>
                  <a:pt x="2761323" y="980436"/>
                </a:lnTo>
                <a:lnTo>
                  <a:pt x="2772010" y="970324"/>
                </a:lnTo>
                <a:lnTo>
                  <a:pt x="2772009" y="970323"/>
                </a:lnTo>
                <a:lnTo>
                  <a:pt x="2761322" y="980435"/>
                </a:lnTo>
                <a:lnTo>
                  <a:pt x="2752416" y="996063"/>
                </a:lnTo>
                <a:lnTo>
                  <a:pt x="2730596" y="1006175"/>
                </a:lnTo>
                <a:lnTo>
                  <a:pt x="2696753" y="1007094"/>
                </a:lnTo>
                <a:lnTo>
                  <a:pt x="2664691" y="1017207"/>
                </a:lnTo>
                <a:lnTo>
                  <a:pt x="2645098" y="1032835"/>
                </a:lnTo>
                <a:lnTo>
                  <a:pt x="2630403" y="1024102"/>
                </a:lnTo>
                <a:lnTo>
                  <a:pt x="2602795" y="1024102"/>
                </a:lnTo>
                <a:lnTo>
                  <a:pt x="2560936" y="1006175"/>
                </a:lnTo>
                <a:lnTo>
                  <a:pt x="2535999" y="1002039"/>
                </a:lnTo>
                <a:lnTo>
                  <a:pt x="2507500" y="1006175"/>
                </a:lnTo>
                <a:lnTo>
                  <a:pt x="2457180" y="999281"/>
                </a:lnTo>
                <a:lnTo>
                  <a:pt x="2432244" y="1000200"/>
                </a:lnTo>
                <a:lnTo>
                  <a:pt x="2411315" y="982734"/>
                </a:lnTo>
                <a:lnTo>
                  <a:pt x="2389050" y="956074"/>
                </a:lnTo>
                <a:lnTo>
                  <a:pt x="2373909" y="952856"/>
                </a:lnTo>
                <a:lnTo>
                  <a:pt x="2338285" y="934470"/>
                </a:lnTo>
                <a:lnTo>
                  <a:pt x="2306223" y="930793"/>
                </a:lnTo>
                <a:lnTo>
                  <a:pt x="2277279" y="925736"/>
                </a:lnTo>
                <a:lnTo>
                  <a:pt x="2263920" y="912866"/>
                </a:lnTo>
                <a:lnTo>
                  <a:pt x="2257686" y="879312"/>
                </a:lnTo>
                <a:lnTo>
                  <a:pt x="2231858" y="855870"/>
                </a:lnTo>
                <a:lnTo>
                  <a:pt x="2195343" y="845298"/>
                </a:lnTo>
                <a:lnTo>
                  <a:pt x="2169961" y="830129"/>
                </a:lnTo>
                <a:lnTo>
                  <a:pt x="2155266" y="809904"/>
                </a:lnTo>
                <a:lnTo>
                  <a:pt x="2155266" y="809905"/>
                </a:lnTo>
                <a:lnTo>
                  <a:pt x="2147695" y="812203"/>
                </a:lnTo>
                <a:lnTo>
                  <a:pt x="2128102" y="794736"/>
                </a:lnTo>
                <a:lnTo>
                  <a:pt x="2101384" y="798873"/>
                </a:lnTo>
                <a:lnTo>
                  <a:pt x="2086689" y="786462"/>
                </a:lnTo>
                <a:lnTo>
                  <a:pt x="2068877" y="780946"/>
                </a:lnTo>
                <a:lnTo>
                  <a:pt x="2050620" y="764399"/>
                </a:lnTo>
                <a:close/>
                <a:moveTo>
                  <a:pt x="983674" y="755666"/>
                </a:moveTo>
                <a:lnTo>
                  <a:pt x="993916" y="768076"/>
                </a:lnTo>
                <a:lnTo>
                  <a:pt x="994362" y="773592"/>
                </a:lnTo>
                <a:lnTo>
                  <a:pt x="993917" y="768076"/>
                </a:lnTo>
                <a:close/>
                <a:moveTo>
                  <a:pt x="542870" y="747293"/>
                </a:moveTo>
                <a:lnTo>
                  <a:pt x="549505" y="758424"/>
                </a:lnTo>
                <a:lnTo>
                  <a:pt x="545855" y="759452"/>
                </a:lnTo>
                <a:lnTo>
                  <a:pt x="549506" y="758424"/>
                </a:lnTo>
                <a:lnTo>
                  <a:pt x="549505" y="758423"/>
                </a:lnTo>
                <a:close/>
                <a:moveTo>
                  <a:pt x="834944" y="745094"/>
                </a:moveTo>
                <a:lnTo>
                  <a:pt x="843404" y="749231"/>
                </a:lnTo>
                <a:lnTo>
                  <a:pt x="843405" y="749230"/>
                </a:lnTo>
                <a:lnTo>
                  <a:pt x="834946" y="745094"/>
                </a:lnTo>
                <a:close/>
                <a:moveTo>
                  <a:pt x="2825046" y="744806"/>
                </a:moveTo>
                <a:lnTo>
                  <a:pt x="2825891" y="773132"/>
                </a:lnTo>
                <a:lnTo>
                  <a:pt x="2825892" y="773133"/>
                </a:lnTo>
                <a:close/>
                <a:moveTo>
                  <a:pt x="850976" y="744175"/>
                </a:moveTo>
                <a:lnTo>
                  <a:pt x="857654" y="751069"/>
                </a:lnTo>
                <a:lnTo>
                  <a:pt x="857655" y="751069"/>
                </a:lnTo>
                <a:close/>
                <a:moveTo>
                  <a:pt x="1355502" y="740957"/>
                </a:moveTo>
                <a:lnTo>
                  <a:pt x="1321659" y="741876"/>
                </a:lnTo>
                <a:lnTo>
                  <a:pt x="1285590" y="772673"/>
                </a:lnTo>
                <a:lnTo>
                  <a:pt x="1321660" y="741877"/>
                </a:lnTo>
                <a:lnTo>
                  <a:pt x="1355502" y="740957"/>
                </a:lnTo>
                <a:lnTo>
                  <a:pt x="1408938" y="760723"/>
                </a:lnTo>
                <a:lnTo>
                  <a:pt x="1438329" y="772214"/>
                </a:lnTo>
                <a:lnTo>
                  <a:pt x="1457922" y="760263"/>
                </a:lnTo>
                <a:lnTo>
                  <a:pt x="1492210" y="759803"/>
                </a:lnTo>
                <a:lnTo>
                  <a:pt x="1457921" y="760262"/>
                </a:lnTo>
                <a:lnTo>
                  <a:pt x="1438329" y="772213"/>
                </a:lnTo>
                <a:lnTo>
                  <a:pt x="1408938" y="760722"/>
                </a:lnTo>
                <a:close/>
                <a:moveTo>
                  <a:pt x="966753" y="739578"/>
                </a:moveTo>
                <a:lnTo>
                  <a:pt x="962745" y="745553"/>
                </a:lnTo>
                <a:lnTo>
                  <a:pt x="966307" y="754286"/>
                </a:lnTo>
                <a:lnTo>
                  <a:pt x="966309" y="754286"/>
                </a:lnTo>
                <a:lnTo>
                  <a:pt x="962746" y="745553"/>
                </a:lnTo>
                <a:close/>
                <a:moveTo>
                  <a:pt x="352237" y="737280"/>
                </a:moveTo>
                <a:lnTo>
                  <a:pt x="357135" y="767157"/>
                </a:lnTo>
                <a:lnTo>
                  <a:pt x="357135" y="767156"/>
                </a:lnTo>
                <a:close/>
                <a:moveTo>
                  <a:pt x="770374" y="735441"/>
                </a:moveTo>
                <a:lnTo>
                  <a:pt x="767462" y="735599"/>
                </a:lnTo>
                <a:lnTo>
                  <a:pt x="770375" y="735441"/>
                </a:lnTo>
                <a:lnTo>
                  <a:pt x="792194" y="737739"/>
                </a:lnTo>
                <a:lnTo>
                  <a:pt x="817577" y="744634"/>
                </a:lnTo>
                <a:lnTo>
                  <a:pt x="824517" y="744818"/>
                </a:lnTo>
                <a:lnTo>
                  <a:pt x="817578" y="744634"/>
                </a:lnTo>
                <a:lnTo>
                  <a:pt x="792195" y="737739"/>
                </a:lnTo>
                <a:lnTo>
                  <a:pt x="770377" y="735441"/>
                </a:lnTo>
                <a:lnTo>
                  <a:pt x="770375" y="735441"/>
                </a:lnTo>
                <a:close/>
                <a:moveTo>
                  <a:pt x="2830789" y="734063"/>
                </a:moveTo>
                <a:lnTo>
                  <a:pt x="2825000" y="743255"/>
                </a:lnTo>
                <a:lnTo>
                  <a:pt x="2825000" y="743256"/>
                </a:lnTo>
                <a:lnTo>
                  <a:pt x="2830789" y="734063"/>
                </a:lnTo>
                <a:close/>
                <a:moveTo>
                  <a:pt x="370494" y="726708"/>
                </a:moveTo>
                <a:lnTo>
                  <a:pt x="365150" y="737280"/>
                </a:lnTo>
                <a:lnTo>
                  <a:pt x="365151" y="737280"/>
                </a:lnTo>
                <a:close/>
                <a:moveTo>
                  <a:pt x="1534069" y="720273"/>
                </a:moveTo>
                <a:lnTo>
                  <a:pt x="1518483" y="734062"/>
                </a:lnTo>
                <a:lnTo>
                  <a:pt x="1518484" y="734062"/>
                </a:lnTo>
                <a:close/>
                <a:moveTo>
                  <a:pt x="721838" y="719353"/>
                </a:moveTo>
                <a:lnTo>
                  <a:pt x="730299" y="732224"/>
                </a:lnTo>
                <a:lnTo>
                  <a:pt x="730628" y="734122"/>
                </a:lnTo>
                <a:lnTo>
                  <a:pt x="732525" y="745093"/>
                </a:lnTo>
                <a:lnTo>
                  <a:pt x="732526" y="745093"/>
                </a:lnTo>
                <a:lnTo>
                  <a:pt x="730628" y="734122"/>
                </a:lnTo>
                <a:lnTo>
                  <a:pt x="730299" y="732223"/>
                </a:lnTo>
                <a:close/>
                <a:moveTo>
                  <a:pt x="2935815" y="718709"/>
                </a:moveTo>
                <a:lnTo>
                  <a:pt x="2960372" y="739119"/>
                </a:lnTo>
                <a:lnTo>
                  <a:pt x="2977157" y="751429"/>
                </a:lnTo>
                <a:lnTo>
                  <a:pt x="2960372" y="739119"/>
                </a:lnTo>
                <a:close/>
                <a:moveTo>
                  <a:pt x="533029" y="715217"/>
                </a:moveTo>
                <a:lnTo>
                  <a:pt x="539709" y="730386"/>
                </a:lnTo>
                <a:lnTo>
                  <a:pt x="539709" y="730385"/>
                </a:lnTo>
                <a:close/>
                <a:moveTo>
                  <a:pt x="1545201" y="705564"/>
                </a:moveTo>
                <a:lnTo>
                  <a:pt x="1527389" y="712918"/>
                </a:lnTo>
                <a:lnTo>
                  <a:pt x="1527390" y="712919"/>
                </a:lnTo>
                <a:lnTo>
                  <a:pt x="1545202" y="705564"/>
                </a:lnTo>
                <a:close/>
                <a:moveTo>
                  <a:pt x="2912127" y="705338"/>
                </a:moveTo>
                <a:lnTo>
                  <a:pt x="2926084" y="710621"/>
                </a:lnTo>
                <a:lnTo>
                  <a:pt x="2926083" y="710620"/>
                </a:lnTo>
                <a:close/>
                <a:moveTo>
                  <a:pt x="896841" y="700048"/>
                </a:moveTo>
                <a:lnTo>
                  <a:pt x="914208" y="700967"/>
                </a:lnTo>
                <a:lnTo>
                  <a:pt x="896842" y="700048"/>
                </a:lnTo>
                <a:close/>
                <a:moveTo>
                  <a:pt x="2861070" y="691774"/>
                </a:moveTo>
                <a:lnTo>
                  <a:pt x="2833460" y="692694"/>
                </a:lnTo>
                <a:lnTo>
                  <a:pt x="2810751" y="697750"/>
                </a:lnTo>
                <a:lnTo>
                  <a:pt x="2810751" y="697751"/>
                </a:lnTo>
                <a:lnTo>
                  <a:pt x="2833461" y="692694"/>
                </a:lnTo>
                <a:lnTo>
                  <a:pt x="2861070" y="691775"/>
                </a:lnTo>
                <a:lnTo>
                  <a:pt x="2892146" y="698862"/>
                </a:lnTo>
                <a:close/>
                <a:moveTo>
                  <a:pt x="724955" y="691774"/>
                </a:moveTo>
                <a:lnTo>
                  <a:pt x="732525" y="702346"/>
                </a:lnTo>
                <a:lnTo>
                  <a:pt x="734306" y="713378"/>
                </a:lnTo>
                <a:lnTo>
                  <a:pt x="732526" y="702346"/>
                </a:lnTo>
                <a:close/>
                <a:moveTo>
                  <a:pt x="908378" y="685839"/>
                </a:moveTo>
                <a:lnTo>
                  <a:pt x="913763" y="687638"/>
                </a:lnTo>
                <a:lnTo>
                  <a:pt x="913872" y="687743"/>
                </a:lnTo>
                <a:lnTo>
                  <a:pt x="913763" y="687637"/>
                </a:lnTo>
                <a:close/>
                <a:moveTo>
                  <a:pt x="1847116" y="672009"/>
                </a:moveTo>
                <a:lnTo>
                  <a:pt x="1847116" y="672010"/>
                </a:lnTo>
                <a:lnTo>
                  <a:pt x="1884521" y="693614"/>
                </a:lnTo>
                <a:lnTo>
                  <a:pt x="1966012" y="765319"/>
                </a:lnTo>
                <a:lnTo>
                  <a:pt x="1884522" y="693613"/>
                </a:lnTo>
                <a:close/>
                <a:moveTo>
                  <a:pt x="3246254" y="666494"/>
                </a:moveTo>
                <a:lnTo>
                  <a:pt x="3268074" y="684880"/>
                </a:lnTo>
                <a:lnTo>
                  <a:pt x="3298799" y="711999"/>
                </a:lnTo>
                <a:lnTo>
                  <a:pt x="3321956" y="740038"/>
                </a:lnTo>
                <a:lnTo>
                  <a:pt x="3354017" y="768536"/>
                </a:lnTo>
                <a:lnTo>
                  <a:pt x="3415023" y="819098"/>
                </a:lnTo>
                <a:lnTo>
                  <a:pt x="3375392" y="809905"/>
                </a:lnTo>
                <a:lnTo>
                  <a:pt x="3391868" y="851274"/>
                </a:lnTo>
                <a:lnTo>
                  <a:pt x="3434616" y="880692"/>
                </a:lnTo>
                <a:lnTo>
                  <a:pt x="3447975" y="900916"/>
                </a:lnTo>
                <a:lnTo>
                  <a:pt x="3419031" y="883450"/>
                </a:lnTo>
                <a:lnTo>
                  <a:pt x="3419476" y="905973"/>
                </a:lnTo>
                <a:lnTo>
                  <a:pt x="3398547" y="881611"/>
                </a:lnTo>
                <a:lnTo>
                  <a:pt x="3381626" y="853572"/>
                </a:lnTo>
                <a:lnTo>
                  <a:pt x="3356688" y="822776"/>
                </a:lnTo>
                <a:lnTo>
                  <a:pt x="3346002" y="800712"/>
                </a:lnTo>
                <a:lnTo>
                  <a:pt x="3317503" y="763021"/>
                </a:lnTo>
                <a:lnTo>
                  <a:pt x="3281878" y="734982"/>
                </a:lnTo>
                <a:lnTo>
                  <a:pt x="3251598" y="696371"/>
                </a:lnTo>
                <a:lnTo>
                  <a:pt x="3260059" y="683501"/>
                </a:lnTo>
                <a:lnTo>
                  <a:pt x="3240465" y="670630"/>
                </a:lnTo>
                <a:close/>
                <a:moveTo>
                  <a:pt x="1660534" y="649487"/>
                </a:moveTo>
                <a:lnTo>
                  <a:pt x="1651855" y="651378"/>
                </a:lnTo>
                <a:lnTo>
                  <a:pt x="1611997" y="660058"/>
                </a:lnTo>
                <a:lnTo>
                  <a:pt x="1604426" y="666953"/>
                </a:lnTo>
                <a:lnTo>
                  <a:pt x="1528725" y="676606"/>
                </a:lnTo>
                <a:lnTo>
                  <a:pt x="1604426" y="666954"/>
                </a:lnTo>
                <a:lnTo>
                  <a:pt x="1611997" y="660059"/>
                </a:lnTo>
                <a:lnTo>
                  <a:pt x="1651855" y="651378"/>
                </a:lnTo>
                <a:lnTo>
                  <a:pt x="1660535" y="649487"/>
                </a:lnTo>
                <a:close/>
                <a:moveTo>
                  <a:pt x="81048" y="643971"/>
                </a:moveTo>
                <a:lnTo>
                  <a:pt x="102868" y="661438"/>
                </a:lnTo>
                <a:lnTo>
                  <a:pt x="90845" y="680283"/>
                </a:lnTo>
                <a:lnTo>
                  <a:pt x="75259" y="674767"/>
                </a:lnTo>
                <a:lnTo>
                  <a:pt x="90845" y="680284"/>
                </a:lnTo>
                <a:lnTo>
                  <a:pt x="93962" y="700508"/>
                </a:lnTo>
                <a:lnTo>
                  <a:pt x="76595" y="725789"/>
                </a:lnTo>
                <a:lnTo>
                  <a:pt x="37408" y="742337"/>
                </a:lnTo>
                <a:lnTo>
                  <a:pt x="7128" y="738199"/>
                </a:lnTo>
                <a:lnTo>
                  <a:pt x="26276" y="708782"/>
                </a:lnTo>
                <a:lnTo>
                  <a:pt x="16924" y="680284"/>
                </a:lnTo>
                <a:lnTo>
                  <a:pt x="46759" y="658220"/>
                </a:lnTo>
                <a:lnTo>
                  <a:pt x="63235" y="645350"/>
                </a:lnTo>
                <a:lnTo>
                  <a:pt x="65240" y="652704"/>
                </a:lnTo>
                <a:lnTo>
                  <a:pt x="63236" y="645350"/>
                </a:lnTo>
                <a:close/>
                <a:moveTo>
                  <a:pt x="1674339" y="637995"/>
                </a:moveTo>
                <a:lnTo>
                  <a:pt x="1663918" y="646671"/>
                </a:lnTo>
                <a:lnTo>
                  <a:pt x="1674339" y="637996"/>
                </a:lnTo>
                <a:lnTo>
                  <a:pt x="1714861" y="643971"/>
                </a:lnTo>
                <a:lnTo>
                  <a:pt x="1734455" y="672930"/>
                </a:lnTo>
                <a:lnTo>
                  <a:pt x="1753603" y="666035"/>
                </a:lnTo>
                <a:lnTo>
                  <a:pt x="1785219" y="675687"/>
                </a:lnTo>
                <a:lnTo>
                  <a:pt x="1790118" y="690856"/>
                </a:lnTo>
                <a:lnTo>
                  <a:pt x="1809710" y="689477"/>
                </a:lnTo>
                <a:lnTo>
                  <a:pt x="1850678" y="662817"/>
                </a:lnTo>
                <a:lnTo>
                  <a:pt x="1850678" y="662816"/>
                </a:lnTo>
                <a:lnTo>
                  <a:pt x="1809711" y="689476"/>
                </a:lnTo>
                <a:lnTo>
                  <a:pt x="1790118" y="690855"/>
                </a:lnTo>
                <a:lnTo>
                  <a:pt x="1785219" y="675687"/>
                </a:lnTo>
                <a:lnTo>
                  <a:pt x="1753602" y="666034"/>
                </a:lnTo>
                <a:lnTo>
                  <a:pt x="1734455" y="672928"/>
                </a:lnTo>
                <a:lnTo>
                  <a:pt x="1714861" y="643970"/>
                </a:lnTo>
                <a:close/>
                <a:moveTo>
                  <a:pt x="849194" y="626963"/>
                </a:moveTo>
                <a:lnTo>
                  <a:pt x="838507" y="630181"/>
                </a:lnTo>
                <a:lnTo>
                  <a:pt x="849194" y="626964"/>
                </a:lnTo>
                <a:lnTo>
                  <a:pt x="860863" y="630477"/>
                </a:lnTo>
                <a:close/>
                <a:moveTo>
                  <a:pt x="481375" y="617771"/>
                </a:moveTo>
                <a:lnTo>
                  <a:pt x="488945" y="632020"/>
                </a:lnTo>
                <a:lnTo>
                  <a:pt x="478257" y="654543"/>
                </a:lnTo>
                <a:lnTo>
                  <a:pt x="455102" y="638455"/>
                </a:lnTo>
                <a:lnTo>
                  <a:pt x="451094" y="626964"/>
                </a:lnTo>
                <a:close/>
                <a:moveTo>
                  <a:pt x="750668" y="617329"/>
                </a:moveTo>
                <a:lnTo>
                  <a:pt x="756126" y="618231"/>
                </a:lnTo>
                <a:lnTo>
                  <a:pt x="774070" y="628973"/>
                </a:lnTo>
                <a:lnTo>
                  <a:pt x="778391" y="631561"/>
                </a:lnTo>
                <a:lnTo>
                  <a:pt x="782844" y="643971"/>
                </a:lnTo>
                <a:lnTo>
                  <a:pt x="766813" y="653164"/>
                </a:lnTo>
                <a:lnTo>
                  <a:pt x="764586" y="668792"/>
                </a:lnTo>
                <a:lnTo>
                  <a:pt x="764587" y="668792"/>
                </a:lnTo>
                <a:lnTo>
                  <a:pt x="766813" y="653164"/>
                </a:lnTo>
                <a:lnTo>
                  <a:pt x="782845" y="643971"/>
                </a:lnTo>
                <a:lnTo>
                  <a:pt x="778392" y="631561"/>
                </a:lnTo>
                <a:lnTo>
                  <a:pt x="778391" y="631561"/>
                </a:lnTo>
                <a:lnTo>
                  <a:pt x="778391" y="631560"/>
                </a:lnTo>
                <a:lnTo>
                  <a:pt x="774070" y="628973"/>
                </a:lnTo>
                <a:lnTo>
                  <a:pt x="756127" y="618230"/>
                </a:lnTo>
                <a:close/>
                <a:moveTo>
                  <a:pt x="810899" y="616392"/>
                </a:moveTo>
                <a:lnTo>
                  <a:pt x="834498" y="623286"/>
                </a:lnTo>
                <a:lnTo>
                  <a:pt x="834499" y="623286"/>
                </a:lnTo>
                <a:close/>
                <a:moveTo>
                  <a:pt x="786435" y="580793"/>
                </a:moveTo>
                <a:lnTo>
                  <a:pt x="797094" y="586515"/>
                </a:lnTo>
                <a:lnTo>
                  <a:pt x="797094" y="586514"/>
                </a:lnTo>
                <a:close/>
                <a:moveTo>
                  <a:pt x="161648" y="548364"/>
                </a:moveTo>
                <a:lnTo>
                  <a:pt x="138938" y="578241"/>
                </a:lnTo>
                <a:lnTo>
                  <a:pt x="159867" y="574564"/>
                </a:lnTo>
                <a:lnTo>
                  <a:pt x="182577" y="574564"/>
                </a:lnTo>
                <a:lnTo>
                  <a:pt x="176788" y="597087"/>
                </a:lnTo>
                <a:lnTo>
                  <a:pt x="157640" y="621908"/>
                </a:lnTo>
                <a:lnTo>
                  <a:pt x="179460" y="623287"/>
                </a:lnTo>
                <a:lnTo>
                  <a:pt x="180796" y="626505"/>
                </a:lnTo>
                <a:lnTo>
                  <a:pt x="199498" y="659140"/>
                </a:lnTo>
                <a:lnTo>
                  <a:pt x="213748" y="663737"/>
                </a:lnTo>
                <a:lnTo>
                  <a:pt x="226662" y="695912"/>
                </a:lnTo>
                <a:lnTo>
                  <a:pt x="232896" y="706943"/>
                </a:lnTo>
                <a:lnTo>
                  <a:pt x="259169" y="712000"/>
                </a:lnTo>
                <a:lnTo>
                  <a:pt x="256497" y="730386"/>
                </a:lnTo>
                <a:lnTo>
                  <a:pt x="245810" y="738659"/>
                </a:lnTo>
                <a:lnTo>
                  <a:pt x="254271" y="753368"/>
                </a:lnTo>
                <a:lnTo>
                  <a:pt x="234678" y="768077"/>
                </a:lnTo>
                <a:lnTo>
                  <a:pt x="205733" y="767617"/>
                </a:lnTo>
                <a:lnTo>
                  <a:pt x="168327" y="775891"/>
                </a:lnTo>
                <a:lnTo>
                  <a:pt x="158531" y="769915"/>
                </a:lnTo>
                <a:lnTo>
                  <a:pt x="143836" y="783246"/>
                </a:lnTo>
                <a:lnTo>
                  <a:pt x="123797" y="780028"/>
                </a:lnTo>
                <a:lnTo>
                  <a:pt x="107766" y="791060"/>
                </a:lnTo>
                <a:lnTo>
                  <a:pt x="96634" y="785544"/>
                </a:lnTo>
                <a:lnTo>
                  <a:pt x="129140" y="755667"/>
                </a:lnTo>
                <a:lnTo>
                  <a:pt x="148734" y="749231"/>
                </a:lnTo>
                <a:lnTo>
                  <a:pt x="114891" y="744635"/>
                </a:lnTo>
                <a:lnTo>
                  <a:pt x="109102" y="733143"/>
                </a:lnTo>
                <a:lnTo>
                  <a:pt x="131812" y="724410"/>
                </a:lnTo>
                <a:lnTo>
                  <a:pt x="120680" y="709242"/>
                </a:lnTo>
                <a:lnTo>
                  <a:pt x="125133" y="690856"/>
                </a:lnTo>
                <a:lnTo>
                  <a:pt x="156750" y="693614"/>
                </a:lnTo>
                <a:lnTo>
                  <a:pt x="160312" y="677066"/>
                </a:lnTo>
                <a:lnTo>
                  <a:pt x="146508" y="660059"/>
                </a:lnTo>
                <a:lnTo>
                  <a:pt x="146062" y="659599"/>
                </a:lnTo>
                <a:lnTo>
                  <a:pt x="120680" y="654543"/>
                </a:lnTo>
                <a:lnTo>
                  <a:pt x="115781" y="647189"/>
                </a:lnTo>
                <a:lnTo>
                  <a:pt x="123797" y="634778"/>
                </a:lnTo>
                <a:lnTo>
                  <a:pt x="117117" y="626964"/>
                </a:lnTo>
                <a:lnTo>
                  <a:pt x="105540" y="640294"/>
                </a:lnTo>
                <a:lnTo>
                  <a:pt x="105094" y="613175"/>
                </a:lnTo>
                <a:lnTo>
                  <a:pt x="95298" y="599385"/>
                </a:lnTo>
                <a:lnTo>
                  <a:pt x="103758" y="570886"/>
                </a:lnTo>
                <a:lnTo>
                  <a:pt x="120680" y="548824"/>
                </a:lnTo>
                <a:lnTo>
                  <a:pt x="136711" y="550662"/>
                </a:lnTo>
                <a:close/>
                <a:moveTo>
                  <a:pt x="807780" y="416903"/>
                </a:moveTo>
                <a:lnTo>
                  <a:pt x="807780" y="416904"/>
                </a:lnTo>
                <a:lnTo>
                  <a:pt x="840732" y="434830"/>
                </a:lnTo>
                <a:lnTo>
                  <a:pt x="840733" y="434829"/>
                </a:lnTo>
                <a:close/>
                <a:moveTo>
                  <a:pt x="789968" y="380131"/>
                </a:moveTo>
                <a:lnTo>
                  <a:pt x="789968" y="380132"/>
                </a:lnTo>
                <a:lnTo>
                  <a:pt x="811788" y="399437"/>
                </a:lnTo>
                <a:lnTo>
                  <a:pt x="811788" y="399436"/>
                </a:lnTo>
                <a:close/>
                <a:moveTo>
                  <a:pt x="768595" y="329110"/>
                </a:moveTo>
                <a:lnTo>
                  <a:pt x="768594" y="329111"/>
                </a:lnTo>
                <a:lnTo>
                  <a:pt x="797539" y="358068"/>
                </a:lnTo>
                <a:close/>
                <a:moveTo>
                  <a:pt x="660385" y="303830"/>
                </a:moveTo>
                <a:lnTo>
                  <a:pt x="668400" y="342899"/>
                </a:lnTo>
                <a:lnTo>
                  <a:pt x="668401" y="342900"/>
                </a:lnTo>
                <a:lnTo>
                  <a:pt x="660386" y="303830"/>
                </a:lnTo>
                <a:close/>
                <a:moveTo>
                  <a:pt x="748806" y="290887"/>
                </a:moveTo>
                <a:lnTo>
                  <a:pt x="749001" y="292798"/>
                </a:lnTo>
                <a:lnTo>
                  <a:pt x="781508" y="309805"/>
                </a:lnTo>
                <a:lnTo>
                  <a:pt x="781508" y="309804"/>
                </a:lnTo>
                <a:lnTo>
                  <a:pt x="749001" y="292797"/>
                </a:lnTo>
                <a:close/>
                <a:moveTo>
                  <a:pt x="574745" y="290051"/>
                </a:moveTo>
                <a:lnTo>
                  <a:pt x="590473" y="291878"/>
                </a:lnTo>
                <a:lnTo>
                  <a:pt x="590473" y="291877"/>
                </a:lnTo>
                <a:close/>
                <a:moveTo>
                  <a:pt x="695498" y="268437"/>
                </a:moveTo>
                <a:lnTo>
                  <a:pt x="693783" y="274871"/>
                </a:lnTo>
                <a:lnTo>
                  <a:pt x="680121" y="284826"/>
                </a:lnTo>
                <a:lnTo>
                  <a:pt x="693783" y="274872"/>
                </a:lnTo>
                <a:close/>
                <a:moveTo>
                  <a:pt x="611403" y="267976"/>
                </a:moveTo>
                <a:lnTo>
                  <a:pt x="601607" y="274411"/>
                </a:lnTo>
                <a:lnTo>
                  <a:pt x="601606" y="274411"/>
                </a:lnTo>
                <a:lnTo>
                  <a:pt x="601607" y="274412"/>
                </a:lnTo>
                <a:lnTo>
                  <a:pt x="611403" y="267977"/>
                </a:lnTo>
                <a:lnTo>
                  <a:pt x="634113" y="280847"/>
                </a:lnTo>
                <a:lnTo>
                  <a:pt x="657714" y="279928"/>
                </a:lnTo>
                <a:lnTo>
                  <a:pt x="678643" y="285903"/>
                </a:lnTo>
                <a:lnTo>
                  <a:pt x="657714" y="279927"/>
                </a:lnTo>
                <a:lnTo>
                  <a:pt x="634113" y="280846"/>
                </a:lnTo>
                <a:close/>
                <a:moveTo>
                  <a:pt x="724955" y="248211"/>
                </a:moveTo>
                <a:lnTo>
                  <a:pt x="698682" y="256485"/>
                </a:lnTo>
                <a:lnTo>
                  <a:pt x="698682" y="256486"/>
                </a:lnTo>
                <a:lnTo>
                  <a:pt x="724955" y="248212"/>
                </a:lnTo>
                <a:lnTo>
                  <a:pt x="750782" y="257865"/>
                </a:lnTo>
                <a:lnTo>
                  <a:pt x="748345" y="269813"/>
                </a:lnTo>
                <a:lnTo>
                  <a:pt x="750783" y="257864"/>
                </a:lnTo>
                <a:close/>
                <a:moveTo>
                  <a:pt x="2677160" y="159499"/>
                </a:moveTo>
                <a:lnTo>
                  <a:pt x="2714565" y="168692"/>
                </a:lnTo>
                <a:lnTo>
                  <a:pt x="2725697" y="174668"/>
                </a:lnTo>
                <a:lnTo>
                  <a:pt x="2699425" y="175127"/>
                </a:lnTo>
                <a:lnTo>
                  <a:pt x="2659792" y="172369"/>
                </a:lnTo>
                <a:lnTo>
                  <a:pt x="2655339" y="170990"/>
                </a:lnTo>
                <a:lnTo>
                  <a:pt x="2658457" y="161797"/>
                </a:lnTo>
                <a:close/>
                <a:moveTo>
                  <a:pt x="2692299" y="121808"/>
                </a:moveTo>
                <a:lnTo>
                  <a:pt x="2729259" y="125025"/>
                </a:lnTo>
                <a:lnTo>
                  <a:pt x="2781804" y="131001"/>
                </a:lnTo>
                <a:lnTo>
                  <a:pt x="2776906" y="140194"/>
                </a:lnTo>
                <a:lnTo>
                  <a:pt x="2746180" y="138356"/>
                </a:lnTo>
                <a:lnTo>
                  <a:pt x="2700314" y="129163"/>
                </a:lnTo>
                <a:close/>
                <a:moveTo>
                  <a:pt x="2542677" y="107099"/>
                </a:moveTo>
                <a:lnTo>
                  <a:pt x="2588098" y="108018"/>
                </a:lnTo>
                <a:lnTo>
                  <a:pt x="2668252" y="119969"/>
                </a:lnTo>
                <a:lnTo>
                  <a:pt x="2682056" y="137436"/>
                </a:lnTo>
                <a:lnTo>
                  <a:pt x="2618378" y="136516"/>
                </a:lnTo>
                <a:lnTo>
                  <a:pt x="2597894" y="142033"/>
                </a:lnTo>
                <a:lnTo>
                  <a:pt x="2542231" y="126864"/>
                </a:lnTo>
                <a:lnTo>
                  <a:pt x="2527091" y="111235"/>
                </a:lnTo>
                <a:close/>
                <a:moveTo>
                  <a:pt x="1347486" y="89172"/>
                </a:moveTo>
                <a:lnTo>
                  <a:pt x="1366189" y="97905"/>
                </a:lnTo>
                <a:lnTo>
                  <a:pt x="1360401" y="104800"/>
                </a:lnTo>
                <a:lnTo>
                  <a:pt x="1309636" y="116291"/>
                </a:lnTo>
                <a:lnTo>
                  <a:pt x="1265550" y="126863"/>
                </a:lnTo>
                <a:lnTo>
                  <a:pt x="1226810" y="148927"/>
                </a:lnTo>
                <a:lnTo>
                  <a:pt x="1214341" y="171909"/>
                </a:lnTo>
                <a:lnTo>
                  <a:pt x="1199645" y="194892"/>
                </a:lnTo>
                <a:lnTo>
                  <a:pt x="1213451" y="214657"/>
                </a:lnTo>
                <a:lnTo>
                  <a:pt x="1257981" y="234882"/>
                </a:lnTo>
                <a:lnTo>
                  <a:pt x="1248184" y="236721"/>
                </a:lnTo>
                <a:lnTo>
                  <a:pt x="1188068" y="233502"/>
                </a:lnTo>
                <a:lnTo>
                  <a:pt x="1177827" y="222931"/>
                </a:lnTo>
                <a:lnTo>
                  <a:pt x="1142647" y="216495"/>
                </a:lnTo>
                <a:lnTo>
                  <a:pt x="1133741" y="203166"/>
                </a:lnTo>
                <a:lnTo>
                  <a:pt x="1149327" y="198109"/>
                </a:lnTo>
                <a:lnTo>
                  <a:pt x="1142202" y="185239"/>
                </a:lnTo>
                <a:lnTo>
                  <a:pt x="1166248" y="165015"/>
                </a:lnTo>
                <a:lnTo>
                  <a:pt x="1148436" y="162256"/>
                </a:lnTo>
                <a:lnTo>
                  <a:pt x="1178271" y="141572"/>
                </a:lnTo>
                <a:lnTo>
                  <a:pt x="1167139" y="131001"/>
                </a:lnTo>
                <a:lnTo>
                  <a:pt x="1197419" y="119049"/>
                </a:lnTo>
                <a:lnTo>
                  <a:pt x="1243285" y="104341"/>
                </a:lnTo>
                <a:lnTo>
                  <a:pt x="1295385" y="100203"/>
                </a:lnTo>
                <a:lnTo>
                  <a:pt x="1317651" y="91930"/>
                </a:lnTo>
                <a:close/>
                <a:moveTo>
                  <a:pt x="1923708" y="72165"/>
                </a:moveTo>
                <a:lnTo>
                  <a:pt x="1960668" y="79520"/>
                </a:lnTo>
                <a:lnTo>
                  <a:pt x="1945082" y="85035"/>
                </a:lnTo>
                <a:lnTo>
                  <a:pt x="1986941" y="88253"/>
                </a:lnTo>
                <a:lnTo>
                  <a:pt x="2005198" y="99284"/>
                </a:lnTo>
                <a:lnTo>
                  <a:pt x="2013659" y="93768"/>
                </a:lnTo>
                <a:lnTo>
                  <a:pt x="2062197" y="94228"/>
                </a:lnTo>
                <a:lnTo>
                  <a:pt x="2113852" y="105260"/>
                </a:lnTo>
                <a:lnTo>
                  <a:pt x="2138344" y="113533"/>
                </a:lnTo>
                <a:lnTo>
                  <a:pt x="2149477" y="125485"/>
                </a:lnTo>
                <a:lnTo>
                  <a:pt x="2138789" y="132379"/>
                </a:lnTo>
                <a:lnTo>
                  <a:pt x="2109399" y="145249"/>
                </a:lnTo>
                <a:lnTo>
                  <a:pt x="2104501" y="152144"/>
                </a:lnTo>
                <a:lnTo>
                  <a:pt x="2129438" y="155362"/>
                </a:lnTo>
                <a:lnTo>
                  <a:pt x="2161500" y="161337"/>
                </a:lnTo>
                <a:lnTo>
                  <a:pt x="2172187" y="156740"/>
                </a:lnTo>
                <a:lnTo>
                  <a:pt x="2198014" y="171909"/>
                </a:lnTo>
                <a:lnTo>
                  <a:pt x="2198905" y="165933"/>
                </a:lnTo>
                <a:lnTo>
                  <a:pt x="2222061" y="162257"/>
                </a:lnTo>
                <a:lnTo>
                  <a:pt x="2282622" y="165933"/>
                </a:lnTo>
                <a:lnTo>
                  <a:pt x="2299543" y="176965"/>
                </a:lnTo>
                <a:lnTo>
                  <a:pt x="2377026" y="180643"/>
                </a:lnTo>
                <a:lnTo>
                  <a:pt x="2355652" y="162716"/>
                </a:lnTo>
                <a:lnTo>
                  <a:pt x="2397955" y="166853"/>
                </a:lnTo>
                <a:lnTo>
                  <a:pt x="2425118" y="166393"/>
                </a:lnTo>
                <a:lnTo>
                  <a:pt x="2469204" y="178804"/>
                </a:lnTo>
                <a:lnTo>
                  <a:pt x="2495922" y="193972"/>
                </a:lnTo>
                <a:lnTo>
                  <a:pt x="2497703" y="204085"/>
                </a:lnTo>
                <a:lnTo>
                  <a:pt x="2542679" y="223390"/>
                </a:lnTo>
                <a:lnTo>
                  <a:pt x="2582756" y="233043"/>
                </a:lnTo>
                <a:lnTo>
                  <a:pt x="2569397" y="207762"/>
                </a:lnTo>
                <a:lnTo>
                  <a:pt x="2611255" y="218334"/>
                </a:lnTo>
                <a:lnTo>
                  <a:pt x="2633520" y="211898"/>
                </a:lnTo>
                <a:lnTo>
                  <a:pt x="2677160" y="219253"/>
                </a:lnTo>
                <a:lnTo>
                  <a:pt x="2681613" y="212818"/>
                </a:lnTo>
                <a:lnTo>
                  <a:pt x="2715455" y="216036"/>
                </a:lnTo>
                <a:lnTo>
                  <a:pt x="2673597" y="193512"/>
                </a:lnTo>
                <a:lnTo>
                  <a:pt x="2682949" y="183400"/>
                </a:lnTo>
                <a:lnTo>
                  <a:pt x="2862851" y="199029"/>
                </a:lnTo>
                <a:lnTo>
                  <a:pt x="2898029" y="213278"/>
                </a:lnTo>
                <a:lnTo>
                  <a:pt x="2970614" y="231664"/>
                </a:lnTo>
                <a:lnTo>
                  <a:pt x="3036519" y="227067"/>
                </a:lnTo>
                <a:lnTo>
                  <a:pt x="3077932" y="231204"/>
                </a:lnTo>
                <a:lnTo>
                  <a:pt x="3107321" y="241317"/>
                </a:lnTo>
                <a:lnTo>
                  <a:pt x="3130032" y="259243"/>
                </a:lnTo>
                <a:lnTo>
                  <a:pt x="3162539" y="266137"/>
                </a:lnTo>
                <a:lnTo>
                  <a:pt x="3179906" y="261082"/>
                </a:lnTo>
                <a:lnTo>
                  <a:pt x="3211077" y="260622"/>
                </a:lnTo>
                <a:lnTo>
                  <a:pt x="3252490" y="265218"/>
                </a:lnTo>
                <a:lnTo>
                  <a:pt x="3283216" y="262460"/>
                </a:lnTo>
                <a:lnTo>
                  <a:pt x="3346894" y="284523"/>
                </a:lnTo>
                <a:lnTo>
                  <a:pt x="3358027" y="276710"/>
                </a:lnTo>
                <a:lnTo>
                  <a:pt x="3320176" y="261082"/>
                </a:lnTo>
                <a:lnTo>
                  <a:pt x="3312160" y="250050"/>
                </a:lnTo>
                <a:lnTo>
                  <a:pt x="3380292" y="256944"/>
                </a:lnTo>
                <a:lnTo>
                  <a:pt x="3415916" y="255565"/>
                </a:lnTo>
                <a:lnTo>
                  <a:pt x="3486274" y="267057"/>
                </a:lnTo>
                <a:lnTo>
                  <a:pt x="3528578" y="278089"/>
                </a:lnTo>
                <a:lnTo>
                  <a:pt x="3676418" y="379671"/>
                </a:lnTo>
                <a:lnTo>
                  <a:pt x="3667512" y="391162"/>
                </a:lnTo>
                <a:lnTo>
                  <a:pt x="3639903" y="389324"/>
                </a:lnTo>
                <a:lnTo>
                  <a:pt x="3676418" y="403114"/>
                </a:lnTo>
                <a:lnTo>
                  <a:pt x="3716941" y="424717"/>
                </a:lnTo>
                <a:lnTo>
                  <a:pt x="3735643" y="431612"/>
                </a:lnTo>
                <a:lnTo>
                  <a:pt x="3752565" y="442644"/>
                </a:lnTo>
                <a:lnTo>
                  <a:pt x="3757018" y="449539"/>
                </a:lnTo>
                <a:lnTo>
                  <a:pt x="3712488" y="444022"/>
                </a:lnTo>
                <a:lnTo>
                  <a:pt x="3683097" y="463787"/>
                </a:lnTo>
                <a:lnTo>
                  <a:pt x="3669738" y="467005"/>
                </a:lnTo>
                <a:lnTo>
                  <a:pt x="3662614" y="485851"/>
                </a:lnTo>
                <a:lnTo>
                  <a:pt x="3653708" y="502398"/>
                </a:lnTo>
                <a:lnTo>
                  <a:pt x="3661278" y="514809"/>
                </a:lnTo>
                <a:lnTo>
                  <a:pt x="3610068" y="495963"/>
                </a:lnTo>
                <a:lnTo>
                  <a:pt x="3582904" y="517107"/>
                </a:lnTo>
                <a:lnTo>
                  <a:pt x="3561975" y="506995"/>
                </a:lnTo>
                <a:lnTo>
                  <a:pt x="3555741" y="518945"/>
                </a:lnTo>
                <a:lnTo>
                  <a:pt x="3524570" y="514809"/>
                </a:lnTo>
                <a:lnTo>
                  <a:pt x="3538374" y="532735"/>
                </a:lnTo>
                <a:lnTo>
                  <a:pt x="3543273" y="559395"/>
                </a:lnTo>
                <a:lnTo>
                  <a:pt x="3556186" y="570426"/>
                </a:lnTo>
                <a:lnTo>
                  <a:pt x="3586467" y="576402"/>
                </a:lnTo>
                <a:lnTo>
                  <a:pt x="3626990" y="616391"/>
                </a:lnTo>
                <a:lnTo>
                  <a:pt x="3608732" y="617770"/>
                </a:lnTo>
                <a:lnTo>
                  <a:pt x="3623872" y="640753"/>
                </a:lnTo>
                <a:lnTo>
                  <a:pt x="3644802" y="652704"/>
                </a:lnTo>
                <a:lnTo>
                  <a:pt x="3622537" y="666953"/>
                </a:lnTo>
                <a:lnTo>
                  <a:pt x="3646583" y="699128"/>
                </a:lnTo>
                <a:lnTo>
                  <a:pt x="3621201" y="706023"/>
                </a:lnTo>
                <a:lnTo>
                  <a:pt x="3641239" y="734522"/>
                </a:lnTo>
                <a:lnTo>
                  <a:pt x="3633669" y="761181"/>
                </a:lnTo>
                <a:lnTo>
                  <a:pt x="3608286" y="741417"/>
                </a:lnTo>
                <a:lnTo>
                  <a:pt x="3561530" y="700508"/>
                </a:lnTo>
                <a:lnTo>
                  <a:pt x="3489391" y="637995"/>
                </a:lnTo>
                <a:lnTo>
                  <a:pt x="3460446" y="599844"/>
                </a:lnTo>
                <a:lnTo>
                  <a:pt x="3460892" y="583297"/>
                </a:lnTo>
                <a:lnTo>
                  <a:pt x="3448423" y="570426"/>
                </a:lnTo>
                <a:lnTo>
                  <a:pt x="3473805" y="564451"/>
                </a:lnTo>
                <a:lnTo>
                  <a:pt x="3472915" y="529977"/>
                </a:lnTo>
                <a:lnTo>
                  <a:pt x="3476032" y="502398"/>
                </a:lnTo>
                <a:lnTo>
                  <a:pt x="3487164" y="480794"/>
                </a:lnTo>
                <a:lnTo>
                  <a:pt x="3457775" y="443103"/>
                </a:lnTo>
                <a:lnTo>
                  <a:pt x="3436845" y="445401"/>
                </a:lnTo>
                <a:lnTo>
                  <a:pt x="3451095" y="467465"/>
                </a:lnTo>
                <a:lnTo>
                  <a:pt x="3435064" y="496882"/>
                </a:lnTo>
                <a:lnTo>
                  <a:pt x="3380292" y="463787"/>
                </a:lnTo>
                <a:lnTo>
                  <a:pt x="3339770" y="472980"/>
                </a:lnTo>
                <a:lnTo>
                  <a:pt x="3339770" y="518026"/>
                </a:lnTo>
                <a:lnTo>
                  <a:pt x="3374058" y="534574"/>
                </a:lnTo>
                <a:lnTo>
                  <a:pt x="3336207" y="541928"/>
                </a:lnTo>
                <a:lnTo>
                  <a:pt x="3307707" y="544686"/>
                </a:lnTo>
                <a:lnTo>
                  <a:pt x="3288560" y="524921"/>
                </a:lnTo>
                <a:lnTo>
                  <a:pt x="3252936" y="520784"/>
                </a:lnTo>
                <a:lnTo>
                  <a:pt x="3241803" y="534114"/>
                </a:lnTo>
                <a:lnTo>
                  <a:pt x="3174562" y="529518"/>
                </a:lnTo>
                <a:lnTo>
                  <a:pt x="3115783" y="537331"/>
                </a:lnTo>
                <a:lnTo>
                  <a:pt x="3100197" y="591110"/>
                </a:lnTo>
                <a:lnTo>
                  <a:pt x="3077932" y="656381"/>
                </a:lnTo>
                <a:lnTo>
                  <a:pt x="3114446" y="660058"/>
                </a:lnTo>
                <a:lnTo>
                  <a:pt x="3139829" y="677525"/>
                </a:lnTo>
                <a:lnTo>
                  <a:pt x="3165656" y="683501"/>
                </a:lnTo>
                <a:lnTo>
                  <a:pt x="3167437" y="669711"/>
                </a:lnTo>
                <a:lnTo>
                  <a:pt x="3192374" y="671549"/>
                </a:lnTo>
                <a:lnTo>
                  <a:pt x="3249373" y="702347"/>
                </a:lnTo>
                <a:lnTo>
                  <a:pt x="3270302" y="726248"/>
                </a:lnTo>
                <a:lnTo>
                  <a:pt x="3276536" y="754746"/>
                </a:lnTo>
                <a:lnTo>
                  <a:pt x="3301028" y="788760"/>
                </a:lnTo>
                <a:lnTo>
                  <a:pt x="3324629" y="834267"/>
                </a:lnTo>
                <a:lnTo>
                  <a:pt x="3320176" y="876094"/>
                </a:lnTo>
                <a:lnTo>
                  <a:pt x="3325965" y="895859"/>
                </a:lnTo>
                <a:lnTo>
                  <a:pt x="3317059" y="929874"/>
                </a:lnTo>
                <a:lnTo>
                  <a:pt x="3307707" y="963428"/>
                </a:lnTo>
                <a:lnTo>
                  <a:pt x="3303700" y="980436"/>
                </a:lnTo>
                <a:lnTo>
                  <a:pt x="3283216" y="997443"/>
                </a:lnTo>
                <a:lnTo>
                  <a:pt x="3269412" y="997902"/>
                </a:lnTo>
                <a:lnTo>
                  <a:pt x="3246256" y="983653"/>
                </a:lnTo>
                <a:lnTo>
                  <a:pt x="3227999" y="1005257"/>
                </a:lnTo>
                <a:lnTo>
                  <a:pt x="3230225" y="1014909"/>
                </a:lnTo>
                <a:lnTo>
                  <a:pt x="3228623" y="1013610"/>
                </a:lnTo>
                <a:lnTo>
                  <a:pt x="3230224" y="1014909"/>
                </a:lnTo>
                <a:lnTo>
                  <a:pt x="3220428" y="1013070"/>
                </a:lnTo>
                <a:lnTo>
                  <a:pt x="3215975" y="1023183"/>
                </a:lnTo>
                <a:lnTo>
                  <a:pt x="3214639" y="1032835"/>
                </a:lnTo>
                <a:lnTo>
                  <a:pt x="3227107" y="1053979"/>
                </a:lnTo>
                <a:lnTo>
                  <a:pt x="3218647" y="1060414"/>
                </a:lnTo>
                <a:lnTo>
                  <a:pt x="3217312" y="1065470"/>
                </a:lnTo>
                <a:lnTo>
                  <a:pt x="3213303" y="1074204"/>
                </a:lnTo>
                <a:lnTo>
                  <a:pt x="3200389" y="1079260"/>
                </a:lnTo>
                <a:lnTo>
                  <a:pt x="3194155" y="1087074"/>
                </a:lnTo>
                <a:lnTo>
                  <a:pt x="3199944" y="1099485"/>
                </a:lnTo>
                <a:lnTo>
                  <a:pt x="3198608" y="1102702"/>
                </a:lnTo>
                <a:lnTo>
                  <a:pt x="3210186" y="1107759"/>
                </a:lnTo>
                <a:lnTo>
                  <a:pt x="3229779" y="1120628"/>
                </a:lnTo>
                <a:lnTo>
                  <a:pt x="3229779" y="1127523"/>
                </a:lnTo>
                <a:lnTo>
                  <a:pt x="3220873" y="1129362"/>
                </a:lnTo>
                <a:lnTo>
                  <a:pt x="3204842" y="1131200"/>
                </a:lnTo>
                <a:lnTo>
                  <a:pt x="3202171" y="1144071"/>
                </a:lnTo>
                <a:lnTo>
                  <a:pt x="3191038" y="1143151"/>
                </a:lnTo>
                <a:lnTo>
                  <a:pt x="3191038" y="1145909"/>
                </a:lnTo>
                <a:lnTo>
                  <a:pt x="3176788" y="1140393"/>
                </a:lnTo>
                <a:lnTo>
                  <a:pt x="3176343" y="1145909"/>
                </a:lnTo>
                <a:lnTo>
                  <a:pt x="3170555" y="1148207"/>
                </a:lnTo>
                <a:lnTo>
                  <a:pt x="3167437" y="1142691"/>
                </a:lnTo>
                <a:lnTo>
                  <a:pt x="3159867" y="1139934"/>
                </a:lnTo>
                <a:lnTo>
                  <a:pt x="3151406" y="1135338"/>
                </a:lnTo>
                <a:lnTo>
                  <a:pt x="3151852" y="1122467"/>
                </a:lnTo>
                <a:lnTo>
                  <a:pt x="3155859" y="1118790"/>
                </a:lnTo>
                <a:lnTo>
                  <a:pt x="3151406" y="1113733"/>
                </a:lnTo>
                <a:lnTo>
                  <a:pt x="3149625" y="1097646"/>
                </a:lnTo>
                <a:lnTo>
                  <a:pt x="3145617" y="1093049"/>
                </a:lnTo>
                <a:lnTo>
                  <a:pt x="3130478" y="1089832"/>
                </a:lnTo>
                <a:lnTo>
                  <a:pt x="3115338" y="1082019"/>
                </a:lnTo>
                <a:lnTo>
                  <a:pt x="3087283" y="1090293"/>
                </a:lnTo>
                <a:lnTo>
                  <a:pt x="3076596" y="1104082"/>
                </a:lnTo>
                <a:lnTo>
                  <a:pt x="3055222" y="1112356"/>
                </a:lnTo>
                <a:lnTo>
                  <a:pt x="3061010" y="1098566"/>
                </a:lnTo>
                <a:lnTo>
                  <a:pt x="3050769" y="1087075"/>
                </a:lnTo>
                <a:lnTo>
                  <a:pt x="3059675" y="1067310"/>
                </a:lnTo>
                <a:lnTo>
                  <a:pt x="3039637" y="1052141"/>
                </a:lnTo>
                <a:lnTo>
                  <a:pt x="3024496" y="1062254"/>
                </a:lnTo>
                <a:lnTo>
                  <a:pt x="3008465" y="1082939"/>
                </a:lnTo>
                <a:lnTo>
                  <a:pt x="3002676" y="1101784"/>
                </a:lnTo>
                <a:lnTo>
                  <a:pt x="2980411" y="1103163"/>
                </a:lnTo>
                <a:lnTo>
                  <a:pt x="2974622" y="1116952"/>
                </a:lnTo>
                <a:lnTo>
                  <a:pt x="2995996" y="1136718"/>
                </a:lnTo>
                <a:lnTo>
                  <a:pt x="3017371" y="1141773"/>
                </a:lnTo>
                <a:lnTo>
                  <a:pt x="3023605" y="1154644"/>
                </a:lnTo>
                <a:lnTo>
                  <a:pt x="3046316" y="1163378"/>
                </a:lnTo>
                <a:lnTo>
                  <a:pt x="3063237" y="1142233"/>
                </a:lnTo>
                <a:lnTo>
                  <a:pt x="3089510" y="1153725"/>
                </a:lnTo>
                <a:lnTo>
                  <a:pt x="3105095" y="1154644"/>
                </a:lnTo>
                <a:lnTo>
                  <a:pt x="3115338" y="1169812"/>
                </a:lnTo>
                <a:lnTo>
                  <a:pt x="3085502" y="1178086"/>
                </a:lnTo>
                <a:lnTo>
                  <a:pt x="3081049" y="1194174"/>
                </a:lnTo>
                <a:lnTo>
                  <a:pt x="3064128" y="1208883"/>
                </a:lnTo>
                <a:lnTo>
                  <a:pt x="3060120" y="1229567"/>
                </a:lnTo>
                <a:lnTo>
                  <a:pt x="3091736" y="1245655"/>
                </a:lnTo>
                <a:lnTo>
                  <a:pt x="3112220" y="1274613"/>
                </a:lnTo>
                <a:lnTo>
                  <a:pt x="3136712" y="1301732"/>
                </a:lnTo>
                <a:lnTo>
                  <a:pt x="3161203" y="1324255"/>
                </a:lnTo>
                <a:lnTo>
                  <a:pt x="3168329" y="1346318"/>
                </a:lnTo>
                <a:lnTo>
                  <a:pt x="3155860" y="1354592"/>
                </a:lnTo>
                <a:lnTo>
                  <a:pt x="3166548" y="1370221"/>
                </a:lnTo>
                <a:lnTo>
                  <a:pt x="3183914" y="1379414"/>
                </a:lnTo>
                <a:lnTo>
                  <a:pt x="3187476" y="1403315"/>
                </a:lnTo>
                <a:lnTo>
                  <a:pt x="3187922" y="1426757"/>
                </a:lnTo>
                <a:lnTo>
                  <a:pt x="3175454" y="1429515"/>
                </a:lnTo>
                <a:lnTo>
                  <a:pt x="3166102" y="1461231"/>
                </a:lnTo>
                <a:lnTo>
                  <a:pt x="3155860" y="1500302"/>
                </a:lnTo>
                <a:lnTo>
                  <a:pt x="3140719" y="1535235"/>
                </a:lnTo>
                <a:lnTo>
                  <a:pt x="3112220" y="1562355"/>
                </a:lnTo>
                <a:lnTo>
                  <a:pt x="3082830" y="1587636"/>
                </a:lnTo>
                <a:lnTo>
                  <a:pt x="3055667" y="1590853"/>
                </a:lnTo>
                <a:lnTo>
                  <a:pt x="3042753" y="1603724"/>
                </a:lnTo>
                <a:lnTo>
                  <a:pt x="3032511" y="1594530"/>
                </a:lnTo>
                <a:lnTo>
                  <a:pt x="3021379" y="1608779"/>
                </a:lnTo>
                <a:lnTo>
                  <a:pt x="2989317" y="1623948"/>
                </a:lnTo>
                <a:lnTo>
                  <a:pt x="2963490" y="1628084"/>
                </a:lnTo>
                <a:lnTo>
                  <a:pt x="2960372" y="1659341"/>
                </a:lnTo>
                <a:lnTo>
                  <a:pt x="2946568" y="1661180"/>
                </a:lnTo>
                <a:lnTo>
                  <a:pt x="2936771" y="1639576"/>
                </a:lnTo>
                <a:lnTo>
                  <a:pt x="2940779" y="1628544"/>
                </a:lnTo>
                <a:lnTo>
                  <a:pt x="2906046" y="1618891"/>
                </a:lnTo>
                <a:lnTo>
                  <a:pt x="2895358" y="1623948"/>
                </a:lnTo>
                <a:lnTo>
                  <a:pt x="2895356" y="1623947"/>
                </a:lnTo>
                <a:lnTo>
                  <a:pt x="2866412" y="1648768"/>
                </a:lnTo>
                <a:lnTo>
                  <a:pt x="2849936" y="1676807"/>
                </a:lnTo>
                <a:lnTo>
                  <a:pt x="2847264" y="1697491"/>
                </a:lnTo>
                <a:lnTo>
                  <a:pt x="2870865" y="1728287"/>
                </a:lnTo>
                <a:lnTo>
                  <a:pt x="2899809" y="1766898"/>
                </a:lnTo>
                <a:lnTo>
                  <a:pt x="2925192" y="1785284"/>
                </a:lnTo>
                <a:lnTo>
                  <a:pt x="2943450" y="1808726"/>
                </a:lnTo>
                <a:lnTo>
                  <a:pt x="2961262" y="1863424"/>
                </a:lnTo>
                <a:lnTo>
                  <a:pt x="2963042" y="1915365"/>
                </a:lnTo>
                <a:lnTo>
                  <a:pt x="2943895" y="1934670"/>
                </a:lnTo>
                <a:lnTo>
                  <a:pt x="2916732" y="1953975"/>
                </a:lnTo>
                <a:lnTo>
                  <a:pt x="2898029" y="1978337"/>
                </a:lnTo>
                <a:lnTo>
                  <a:pt x="2868638" y="2005916"/>
                </a:lnTo>
                <a:lnTo>
                  <a:pt x="2858396" y="1987071"/>
                </a:lnTo>
                <a:lnTo>
                  <a:pt x="2863740" y="1966846"/>
                </a:lnTo>
                <a:lnTo>
                  <a:pt x="2844147" y="1950299"/>
                </a:lnTo>
                <a:lnTo>
                  <a:pt x="2844148" y="1950298"/>
                </a:lnTo>
                <a:lnTo>
                  <a:pt x="2822774" y="1946162"/>
                </a:lnTo>
                <a:lnTo>
                  <a:pt x="2811196" y="1930534"/>
                </a:lnTo>
                <a:lnTo>
                  <a:pt x="2795610" y="1900197"/>
                </a:lnTo>
                <a:lnTo>
                  <a:pt x="2786259" y="1864344"/>
                </a:lnTo>
                <a:lnTo>
                  <a:pt x="2800063" y="1839983"/>
                </a:lnTo>
                <a:lnTo>
                  <a:pt x="2800062" y="1839983"/>
                </a:lnTo>
                <a:lnTo>
                  <a:pt x="2786258" y="1864344"/>
                </a:lnTo>
                <a:lnTo>
                  <a:pt x="2795609" y="1900197"/>
                </a:lnTo>
                <a:lnTo>
                  <a:pt x="2772008" y="1886407"/>
                </a:lnTo>
                <a:lnTo>
                  <a:pt x="2750634" y="1887327"/>
                </a:lnTo>
                <a:lnTo>
                  <a:pt x="2751970" y="1863885"/>
                </a:lnTo>
                <a:lnTo>
                  <a:pt x="2730150" y="1863885"/>
                </a:lnTo>
                <a:lnTo>
                  <a:pt x="2731040" y="1896520"/>
                </a:lnTo>
                <a:lnTo>
                  <a:pt x="2721244" y="1939727"/>
                </a:lnTo>
                <a:lnTo>
                  <a:pt x="2715010" y="1965927"/>
                </a:lnTo>
                <a:lnTo>
                  <a:pt x="2718126" y="1987071"/>
                </a:lnTo>
                <a:lnTo>
                  <a:pt x="2734603" y="1987991"/>
                </a:lnTo>
                <a:lnTo>
                  <a:pt x="2746626" y="2015110"/>
                </a:lnTo>
                <a:lnTo>
                  <a:pt x="2752415" y="2040390"/>
                </a:lnTo>
                <a:lnTo>
                  <a:pt x="2767555" y="2057397"/>
                </a:lnTo>
                <a:lnTo>
                  <a:pt x="2782694" y="2060616"/>
                </a:lnTo>
                <a:lnTo>
                  <a:pt x="2796500" y="2076243"/>
                </a:lnTo>
                <a:lnTo>
                  <a:pt x="2788929" y="2088195"/>
                </a:lnTo>
                <a:lnTo>
                  <a:pt x="2772455" y="2091871"/>
                </a:lnTo>
                <a:lnTo>
                  <a:pt x="2772455" y="2091872"/>
                </a:lnTo>
                <a:lnTo>
                  <a:pt x="2788931" y="2088195"/>
                </a:lnTo>
                <a:lnTo>
                  <a:pt x="2796501" y="2076244"/>
                </a:lnTo>
                <a:lnTo>
                  <a:pt x="2802735" y="2079002"/>
                </a:lnTo>
                <a:lnTo>
                  <a:pt x="2818320" y="2096928"/>
                </a:lnTo>
                <a:lnTo>
                  <a:pt x="2829453" y="2116693"/>
                </a:lnTo>
                <a:lnTo>
                  <a:pt x="2832126" y="2136458"/>
                </a:lnTo>
                <a:lnTo>
                  <a:pt x="2829899" y="2149788"/>
                </a:lnTo>
                <a:lnTo>
                  <a:pt x="2832571" y="2159900"/>
                </a:lnTo>
                <a:lnTo>
                  <a:pt x="2834797" y="2177367"/>
                </a:lnTo>
                <a:lnTo>
                  <a:pt x="2844149" y="2185641"/>
                </a:lnTo>
                <a:lnTo>
                  <a:pt x="2854391" y="2211841"/>
                </a:lnTo>
                <a:lnTo>
                  <a:pt x="2854391" y="2221494"/>
                </a:lnTo>
                <a:lnTo>
                  <a:pt x="2836579" y="2223792"/>
                </a:lnTo>
                <a:lnTo>
                  <a:pt x="2812087" y="2201729"/>
                </a:lnTo>
                <a:lnTo>
                  <a:pt x="2781806" y="2178286"/>
                </a:lnTo>
                <a:lnTo>
                  <a:pt x="2778243" y="2163117"/>
                </a:lnTo>
                <a:lnTo>
                  <a:pt x="2763104" y="2143353"/>
                </a:lnTo>
                <a:lnTo>
                  <a:pt x="2758651" y="2118991"/>
                </a:lnTo>
                <a:lnTo>
                  <a:pt x="2748853" y="2102904"/>
                </a:lnTo>
                <a:lnTo>
                  <a:pt x="2750635" y="2081300"/>
                </a:lnTo>
                <a:lnTo>
                  <a:pt x="2744400" y="2068889"/>
                </a:lnTo>
                <a:lnTo>
                  <a:pt x="2748408" y="2063834"/>
                </a:lnTo>
                <a:lnTo>
                  <a:pt x="2748407" y="2063833"/>
                </a:lnTo>
                <a:lnTo>
                  <a:pt x="2744399" y="2068889"/>
                </a:lnTo>
                <a:lnTo>
                  <a:pt x="2734158" y="2057857"/>
                </a:lnTo>
                <a:lnTo>
                  <a:pt x="2728813" y="2043149"/>
                </a:lnTo>
                <a:lnTo>
                  <a:pt x="2714564" y="2026601"/>
                </a:lnTo>
                <a:lnTo>
                  <a:pt x="2701651" y="2012352"/>
                </a:lnTo>
                <a:lnTo>
                  <a:pt x="2698534" y="2029818"/>
                </a:lnTo>
                <a:lnTo>
                  <a:pt x="2692745" y="2013271"/>
                </a:lnTo>
                <a:lnTo>
                  <a:pt x="2694525" y="1994885"/>
                </a:lnTo>
                <a:lnTo>
                  <a:pt x="2699869" y="1966846"/>
                </a:lnTo>
                <a:lnTo>
                  <a:pt x="2699870" y="1966842"/>
                </a:lnTo>
                <a:lnTo>
                  <a:pt x="2695862" y="1944783"/>
                </a:lnTo>
                <a:lnTo>
                  <a:pt x="2701652" y="1922260"/>
                </a:lnTo>
                <a:lnTo>
                  <a:pt x="2691856" y="1904793"/>
                </a:lnTo>
                <a:lnTo>
                  <a:pt x="2690965" y="1872618"/>
                </a:lnTo>
                <a:lnTo>
                  <a:pt x="2679387" y="1856990"/>
                </a:lnTo>
                <a:lnTo>
                  <a:pt x="2667364" y="1822056"/>
                </a:lnTo>
                <a:lnTo>
                  <a:pt x="2658458" y="1784825"/>
                </a:lnTo>
                <a:lnTo>
                  <a:pt x="2644653" y="1760003"/>
                </a:lnTo>
                <a:lnTo>
                  <a:pt x="2630404" y="1775172"/>
                </a:lnTo>
                <a:lnTo>
                  <a:pt x="2604576" y="1795856"/>
                </a:lnTo>
                <a:lnTo>
                  <a:pt x="2589881" y="1793558"/>
                </a:lnTo>
                <a:lnTo>
                  <a:pt x="2573851" y="1786663"/>
                </a:lnTo>
                <a:lnTo>
                  <a:pt x="2577857" y="1749891"/>
                </a:lnTo>
                <a:lnTo>
                  <a:pt x="2568951" y="1722312"/>
                </a:lnTo>
                <a:lnTo>
                  <a:pt x="2545351" y="1688298"/>
                </a:lnTo>
                <a:lnTo>
                  <a:pt x="2546686" y="1677726"/>
                </a:lnTo>
                <a:lnTo>
                  <a:pt x="2531547" y="1673589"/>
                </a:lnTo>
                <a:lnTo>
                  <a:pt x="2511062" y="1649687"/>
                </a:lnTo>
                <a:lnTo>
                  <a:pt x="2506164" y="1625785"/>
                </a:lnTo>
                <a:lnTo>
                  <a:pt x="2511062" y="1649688"/>
                </a:lnTo>
                <a:lnTo>
                  <a:pt x="2501711" y="1634519"/>
                </a:lnTo>
                <a:lnTo>
                  <a:pt x="2498149" y="1619351"/>
                </a:lnTo>
                <a:lnTo>
                  <a:pt x="2491470" y="1605101"/>
                </a:lnTo>
                <a:lnTo>
                  <a:pt x="2479001" y="1588094"/>
                </a:lnTo>
                <a:lnTo>
                  <a:pt x="2455846" y="1586715"/>
                </a:lnTo>
                <a:lnTo>
                  <a:pt x="2459852" y="1599126"/>
                </a:lnTo>
                <a:lnTo>
                  <a:pt x="2454509" y="1615214"/>
                </a:lnTo>
                <a:lnTo>
                  <a:pt x="2442931" y="1609238"/>
                </a:lnTo>
                <a:lnTo>
                  <a:pt x="2440260" y="1614754"/>
                </a:lnTo>
                <a:lnTo>
                  <a:pt x="2432689" y="1611537"/>
                </a:lnTo>
                <a:lnTo>
                  <a:pt x="2422893" y="1608779"/>
                </a:lnTo>
                <a:lnTo>
                  <a:pt x="2422893" y="1608778"/>
                </a:lnTo>
                <a:lnTo>
                  <a:pt x="2420666" y="1619809"/>
                </a:lnTo>
                <a:lnTo>
                  <a:pt x="2403744" y="1619350"/>
                </a:lnTo>
                <a:lnTo>
                  <a:pt x="2374354" y="1625325"/>
                </a:lnTo>
                <a:lnTo>
                  <a:pt x="2378362" y="1647388"/>
                </a:lnTo>
                <a:lnTo>
                  <a:pt x="2367675" y="1664855"/>
                </a:lnTo>
                <a:lnTo>
                  <a:pt x="2334277" y="1685080"/>
                </a:lnTo>
                <a:lnTo>
                  <a:pt x="2310676" y="1719553"/>
                </a:lnTo>
                <a:lnTo>
                  <a:pt x="2293755" y="1738399"/>
                </a:lnTo>
                <a:lnTo>
                  <a:pt x="2271490" y="1757704"/>
                </a:lnTo>
                <a:lnTo>
                  <a:pt x="2272825" y="1771035"/>
                </a:lnTo>
                <a:lnTo>
                  <a:pt x="2261247" y="1778389"/>
                </a:lnTo>
                <a:lnTo>
                  <a:pt x="2239873" y="1788961"/>
                </a:lnTo>
                <a:lnTo>
                  <a:pt x="2228295" y="1790340"/>
                </a:lnTo>
                <a:lnTo>
                  <a:pt x="2222952" y="1812863"/>
                </a:lnTo>
                <a:lnTo>
                  <a:pt x="2231413" y="1851474"/>
                </a:lnTo>
                <a:lnTo>
                  <a:pt x="2234529" y="1875835"/>
                </a:lnTo>
                <a:lnTo>
                  <a:pt x="2226069" y="1903874"/>
                </a:lnTo>
                <a:lnTo>
                  <a:pt x="2229186" y="1953975"/>
                </a:lnTo>
                <a:lnTo>
                  <a:pt x="2216272" y="1955354"/>
                </a:lnTo>
                <a:lnTo>
                  <a:pt x="2206030" y="1977878"/>
                </a:lnTo>
                <a:lnTo>
                  <a:pt x="2214490" y="1987990"/>
                </a:lnTo>
                <a:lnTo>
                  <a:pt x="2191781" y="1996264"/>
                </a:lnTo>
                <a:lnTo>
                  <a:pt x="2184211" y="2016028"/>
                </a:lnTo>
                <a:lnTo>
                  <a:pt x="2174413" y="2024762"/>
                </a:lnTo>
                <a:lnTo>
                  <a:pt x="2149477" y="1997183"/>
                </a:lnTo>
                <a:lnTo>
                  <a:pt x="2135673" y="1955814"/>
                </a:lnTo>
                <a:lnTo>
                  <a:pt x="2124540" y="1925937"/>
                </a:lnTo>
                <a:lnTo>
                  <a:pt x="2114743" y="1912147"/>
                </a:lnTo>
                <a:lnTo>
                  <a:pt x="2099603" y="1883649"/>
                </a:lnTo>
                <a:lnTo>
                  <a:pt x="2090697" y="1846877"/>
                </a:lnTo>
                <a:lnTo>
                  <a:pt x="2084463" y="1828491"/>
                </a:lnTo>
                <a:lnTo>
                  <a:pt x="2058190" y="1788042"/>
                </a:lnTo>
                <a:lnTo>
                  <a:pt x="2042604" y="1730585"/>
                </a:lnTo>
                <a:lnTo>
                  <a:pt x="2031027" y="1692894"/>
                </a:lnTo>
                <a:lnTo>
                  <a:pt x="2027464" y="1657041"/>
                </a:lnTo>
                <a:lnTo>
                  <a:pt x="2019894" y="1629462"/>
                </a:lnTo>
                <a:lnTo>
                  <a:pt x="1985606" y="1647388"/>
                </a:lnTo>
                <a:lnTo>
                  <a:pt x="1967793" y="1643711"/>
                </a:lnTo>
                <a:lnTo>
                  <a:pt x="1931724" y="1607859"/>
                </a:lnTo>
                <a:lnTo>
                  <a:pt x="1942411" y="1597287"/>
                </a:lnTo>
                <a:lnTo>
                  <a:pt x="1933950" y="1585795"/>
                </a:lnTo>
                <a:lnTo>
                  <a:pt x="1902334" y="1560515"/>
                </a:lnTo>
                <a:lnTo>
                  <a:pt x="1916584" y="1540749"/>
                </a:lnTo>
                <a:lnTo>
                  <a:pt x="1970466" y="1540749"/>
                </a:lnTo>
                <a:lnTo>
                  <a:pt x="1962450" y="1515469"/>
                </a:lnTo>
                <a:lnTo>
                  <a:pt x="1946864" y="1500760"/>
                </a:lnTo>
                <a:lnTo>
                  <a:pt x="1940630" y="1477777"/>
                </a:lnTo>
                <a:lnTo>
                  <a:pt x="1922818" y="1464907"/>
                </a:lnTo>
                <a:lnTo>
                  <a:pt x="1944638" y="1433651"/>
                </a:lnTo>
                <a:lnTo>
                  <a:pt x="1973583" y="1435949"/>
                </a:lnTo>
                <a:lnTo>
                  <a:pt x="1993621" y="1405152"/>
                </a:lnTo>
                <a:lnTo>
                  <a:pt x="2003418" y="1375275"/>
                </a:lnTo>
                <a:lnTo>
                  <a:pt x="2020784" y="1345398"/>
                </a:lnTo>
                <a:lnTo>
                  <a:pt x="2016331" y="1324254"/>
                </a:lnTo>
                <a:lnTo>
                  <a:pt x="2033253" y="1307247"/>
                </a:lnTo>
                <a:lnTo>
                  <a:pt x="2010543" y="1292998"/>
                </a:lnTo>
                <a:lnTo>
                  <a:pt x="1997629" y="1272773"/>
                </a:lnTo>
                <a:lnTo>
                  <a:pt x="1982933" y="1247033"/>
                </a:lnTo>
                <a:lnTo>
                  <a:pt x="1991840" y="1234163"/>
                </a:lnTo>
                <a:lnTo>
                  <a:pt x="2029690" y="1241516"/>
                </a:lnTo>
                <a:lnTo>
                  <a:pt x="2055073" y="1236920"/>
                </a:lnTo>
                <a:lnTo>
                  <a:pt x="2071993" y="1212100"/>
                </a:lnTo>
                <a:lnTo>
                  <a:pt x="2029690" y="1200609"/>
                </a:lnTo>
                <a:lnTo>
                  <a:pt x="2016777" y="1177626"/>
                </a:lnTo>
                <a:lnTo>
                  <a:pt x="1995848" y="1163837"/>
                </a:lnTo>
                <a:lnTo>
                  <a:pt x="1989168" y="1155563"/>
                </a:lnTo>
                <a:lnTo>
                  <a:pt x="1981153" y="1139016"/>
                </a:lnTo>
                <a:lnTo>
                  <a:pt x="1978926" y="1127525"/>
                </a:lnTo>
                <a:lnTo>
                  <a:pt x="1962450" y="1120630"/>
                </a:lnTo>
                <a:lnTo>
                  <a:pt x="1962450" y="1120630"/>
                </a:lnTo>
                <a:lnTo>
                  <a:pt x="1978925" y="1127525"/>
                </a:lnTo>
                <a:lnTo>
                  <a:pt x="1981151" y="1139016"/>
                </a:lnTo>
                <a:lnTo>
                  <a:pt x="1989167" y="1155564"/>
                </a:lnTo>
                <a:lnTo>
                  <a:pt x="1965120" y="1155564"/>
                </a:lnTo>
                <a:lnTo>
                  <a:pt x="1948199" y="1153265"/>
                </a:lnTo>
                <a:lnTo>
                  <a:pt x="1937067" y="1166595"/>
                </a:lnTo>
                <a:lnTo>
                  <a:pt x="1927270" y="1169353"/>
                </a:lnTo>
                <a:lnTo>
                  <a:pt x="1920590" y="1175788"/>
                </a:lnTo>
                <a:lnTo>
                  <a:pt x="1908567" y="1166135"/>
                </a:lnTo>
                <a:lnTo>
                  <a:pt x="1904560" y="1141314"/>
                </a:lnTo>
                <a:lnTo>
                  <a:pt x="1896990" y="1139935"/>
                </a:lnTo>
                <a:lnTo>
                  <a:pt x="1897435" y="1130742"/>
                </a:lnTo>
                <a:lnTo>
                  <a:pt x="1882739" y="1124307"/>
                </a:lnTo>
                <a:lnTo>
                  <a:pt x="1875169" y="1134419"/>
                </a:lnTo>
                <a:lnTo>
                  <a:pt x="1876060" y="1146371"/>
                </a:lnTo>
                <a:lnTo>
                  <a:pt x="1873389" y="1150507"/>
                </a:lnTo>
                <a:lnTo>
                  <a:pt x="1859139" y="1150047"/>
                </a:lnTo>
                <a:lnTo>
                  <a:pt x="1855131" y="1163378"/>
                </a:lnTo>
                <a:lnTo>
                  <a:pt x="1845780" y="1157862"/>
                </a:lnTo>
                <a:lnTo>
                  <a:pt x="1830639" y="1167055"/>
                </a:lnTo>
                <a:lnTo>
                  <a:pt x="1822624" y="1163837"/>
                </a:lnTo>
                <a:lnTo>
                  <a:pt x="1822624" y="1163836"/>
                </a:lnTo>
                <a:lnTo>
                  <a:pt x="1803477" y="1157401"/>
                </a:lnTo>
                <a:lnTo>
                  <a:pt x="1790118" y="1157401"/>
                </a:lnTo>
                <a:lnTo>
                  <a:pt x="1786555" y="1139475"/>
                </a:lnTo>
                <a:lnTo>
                  <a:pt x="1755281" y="1127736"/>
                </a:lnTo>
                <a:lnTo>
                  <a:pt x="1786554" y="1139475"/>
                </a:lnTo>
                <a:lnTo>
                  <a:pt x="1790117" y="1157401"/>
                </a:lnTo>
                <a:lnTo>
                  <a:pt x="1782991" y="1156482"/>
                </a:lnTo>
                <a:lnTo>
                  <a:pt x="1770078" y="1148668"/>
                </a:lnTo>
                <a:lnTo>
                  <a:pt x="1768742" y="1158780"/>
                </a:lnTo>
                <a:lnTo>
                  <a:pt x="1750040" y="1164756"/>
                </a:lnTo>
                <a:lnTo>
                  <a:pt x="1750930" y="1188198"/>
                </a:lnTo>
                <a:lnTo>
                  <a:pt x="1739352" y="1197391"/>
                </a:lnTo>
                <a:lnTo>
                  <a:pt x="1721540" y="1201528"/>
                </a:lnTo>
                <a:lnTo>
                  <a:pt x="1719759" y="1214858"/>
                </a:lnTo>
                <a:lnTo>
                  <a:pt x="1702392" y="1218995"/>
                </a:lnTo>
                <a:lnTo>
                  <a:pt x="1676119" y="1207504"/>
                </a:lnTo>
                <a:lnTo>
                  <a:pt x="1668549" y="1183142"/>
                </a:lnTo>
                <a:lnTo>
                  <a:pt x="1650737" y="1181763"/>
                </a:lnTo>
                <a:lnTo>
                  <a:pt x="1618229" y="1156023"/>
                </a:lnTo>
                <a:lnTo>
                  <a:pt x="1599082" y="1152805"/>
                </a:lnTo>
                <a:lnTo>
                  <a:pt x="1569693" y="1137637"/>
                </a:lnTo>
                <a:lnTo>
                  <a:pt x="1552325" y="1134878"/>
                </a:lnTo>
                <a:lnTo>
                  <a:pt x="1543419" y="1140394"/>
                </a:lnTo>
                <a:lnTo>
                  <a:pt x="1527389" y="1139475"/>
                </a:lnTo>
                <a:lnTo>
                  <a:pt x="1514030" y="1156482"/>
                </a:lnTo>
                <a:lnTo>
                  <a:pt x="1494436" y="1161998"/>
                </a:lnTo>
                <a:lnTo>
                  <a:pt x="1485976" y="1141313"/>
                </a:lnTo>
                <a:lnTo>
                  <a:pt x="1483304" y="1110517"/>
                </a:lnTo>
                <a:lnTo>
                  <a:pt x="1462820" y="1100405"/>
                </a:lnTo>
                <a:lnTo>
                  <a:pt x="1464600" y="1080639"/>
                </a:lnTo>
                <a:lnTo>
                  <a:pt x="1449015" y="1078801"/>
                </a:lnTo>
                <a:lnTo>
                  <a:pt x="1448570" y="1053979"/>
                </a:lnTo>
                <a:lnTo>
                  <a:pt x="1472171" y="1061334"/>
                </a:lnTo>
                <a:lnTo>
                  <a:pt x="1490429" y="1052141"/>
                </a:lnTo>
                <a:lnTo>
                  <a:pt x="1469500" y="1034215"/>
                </a:lnTo>
                <a:lnTo>
                  <a:pt x="1458812" y="1017667"/>
                </a:lnTo>
                <a:lnTo>
                  <a:pt x="1441890" y="1025022"/>
                </a:lnTo>
                <a:lnTo>
                  <a:pt x="1444562" y="1046625"/>
                </a:lnTo>
                <a:lnTo>
                  <a:pt x="1432984" y="1027779"/>
                </a:lnTo>
                <a:lnTo>
                  <a:pt x="1432985" y="1027779"/>
                </a:lnTo>
                <a:lnTo>
                  <a:pt x="1430313" y="1020426"/>
                </a:lnTo>
                <a:lnTo>
                  <a:pt x="1432985" y="1008475"/>
                </a:lnTo>
                <a:lnTo>
                  <a:pt x="1426306" y="998362"/>
                </a:lnTo>
                <a:lnTo>
                  <a:pt x="1397361" y="988250"/>
                </a:lnTo>
                <a:lnTo>
                  <a:pt x="1380885" y="962050"/>
                </a:lnTo>
                <a:lnTo>
                  <a:pt x="1366635" y="954695"/>
                </a:lnTo>
                <a:lnTo>
                  <a:pt x="1363963" y="945043"/>
                </a:lnTo>
                <a:lnTo>
                  <a:pt x="1386673" y="947801"/>
                </a:lnTo>
                <a:lnTo>
                  <a:pt x="1382220" y="926657"/>
                </a:lnTo>
                <a:lnTo>
                  <a:pt x="1400479" y="922061"/>
                </a:lnTo>
                <a:lnTo>
                  <a:pt x="1421407" y="926197"/>
                </a:lnTo>
                <a:lnTo>
                  <a:pt x="1418291" y="898159"/>
                </a:lnTo>
                <a:lnTo>
                  <a:pt x="1409829" y="880232"/>
                </a:lnTo>
                <a:lnTo>
                  <a:pt x="1387564" y="881611"/>
                </a:lnTo>
                <a:lnTo>
                  <a:pt x="1366635" y="874716"/>
                </a:lnTo>
                <a:lnTo>
                  <a:pt x="1343925" y="887127"/>
                </a:lnTo>
                <a:lnTo>
                  <a:pt x="1324331" y="893562"/>
                </a:lnTo>
                <a:lnTo>
                  <a:pt x="1324330" y="893562"/>
                </a:lnTo>
                <a:lnTo>
                  <a:pt x="1318097" y="910568"/>
                </a:lnTo>
                <a:lnTo>
                  <a:pt x="1297612" y="915165"/>
                </a:lnTo>
                <a:lnTo>
                  <a:pt x="1281582" y="945042"/>
                </a:lnTo>
                <a:lnTo>
                  <a:pt x="1308300" y="973081"/>
                </a:lnTo>
                <a:lnTo>
                  <a:pt x="1310082" y="992386"/>
                </a:lnTo>
                <a:lnTo>
                  <a:pt x="1342589" y="1026860"/>
                </a:lnTo>
                <a:lnTo>
                  <a:pt x="1331456" y="1038811"/>
                </a:lnTo>
                <a:lnTo>
                  <a:pt x="1328784" y="1046165"/>
                </a:lnTo>
                <a:lnTo>
                  <a:pt x="1318098" y="1043867"/>
                </a:lnTo>
                <a:lnTo>
                  <a:pt x="1328784" y="1046165"/>
                </a:lnTo>
                <a:lnTo>
                  <a:pt x="1328784" y="1046165"/>
                </a:lnTo>
                <a:lnTo>
                  <a:pt x="1328785" y="1046165"/>
                </a:lnTo>
                <a:lnTo>
                  <a:pt x="1331457" y="1038811"/>
                </a:lnTo>
                <a:lnTo>
                  <a:pt x="1342590" y="1026860"/>
                </a:lnTo>
                <a:lnTo>
                  <a:pt x="1358175" y="1042029"/>
                </a:lnTo>
                <a:lnTo>
                  <a:pt x="1374206" y="1063172"/>
                </a:lnTo>
                <a:lnTo>
                  <a:pt x="1385338" y="1064552"/>
                </a:lnTo>
                <a:lnTo>
                  <a:pt x="1393799" y="1072365"/>
                </a:lnTo>
                <a:lnTo>
                  <a:pt x="1375096" y="1074664"/>
                </a:lnTo>
                <a:lnTo>
                  <a:pt x="1375542" y="1097646"/>
                </a:lnTo>
                <a:lnTo>
                  <a:pt x="1373761" y="1107759"/>
                </a:lnTo>
                <a:lnTo>
                  <a:pt x="1366190" y="1114653"/>
                </a:lnTo>
                <a:lnTo>
                  <a:pt x="1369753" y="1128903"/>
                </a:lnTo>
                <a:lnTo>
                  <a:pt x="1363963" y="1130741"/>
                </a:lnTo>
                <a:lnTo>
                  <a:pt x="1346597" y="1115113"/>
                </a:lnTo>
                <a:lnTo>
                  <a:pt x="1351940" y="1100864"/>
                </a:lnTo>
                <a:lnTo>
                  <a:pt x="1343480" y="1092131"/>
                </a:lnTo>
                <a:lnTo>
                  <a:pt x="1335019" y="1094429"/>
                </a:lnTo>
                <a:lnTo>
                  <a:pt x="1311418" y="1116032"/>
                </a:lnTo>
                <a:lnTo>
                  <a:pt x="1307410" y="1095348"/>
                </a:lnTo>
                <a:lnTo>
                  <a:pt x="1296278" y="1090752"/>
                </a:lnTo>
                <a:lnTo>
                  <a:pt x="1284701" y="1082938"/>
                </a:lnTo>
                <a:lnTo>
                  <a:pt x="1284700" y="1082938"/>
                </a:lnTo>
                <a:lnTo>
                  <a:pt x="1296278" y="1090752"/>
                </a:lnTo>
                <a:lnTo>
                  <a:pt x="1307410" y="1095349"/>
                </a:lnTo>
                <a:lnTo>
                  <a:pt x="1311418" y="1116033"/>
                </a:lnTo>
                <a:lnTo>
                  <a:pt x="1303403" y="1116952"/>
                </a:lnTo>
                <a:lnTo>
                  <a:pt x="1290934" y="1099945"/>
                </a:lnTo>
                <a:lnTo>
                  <a:pt x="1290044" y="1095349"/>
                </a:lnTo>
                <a:lnTo>
                  <a:pt x="1279802" y="1095349"/>
                </a:lnTo>
                <a:lnTo>
                  <a:pt x="1271341" y="1087535"/>
                </a:lnTo>
                <a:lnTo>
                  <a:pt x="1266888" y="1087994"/>
                </a:lnTo>
                <a:lnTo>
                  <a:pt x="1259523" y="1082292"/>
                </a:lnTo>
                <a:lnTo>
                  <a:pt x="1266887" y="1087994"/>
                </a:lnTo>
                <a:lnTo>
                  <a:pt x="1252192" y="1096727"/>
                </a:lnTo>
                <a:lnTo>
                  <a:pt x="1265106" y="1130281"/>
                </a:lnTo>
                <a:lnTo>
                  <a:pt x="1261989" y="1139474"/>
                </a:lnTo>
                <a:lnTo>
                  <a:pt x="1278910" y="1162917"/>
                </a:lnTo>
                <a:lnTo>
                  <a:pt x="1268223" y="1167972"/>
                </a:lnTo>
                <a:lnTo>
                  <a:pt x="1258872" y="1160618"/>
                </a:lnTo>
                <a:lnTo>
                  <a:pt x="1230817" y="1156481"/>
                </a:lnTo>
                <a:lnTo>
                  <a:pt x="1221466" y="1161078"/>
                </a:lnTo>
                <a:lnTo>
                  <a:pt x="1195193" y="1165674"/>
                </a:lnTo>
                <a:lnTo>
                  <a:pt x="1182280" y="1165215"/>
                </a:lnTo>
                <a:lnTo>
                  <a:pt x="1156897" y="1176246"/>
                </a:lnTo>
                <a:lnTo>
                  <a:pt x="1137304" y="1176246"/>
                </a:lnTo>
                <a:lnTo>
                  <a:pt x="1123945" y="1170731"/>
                </a:lnTo>
                <a:lnTo>
                  <a:pt x="1099008" y="1179004"/>
                </a:lnTo>
                <a:lnTo>
                  <a:pt x="1090547" y="1173488"/>
                </a:lnTo>
                <a:lnTo>
                  <a:pt x="1091439" y="1189576"/>
                </a:lnTo>
                <a:lnTo>
                  <a:pt x="1086094" y="1196011"/>
                </a:lnTo>
                <a:lnTo>
                  <a:pt x="1080306" y="1202446"/>
                </a:lnTo>
                <a:lnTo>
                  <a:pt x="1070063" y="1189117"/>
                </a:lnTo>
                <a:lnTo>
                  <a:pt x="1077634" y="1178085"/>
                </a:lnTo>
                <a:lnTo>
                  <a:pt x="1063384" y="1180843"/>
                </a:lnTo>
                <a:lnTo>
                  <a:pt x="1042900" y="1173948"/>
                </a:lnTo>
                <a:lnTo>
                  <a:pt x="1028651" y="1190955"/>
                </a:lnTo>
                <a:lnTo>
                  <a:pt x="993027" y="1194172"/>
                </a:lnTo>
                <a:lnTo>
                  <a:pt x="972097" y="1178544"/>
                </a:lnTo>
                <a:lnTo>
                  <a:pt x="946715" y="1177625"/>
                </a:lnTo>
                <a:lnTo>
                  <a:pt x="942262" y="1189576"/>
                </a:lnTo>
                <a:lnTo>
                  <a:pt x="926231" y="1193253"/>
                </a:lnTo>
                <a:lnTo>
                  <a:pt x="902185" y="1177625"/>
                </a:lnTo>
                <a:lnTo>
                  <a:pt x="876357" y="1178085"/>
                </a:lnTo>
                <a:lnTo>
                  <a:pt x="859436" y="1148667"/>
                </a:lnTo>
                <a:lnTo>
                  <a:pt x="840733" y="1132579"/>
                </a:lnTo>
                <a:lnTo>
                  <a:pt x="849639" y="1109597"/>
                </a:lnTo>
                <a:lnTo>
                  <a:pt x="833608" y="1095347"/>
                </a:lnTo>
                <a:lnTo>
                  <a:pt x="856318" y="1067309"/>
                </a:lnTo>
                <a:lnTo>
                  <a:pt x="891942" y="1066390"/>
                </a:lnTo>
                <a:lnTo>
                  <a:pt x="899067" y="1043867"/>
                </a:lnTo>
                <a:lnTo>
                  <a:pt x="943598" y="1048004"/>
                </a:lnTo>
                <a:lnTo>
                  <a:pt x="968535" y="1029158"/>
                </a:lnTo>
                <a:lnTo>
                  <a:pt x="994362" y="1020884"/>
                </a:lnTo>
                <a:lnTo>
                  <a:pt x="1032212" y="1019965"/>
                </a:lnTo>
                <a:lnTo>
                  <a:pt x="1075853" y="1040649"/>
                </a:lnTo>
                <a:lnTo>
                  <a:pt x="1111032" y="1052141"/>
                </a:lnTo>
                <a:lnTo>
                  <a:pt x="1136858" y="1047544"/>
                </a:lnTo>
                <a:lnTo>
                  <a:pt x="1157343" y="1050302"/>
                </a:lnTo>
                <a:lnTo>
                  <a:pt x="1181834" y="1034674"/>
                </a:lnTo>
                <a:lnTo>
                  <a:pt x="1181835" y="1034674"/>
                </a:lnTo>
                <a:lnTo>
                  <a:pt x="1183171" y="1022264"/>
                </a:lnTo>
                <a:lnTo>
                  <a:pt x="1173820" y="1002499"/>
                </a:lnTo>
                <a:lnTo>
                  <a:pt x="1158680" y="991467"/>
                </a:lnTo>
                <a:lnTo>
                  <a:pt x="1145321" y="988250"/>
                </a:lnTo>
                <a:lnTo>
                  <a:pt x="1135524" y="979516"/>
                </a:lnTo>
                <a:lnTo>
                  <a:pt x="1137305" y="975839"/>
                </a:lnTo>
                <a:lnTo>
                  <a:pt x="1137304" y="975839"/>
                </a:lnTo>
                <a:lnTo>
                  <a:pt x="1135523" y="979516"/>
                </a:lnTo>
                <a:lnTo>
                  <a:pt x="1101679" y="954695"/>
                </a:lnTo>
                <a:lnTo>
                  <a:pt x="1074072" y="943664"/>
                </a:lnTo>
                <a:lnTo>
                  <a:pt x="1051361" y="926656"/>
                </a:lnTo>
                <a:lnTo>
                  <a:pt x="1067392" y="922059"/>
                </a:lnTo>
                <a:lnTo>
                  <a:pt x="1081641" y="898158"/>
                </a:lnTo>
                <a:lnTo>
                  <a:pt x="1066946" y="886666"/>
                </a:lnTo>
                <a:lnTo>
                  <a:pt x="1097673" y="874716"/>
                </a:lnTo>
                <a:lnTo>
                  <a:pt x="1095891" y="868280"/>
                </a:lnTo>
                <a:lnTo>
                  <a:pt x="1076743" y="872877"/>
                </a:lnTo>
                <a:lnTo>
                  <a:pt x="1059375" y="875175"/>
                </a:lnTo>
                <a:lnTo>
                  <a:pt x="1046016" y="884828"/>
                </a:lnTo>
                <a:lnTo>
                  <a:pt x="1025533" y="886207"/>
                </a:lnTo>
                <a:lnTo>
                  <a:pt x="1007721" y="897239"/>
                </a:lnTo>
                <a:lnTo>
                  <a:pt x="1012174" y="915165"/>
                </a:lnTo>
                <a:lnTo>
                  <a:pt x="1024642" y="922060"/>
                </a:lnTo>
                <a:lnTo>
                  <a:pt x="1047352" y="920221"/>
                </a:lnTo>
                <a:lnTo>
                  <a:pt x="1044681" y="930793"/>
                </a:lnTo>
                <a:lnTo>
                  <a:pt x="1020634" y="935849"/>
                </a:lnTo>
                <a:lnTo>
                  <a:pt x="992580" y="952397"/>
                </a:lnTo>
                <a:lnTo>
                  <a:pt x="978776" y="946421"/>
                </a:lnTo>
                <a:lnTo>
                  <a:pt x="981893" y="933092"/>
                </a:lnTo>
                <a:lnTo>
                  <a:pt x="955620" y="924358"/>
                </a:lnTo>
                <a:lnTo>
                  <a:pt x="958737" y="918842"/>
                </a:lnTo>
                <a:lnTo>
                  <a:pt x="979221" y="909189"/>
                </a:lnTo>
                <a:lnTo>
                  <a:pt x="971651" y="902754"/>
                </a:lnTo>
                <a:lnTo>
                  <a:pt x="935582" y="895400"/>
                </a:lnTo>
                <a:lnTo>
                  <a:pt x="932019" y="884368"/>
                </a:lnTo>
                <a:lnTo>
                  <a:pt x="911981" y="888046"/>
                </a:lnTo>
                <a:lnTo>
                  <a:pt x="906192" y="904133"/>
                </a:lnTo>
                <a:lnTo>
                  <a:pt x="891497" y="925276"/>
                </a:lnTo>
                <a:lnTo>
                  <a:pt x="891498" y="925277"/>
                </a:lnTo>
                <a:lnTo>
                  <a:pt x="893279" y="933091"/>
                </a:lnTo>
                <a:lnTo>
                  <a:pt x="883037" y="939066"/>
                </a:lnTo>
                <a:lnTo>
                  <a:pt x="875912" y="936309"/>
                </a:lnTo>
                <a:lnTo>
                  <a:pt x="874131" y="971702"/>
                </a:lnTo>
                <a:lnTo>
                  <a:pt x="863890" y="983653"/>
                </a:lnTo>
                <a:lnTo>
                  <a:pt x="858100" y="1004338"/>
                </a:lnTo>
                <a:lnTo>
                  <a:pt x="867451" y="1020885"/>
                </a:lnTo>
                <a:lnTo>
                  <a:pt x="846967" y="1017208"/>
                </a:lnTo>
                <a:lnTo>
                  <a:pt x="867451" y="1020886"/>
                </a:lnTo>
                <a:lnTo>
                  <a:pt x="871459" y="1032377"/>
                </a:lnTo>
                <a:lnTo>
                  <a:pt x="892833" y="1041570"/>
                </a:lnTo>
                <a:lnTo>
                  <a:pt x="889716" y="1048924"/>
                </a:lnTo>
                <a:lnTo>
                  <a:pt x="862108" y="1050303"/>
                </a:lnTo>
                <a:lnTo>
                  <a:pt x="853202" y="1059496"/>
                </a:lnTo>
                <a:lnTo>
                  <a:pt x="835835" y="1075125"/>
                </a:lnTo>
                <a:lnTo>
                  <a:pt x="826929" y="1061794"/>
                </a:lnTo>
                <a:lnTo>
                  <a:pt x="826484" y="1055819"/>
                </a:lnTo>
                <a:lnTo>
                  <a:pt x="812234" y="1054899"/>
                </a:lnTo>
                <a:lnTo>
                  <a:pt x="800211" y="1052142"/>
                </a:lnTo>
                <a:lnTo>
                  <a:pt x="772603" y="1059496"/>
                </a:lnTo>
                <a:lnTo>
                  <a:pt x="790415" y="1076044"/>
                </a:lnTo>
                <a:lnTo>
                  <a:pt x="779282" y="1081099"/>
                </a:lnTo>
                <a:lnTo>
                  <a:pt x="766368" y="1081099"/>
                </a:lnTo>
                <a:lnTo>
                  <a:pt x="752564" y="1065931"/>
                </a:lnTo>
                <a:lnTo>
                  <a:pt x="748556" y="1072366"/>
                </a:lnTo>
                <a:lnTo>
                  <a:pt x="755681" y="1089833"/>
                </a:lnTo>
                <a:lnTo>
                  <a:pt x="768595" y="1103623"/>
                </a:lnTo>
                <a:lnTo>
                  <a:pt x="760134" y="1110058"/>
                </a:lnTo>
                <a:lnTo>
                  <a:pt x="774384" y="1123388"/>
                </a:lnTo>
                <a:lnTo>
                  <a:pt x="786852" y="1132121"/>
                </a:lnTo>
                <a:lnTo>
                  <a:pt x="788633" y="1148669"/>
                </a:lnTo>
                <a:lnTo>
                  <a:pt x="766368" y="1140854"/>
                </a:lnTo>
                <a:lnTo>
                  <a:pt x="774384" y="1156023"/>
                </a:lnTo>
                <a:lnTo>
                  <a:pt x="759688" y="1158781"/>
                </a:lnTo>
                <a:lnTo>
                  <a:pt x="770821" y="1184981"/>
                </a:lnTo>
                <a:lnTo>
                  <a:pt x="755235" y="1185441"/>
                </a:lnTo>
                <a:lnTo>
                  <a:pt x="734752" y="1172570"/>
                </a:lnTo>
                <a:lnTo>
                  <a:pt x="724064" y="1149128"/>
                </a:lnTo>
                <a:lnTo>
                  <a:pt x="718275" y="1129363"/>
                </a:lnTo>
                <a:lnTo>
                  <a:pt x="708034" y="1116033"/>
                </a:lnTo>
                <a:lnTo>
                  <a:pt x="694675" y="1099026"/>
                </a:lnTo>
                <a:lnTo>
                  <a:pt x="692448" y="1090752"/>
                </a:lnTo>
                <a:lnTo>
                  <a:pt x="702245" y="1076503"/>
                </a:lnTo>
                <a:lnTo>
                  <a:pt x="702690" y="1066851"/>
                </a:lnTo>
                <a:lnTo>
                  <a:pt x="710260" y="1062713"/>
                </a:lnTo>
                <a:lnTo>
                  <a:pt x="709815" y="1054899"/>
                </a:lnTo>
                <a:lnTo>
                  <a:pt x="724955" y="1052601"/>
                </a:lnTo>
                <a:lnTo>
                  <a:pt x="732970" y="1046166"/>
                </a:lnTo>
                <a:lnTo>
                  <a:pt x="745439" y="1046625"/>
                </a:lnTo>
                <a:lnTo>
                  <a:pt x="749002" y="1041570"/>
                </a:lnTo>
                <a:lnTo>
                  <a:pt x="753455" y="1040651"/>
                </a:lnTo>
                <a:lnTo>
                  <a:pt x="770376" y="1041570"/>
                </a:lnTo>
                <a:lnTo>
                  <a:pt x="753454" y="1040650"/>
                </a:lnTo>
                <a:lnTo>
                  <a:pt x="753454" y="1040649"/>
                </a:lnTo>
                <a:lnTo>
                  <a:pt x="749001" y="1041569"/>
                </a:lnTo>
                <a:lnTo>
                  <a:pt x="745439" y="1046625"/>
                </a:lnTo>
                <a:lnTo>
                  <a:pt x="732971" y="1046165"/>
                </a:lnTo>
                <a:lnTo>
                  <a:pt x="724955" y="1052600"/>
                </a:lnTo>
                <a:lnTo>
                  <a:pt x="709815" y="1054898"/>
                </a:lnTo>
                <a:lnTo>
                  <a:pt x="699573" y="1048003"/>
                </a:lnTo>
                <a:lnTo>
                  <a:pt x="695120" y="1035593"/>
                </a:lnTo>
                <a:lnTo>
                  <a:pt x="697347" y="1025481"/>
                </a:lnTo>
                <a:lnTo>
                  <a:pt x="697346" y="1025481"/>
                </a:lnTo>
                <a:lnTo>
                  <a:pt x="694675" y="1014909"/>
                </a:lnTo>
                <a:lnTo>
                  <a:pt x="688886" y="1011691"/>
                </a:lnTo>
                <a:lnTo>
                  <a:pt x="683542" y="1003877"/>
                </a:lnTo>
                <a:lnTo>
                  <a:pt x="677309" y="1006635"/>
                </a:lnTo>
                <a:lnTo>
                  <a:pt x="675527" y="1001120"/>
                </a:lnTo>
                <a:lnTo>
                  <a:pt x="675527" y="1001121"/>
                </a:lnTo>
                <a:lnTo>
                  <a:pt x="677307" y="1006636"/>
                </a:lnTo>
                <a:lnTo>
                  <a:pt x="683542" y="1003878"/>
                </a:lnTo>
                <a:lnTo>
                  <a:pt x="688885" y="1011692"/>
                </a:lnTo>
                <a:lnTo>
                  <a:pt x="694674" y="1014910"/>
                </a:lnTo>
                <a:lnTo>
                  <a:pt x="697346" y="1025482"/>
                </a:lnTo>
                <a:lnTo>
                  <a:pt x="695119" y="1035594"/>
                </a:lnTo>
                <a:lnTo>
                  <a:pt x="699572" y="1048004"/>
                </a:lnTo>
                <a:lnTo>
                  <a:pt x="709814" y="1054899"/>
                </a:lnTo>
                <a:lnTo>
                  <a:pt x="710260" y="1062713"/>
                </a:lnTo>
                <a:lnTo>
                  <a:pt x="702689" y="1066850"/>
                </a:lnTo>
                <a:lnTo>
                  <a:pt x="702244" y="1076503"/>
                </a:lnTo>
                <a:lnTo>
                  <a:pt x="692448" y="1090752"/>
                </a:lnTo>
                <a:lnTo>
                  <a:pt x="688440" y="1088914"/>
                </a:lnTo>
                <a:lnTo>
                  <a:pt x="687549" y="1082478"/>
                </a:lnTo>
                <a:lnTo>
                  <a:pt x="673745" y="1072366"/>
                </a:lnTo>
                <a:lnTo>
                  <a:pt x="670628" y="1058577"/>
                </a:lnTo>
                <a:lnTo>
                  <a:pt x="671073" y="1038352"/>
                </a:lnTo>
                <a:lnTo>
                  <a:pt x="673300" y="1029618"/>
                </a:lnTo>
                <a:lnTo>
                  <a:pt x="669292" y="1025022"/>
                </a:lnTo>
                <a:lnTo>
                  <a:pt x="669292" y="1025021"/>
                </a:lnTo>
                <a:lnTo>
                  <a:pt x="664394" y="1022723"/>
                </a:lnTo>
                <a:lnTo>
                  <a:pt x="656824" y="1013070"/>
                </a:lnTo>
                <a:lnTo>
                  <a:pt x="646582" y="1007095"/>
                </a:lnTo>
                <a:lnTo>
                  <a:pt x="648809" y="1002499"/>
                </a:lnTo>
                <a:lnTo>
                  <a:pt x="650590" y="986411"/>
                </a:lnTo>
                <a:lnTo>
                  <a:pt x="657715" y="979516"/>
                </a:lnTo>
                <a:lnTo>
                  <a:pt x="650590" y="986410"/>
                </a:lnTo>
                <a:lnTo>
                  <a:pt x="648809" y="1002498"/>
                </a:lnTo>
                <a:lnTo>
                  <a:pt x="627434" y="991467"/>
                </a:lnTo>
                <a:lnTo>
                  <a:pt x="618083" y="979057"/>
                </a:lnTo>
                <a:lnTo>
                  <a:pt x="608732" y="972621"/>
                </a:lnTo>
                <a:lnTo>
                  <a:pt x="597599" y="961590"/>
                </a:lnTo>
                <a:lnTo>
                  <a:pt x="591810" y="952857"/>
                </a:lnTo>
                <a:lnTo>
                  <a:pt x="579787" y="939067"/>
                </a:lnTo>
                <a:lnTo>
                  <a:pt x="583350" y="927117"/>
                </a:lnTo>
                <a:lnTo>
                  <a:pt x="583349" y="927116"/>
                </a:lnTo>
                <a:lnTo>
                  <a:pt x="579786" y="939067"/>
                </a:lnTo>
                <a:lnTo>
                  <a:pt x="591809" y="952857"/>
                </a:lnTo>
                <a:lnTo>
                  <a:pt x="597598" y="961590"/>
                </a:lnTo>
                <a:lnTo>
                  <a:pt x="608731" y="972621"/>
                </a:lnTo>
                <a:lnTo>
                  <a:pt x="618083" y="979057"/>
                </a:lnTo>
                <a:lnTo>
                  <a:pt x="627433" y="991467"/>
                </a:lnTo>
                <a:lnTo>
                  <a:pt x="648808" y="1002499"/>
                </a:lnTo>
                <a:lnTo>
                  <a:pt x="646582" y="1007095"/>
                </a:lnTo>
                <a:lnTo>
                  <a:pt x="624317" y="996524"/>
                </a:lnTo>
                <a:lnTo>
                  <a:pt x="610067" y="985952"/>
                </a:lnTo>
                <a:lnTo>
                  <a:pt x="588692" y="977218"/>
                </a:lnTo>
                <a:lnTo>
                  <a:pt x="567763" y="956074"/>
                </a:lnTo>
                <a:lnTo>
                  <a:pt x="572216" y="953776"/>
                </a:lnTo>
                <a:lnTo>
                  <a:pt x="561084" y="941366"/>
                </a:lnTo>
                <a:lnTo>
                  <a:pt x="559748" y="931713"/>
                </a:lnTo>
                <a:lnTo>
                  <a:pt x="545052" y="927116"/>
                </a:lnTo>
                <a:lnTo>
                  <a:pt x="538818" y="939527"/>
                </a:lnTo>
                <a:lnTo>
                  <a:pt x="531693" y="929874"/>
                </a:lnTo>
                <a:lnTo>
                  <a:pt x="531693" y="919761"/>
                </a:lnTo>
                <a:lnTo>
                  <a:pt x="532138" y="919303"/>
                </a:lnTo>
                <a:lnTo>
                  <a:pt x="532139" y="919302"/>
                </a:lnTo>
                <a:lnTo>
                  <a:pt x="537037" y="917004"/>
                </a:lnTo>
                <a:lnTo>
                  <a:pt x="537036" y="917004"/>
                </a:lnTo>
                <a:lnTo>
                  <a:pt x="518780" y="912407"/>
                </a:lnTo>
                <a:lnTo>
                  <a:pt x="501413" y="922979"/>
                </a:lnTo>
                <a:lnTo>
                  <a:pt x="503195" y="937228"/>
                </a:lnTo>
                <a:lnTo>
                  <a:pt x="500968" y="945502"/>
                </a:lnTo>
                <a:lnTo>
                  <a:pt x="509428" y="960211"/>
                </a:lnTo>
                <a:lnTo>
                  <a:pt x="531693" y="974920"/>
                </a:lnTo>
                <a:lnTo>
                  <a:pt x="544607" y="999281"/>
                </a:lnTo>
                <a:lnTo>
                  <a:pt x="571770" y="1022724"/>
                </a:lnTo>
                <a:lnTo>
                  <a:pt x="589582" y="1022264"/>
                </a:lnTo>
                <a:lnTo>
                  <a:pt x="595817" y="1028699"/>
                </a:lnTo>
                <a:lnTo>
                  <a:pt x="589582" y="1034674"/>
                </a:lnTo>
                <a:lnTo>
                  <a:pt x="610958" y="1045246"/>
                </a:lnTo>
                <a:lnTo>
                  <a:pt x="628770" y="1053979"/>
                </a:lnTo>
                <a:lnTo>
                  <a:pt x="649698" y="1069608"/>
                </a:lnTo>
                <a:lnTo>
                  <a:pt x="652371" y="1074664"/>
                </a:lnTo>
                <a:lnTo>
                  <a:pt x="648808" y="1085236"/>
                </a:lnTo>
                <a:lnTo>
                  <a:pt x="635004" y="1071446"/>
                </a:lnTo>
                <a:lnTo>
                  <a:pt x="614520" y="1066850"/>
                </a:lnTo>
                <a:lnTo>
                  <a:pt x="606059" y="1085696"/>
                </a:lnTo>
                <a:lnTo>
                  <a:pt x="623426" y="1096727"/>
                </a:lnTo>
                <a:lnTo>
                  <a:pt x="621645" y="1111896"/>
                </a:lnTo>
                <a:lnTo>
                  <a:pt x="612294" y="1113734"/>
                </a:lnTo>
                <a:lnTo>
                  <a:pt x="601161" y="1139015"/>
                </a:lnTo>
                <a:lnTo>
                  <a:pt x="591364" y="1141313"/>
                </a:lnTo>
                <a:lnTo>
                  <a:pt x="590919" y="1132120"/>
                </a:lnTo>
                <a:lnTo>
                  <a:pt x="594927" y="1116492"/>
                </a:lnTo>
                <a:lnTo>
                  <a:pt x="599825" y="1110057"/>
                </a:lnTo>
                <a:lnTo>
                  <a:pt x="589582" y="1093050"/>
                </a:lnTo>
                <a:lnTo>
                  <a:pt x="581567" y="1078341"/>
                </a:lnTo>
                <a:lnTo>
                  <a:pt x="571770" y="1074664"/>
                </a:lnTo>
                <a:lnTo>
                  <a:pt x="563755" y="1062253"/>
                </a:lnTo>
                <a:lnTo>
                  <a:pt x="548615" y="1056738"/>
                </a:lnTo>
                <a:lnTo>
                  <a:pt x="537928" y="1044786"/>
                </a:lnTo>
                <a:lnTo>
                  <a:pt x="521007" y="1042948"/>
                </a:lnTo>
                <a:lnTo>
                  <a:pt x="501859" y="1030078"/>
                </a:lnTo>
                <a:lnTo>
                  <a:pt x="480038" y="1010772"/>
                </a:lnTo>
                <a:lnTo>
                  <a:pt x="463562" y="994225"/>
                </a:lnTo>
                <a:lnTo>
                  <a:pt x="455102" y="965267"/>
                </a:lnTo>
                <a:lnTo>
                  <a:pt x="443524" y="962049"/>
                </a:lnTo>
                <a:lnTo>
                  <a:pt x="424820" y="952397"/>
                </a:lnTo>
                <a:lnTo>
                  <a:pt x="414579" y="956074"/>
                </a:lnTo>
                <a:lnTo>
                  <a:pt x="401666" y="969864"/>
                </a:lnTo>
                <a:lnTo>
                  <a:pt x="392314" y="971702"/>
                </a:lnTo>
                <a:lnTo>
                  <a:pt x="394540" y="959292"/>
                </a:lnTo>
                <a:lnTo>
                  <a:pt x="382072" y="955614"/>
                </a:lnTo>
                <a:lnTo>
                  <a:pt x="375392" y="933092"/>
                </a:lnTo>
                <a:lnTo>
                  <a:pt x="382962" y="924358"/>
                </a:lnTo>
                <a:lnTo>
                  <a:pt x="376283" y="913327"/>
                </a:lnTo>
                <a:lnTo>
                  <a:pt x="376728" y="905053"/>
                </a:lnTo>
                <a:lnTo>
                  <a:pt x="368713" y="892643"/>
                </a:lnTo>
                <a:lnTo>
                  <a:pt x="368711" y="892644"/>
                </a:lnTo>
                <a:lnTo>
                  <a:pt x="376727" y="905053"/>
                </a:lnTo>
                <a:lnTo>
                  <a:pt x="376281" y="913327"/>
                </a:lnTo>
                <a:lnTo>
                  <a:pt x="382961" y="924359"/>
                </a:lnTo>
                <a:lnTo>
                  <a:pt x="375390" y="933092"/>
                </a:lnTo>
                <a:lnTo>
                  <a:pt x="382070" y="955615"/>
                </a:lnTo>
                <a:lnTo>
                  <a:pt x="394539" y="959292"/>
                </a:lnTo>
                <a:lnTo>
                  <a:pt x="392312" y="971703"/>
                </a:lnTo>
                <a:lnTo>
                  <a:pt x="372274" y="988250"/>
                </a:lnTo>
                <a:lnTo>
                  <a:pt x="326852" y="980436"/>
                </a:lnTo>
                <a:lnTo>
                  <a:pt x="293900" y="990089"/>
                </a:lnTo>
                <a:lnTo>
                  <a:pt x="291228" y="1007555"/>
                </a:lnTo>
                <a:lnTo>
                  <a:pt x="291229" y="1007555"/>
                </a:lnTo>
                <a:lnTo>
                  <a:pt x="293010" y="1024562"/>
                </a:lnTo>
                <a:lnTo>
                  <a:pt x="271191" y="1043867"/>
                </a:lnTo>
                <a:lnTo>
                  <a:pt x="241800" y="1050302"/>
                </a:lnTo>
                <a:lnTo>
                  <a:pt x="239574" y="1059955"/>
                </a:lnTo>
                <a:lnTo>
                  <a:pt x="225324" y="1076043"/>
                </a:lnTo>
                <a:lnTo>
                  <a:pt x="216418" y="1099944"/>
                </a:lnTo>
                <a:lnTo>
                  <a:pt x="225324" y="1116951"/>
                </a:lnTo>
                <a:lnTo>
                  <a:pt x="211965" y="1129822"/>
                </a:lnTo>
                <a:lnTo>
                  <a:pt x="206622" y="1149127"/>
                </a:lnTo>
                <a:lnTo>
                  <a:pt x="188809" y="1155102"/>
                </a:lnTo>
                <a:lnTo>
                  <a:pt x="172333" y="1177626"/>
                </a:lnTo>
                <a:lnTo>
                  <a:pt x="142053" y="1178085"/>
                </a:lnTo>
                <a:lnTo>
                  <a:pt x="119788" y="1177626"/>
                </a:lnTo>
                <a:lnTo>
                  <a:pt x="104647" y="1187738"/>
                </a:lnTo>
                <a:lnTo>
                  <a:pt x="95296" y="1198769"/>
                </a:lnTo>
                <a:lnTo>
                  <a:pt x="83718" y="1196471"/>
                </a:lnTo>
                <a:lnTo>
                  <a:pt x="75258" y="1186359"/>
                </a:lnTo>
                <a:lnTo>
                  <a:pt x="69023" y="1169811"/>
                </a:lnTo>
                <a:lnTo>
                  <a:pt x="47203" y="1165215"/>
                </a:lnTo>
                <a:lnTo>
                  <a:pt x="45423" y="1155102"/>
                </a:lnTo>
                <a:lnTo>
                  <a:pt x="54329" y="1144071"/>
                </a:lnTo>
                <a:lnTo>
                  <a:pt x="57890" y="1136257"/>
                </a:lnTo>
                <a:lnTo>
                  <a:pt x="49876" y="1127523"/>
                </a:lnTo>
                <a:lnTo>
                  <a:pt x="57000" y="1108218"/>
                </a:lnTo>
                <a:lnTo>
                  <a:pt x="48094" y="1090751"/>
                </a:lnTo>
                <a:lnTo>
                  <a:pt x="58336" y="1088453"/>
                </a:lnTo>
                <a:lnTo>
                  <a:pt x="59672" y="1074204"/>
                </a:lnTo>
                <a:lnTo>
                  <a:pt x="63235" y="1070067"/>
                </a:lnTo>
                <a:lnTo>
                  <a:pt x="64570" y="1047085"/>
                </a:lnTo>
                <a:lnTo>
                  <a:pt x="75258" y="1039271"/>
                </a:lnTo>
                <a:lnTo>
                  <a:pt x="69469" y="1024562"/>
                </a:lnTo>
                <a:lnTo>
                  <a:pt x="69468" y="1024562"/>
                </a:lnTo>
                <a:lnTo>
                  <a:pt x="75256" y="1039270"/>
                </a:lnTo>
                <a:lnTo>
                  <a:pt x="64569" y="1047084"/>
                </a:lnTo>
                <a:lnTo>
                  <a:pt x="63233" y="1070067"/>
                </a:lnTo>
                <a:lnTo>
                  <a:pt x="59671" y="1074204"/>
                </a:lnTo>
                <a:lnTo>
                  <a:pt x="58335" y="1088453"/>
                </a:lnTo>
                <a:lnTo>
                  <a:pt x="48093" y="1090751"/>
                </a:lnTo>
                <a:lnTo>
                  <a:pt x="56999" y="1108218"/>
                </a:lnTo>
                <a:lnTo>
                  <a:pt x="49874" y="1127523"/>
                </a:lnTo>
                <a:lnTo>
                  <a:pt x="57889" y="1136257"/>
                </a:lnTo>
                <a:lnTo>
                  <a:pt x="54327" y="1144071"/>
                </a:lnTo>
                <a:lnTo>
                  <a:pt x="45421" y="1155102"/>
                </a:lnTo>
                <a:lnTo>
                  <a:pt x="47202" y="1165215"/>
                </a:lnTo>
                <a:lnTo>
                  <a:pt x="37406" y="1172569"/>
                </a:lnTo>
                <a:lnTo>
                  <a:pt x="24937" y="1168433"/>
                </a:lnTo>
                <a:lnTo>
                  <a:pt x="12914" y="1171650"/>
                </a:lnTo>
                <a:lnTo>
                  <a:pt x="16921" y="1148667"/>
                </a:lnTo>
                <a:lnTo>
                  <a:pt x="15585" y="1130741"/>
                </a:lnTo>
                <a:lnTo>
                  <a:pt x="4898" y="1127983"/>
                </a:lnTo>
                <a:lnTo>
                  <a:pt x="0" y="1116952"/>
                </a:lnTo>
                <a:lnTo>
                  <a:pt x="2226" y="1097646"/>
                </a:lnTo>
                <a:lnTo>
                  <a:pt x="12023" y="1087074"/>
                </a:lnTo>
                <a:lnTo>
                  <a:pt x="14249" y="1075123"/>
                </a:lnTo>
                <a:lnTo>
                  <a:pt x="19594" y="1057656"/>
                </a:lnTo>
                <a:lnTo>
                  <a:pt x="19594" y="1045246"/>
                </a:lnTo>
                <a:lnTo>
                  <a:pt x="15585" y="1034674"/>
                </a:lnTo>
                <a:lnTo>
                  <a:pt x="14695" y="1024561"/>
                </a:lnTo>
                <a:lnTo>
                  <a:pt x="14697" y="1024560"/>
                </a:lnTo>
                <a:lnTo>
                  <a:pt x="16923" y="1003878"/>
                </a:lnTo>
                <a:lnTo>
                  <a:pt x="8017" y="991467"/>
                </a:lnTo>
                <a:lnTo>
                  <a:pt x="40970" y="970323"/>
                </a:lnTo>
                <a:lnTo>
                  <a:pt x="68578" y="975380"/>
                </a:lnTo>
                <a:lnTo>
                  <a:pt x="99304" y="975380"/>
                </a:lnTo>
                <a:lnTo>
                  <a:pt x="123350" y="980435"/>
                </a:lnTo>
                <a:lnTo>
                  <a:pt x="142498" y="978597"/>
                </a:lnTo>
                <a:lnTo>
                  <a:pt x="179457" y="979976"/>
                </a:lnTo>
                <a:lnTo>
                  <a:pt x="191481" y="962510"/>
                </a:lnTo>
                <a:lnTo>
                  <a:pt x="195934" y="904594"/>
                </a:lnTo>
                <a:lnTo>
                  <a:pt x="173223" y="874257"/>
                </a:lnTo>
                <a:lnTo>
                  <a:pt x="156747" y="859548"/>
                </a:lnTo>
                <a:lnTo>
                  <a:pt x="122904" y="848516"/>
                </a:lnTo>
                <a:lnTo>
                  <a:pt x="121123" y="827373"/>
                </a:lnTo>
                <a:lnTo>
                  <a:pt x="150067" y="821397"/>
                </a:lnTo>
                <a:lnTo>
                  <a:pt x="187028" y="828752"/>
                </a:lnTo>
                <a:lnTo>
                  <a:pt x="180348" y="796116"/>
                </a:lnTo>
                <a:lnTo>
                  <a:pt x="201277" y="808527"/>
                </a:lnTo>
                <a:lnTo>
                  <a:pt x="252042" y="786463"/>
                </a:lnTo>
                <a:lnTo>
                  <a:pt x="258721" y="763021"/>
                </a:lnTo>
                <a:lnTo>
                  <a:pt x="277424" y="757046"/>
                </a:lnTo>
                <a:lnTo>
                  <a:pt x="280987" y="767158"/>
                </a:lnTo>
                <a:lnTo>
                  <a:pt x="290783" y="767618"/>
                </a:lnTo>
                <a:lnTo>
                  <a:pt x="301470" y="779109"/>
                </a:lnTo>
                <a:lnTo>
                  <a:pt x="317056" y="792439"/>
                </a:lnTo>
                <a:lnTo>
                  <a:pt x="328188" y="790141"/>
                </a:lnTo>
                <a:lnTo>
                  <a:pt x="347782" y="803471"/>
                </a:lnTo>
                <a:lnTo>
                  <a:pt x="352680" y="805769"/>
                </a:lnTo>
                <a:lnTo>
                  <a:pt x="358915" y="805309"/>
                </a:lnTo>
                <a:lnTo>
                  <a:pt x="369602" y="812664"/>
                </a:lnTo>
                <a:lnTo>
                  <a:pt x="401663" y="818180"/>
                </a:lnTo>
                <a:lnTo>
                  <a:pt x="390976" y="837485"/>
                </a:lnTo>
                <a:lnTo>
                  <a:pt x="389195" y="858169"/>
                </a:lnTo>
                <a:lnTo>
                  <a:pt x="383408" y="863224"/>
                </a:lnTo>
                <a:lnTo>
                  <a:pt x="383408" y="863225"/>
                </a:lnTo>
                <a:lnTo>
                  <a:pt x="389197" y="858169"/>
                </a:lnTo>
                <a:lnTo>
                  <a:pt x="407900" y="858169"/>
                </a:lnTo>
                <a:lnTo>
                  <a:pt x="411257" y="853664"/>
                </a:lnTo>
                <a:lnTo>
                  <a:pt x="407900" y="858168"/>
                </a:lnTo>
                <a:lnTo>
                  <a:pt x="389197" y="858168"/>
                </a:lnTo>
                <a:lnTo>
                  <a:pt x="390978" y="837484"/>
                </a:lnTo>
                <a:lnTo>
                  <a:pt x="401665" y="818179"/>
                </a:lnTo>
                <a:lnTo>
                  <a:pt x="369604" y="812663"/>
                </a:lnTo>
                <a:lnTo>
                  <a:pt x="358917" y="805308"/>
                </a:lnTo>
                <a:lnTo>
                  <a:pt x="359807" y="792898"/>
                </a:lnTo>
                <a:lnTo>
                  <a:pt x="359807" y="792897"/>
                </a:lnTo>
                <a:lnTo>
                  <a:pt x="358917" y="805308"/>
                </a:lnTo>
                <a:lnTo>
                  <a:pt x="352682" y="805767"/>
                </a:lnTo>
                <a:lnTo>
                  <a:pt x="347784" y="803469"/>
                </a:lnTo>
                <a:lnTo>
                  <a:pt x="347784" y="803470"/>
                </a:lnTo>
                <a:lnTo>
                  <a:pt x="328191" y="790139"/>
                </a:lnTo>
                <a:lnTo>
                  <a:pt x="317059" y="792438"/>
                </a:lnTo>
                <a:lnTo>
                  <a:pt x="301473" y="779108"/>
                </a:lnTo>
                <a:lnTo>
                  <a:pt x="290785" y="767617"/>
                </a:lnTo>
                <a:lnTo>
                  <a:pt x="280989" y="767157"/>
                </a:lnTo>
                <a:lnTo>
                  <a:pt x="277426" y="757045"/>
                </a:lnTo>
                <a:lnTo>
                  <a:pt x="294793" y="751529"/>
                </a:lnTo>
                <a:lnTo>
                  <a:pt x="305925" y="743716"/>
                </a:lnTo>
                <a:lnTo>
                  <a:pt x="323737" y="702347"/>
                </a:lnTo>
                <a:lnTo>
                  <a:pt x="352682" y="690396"/>
                </a:lnTo>
                <a:lnTo>
                  <a:pt x="370494" y="691315"/>
                </a:lnTo>
                <a:lnTo>
                  <a:pt x="374057" y="685340"/>
                </a:lnTo>
                <a:lnTo>
                  <a:pt x="391870" y="683961"/>
                </a:lnTo>
                <a:lnTo>
                  <a:pt x="396323" y="689936"/>
                </a:lnTo>
                <a:lnTo>
                  <a:pt x="410126" y="676147"/>
                </a:lnTo>
                <a:lnTo>
                  <a:pt x="404337" y="665575"/>
                </a:lnTo>
                <a:lnTo>
                  <a:pt x="402556" y="649947"/>
                </a:lnTo>
                <a:lnTo>
                  <a:pt x="393205" y="634319"/>
                </a:lnTo>
                <a:lnTo>
                  <a:pt x="391423" y="606280"/>
                </a:lnTo>
                <a:lnTo>
                  <a:pt x="394095" y="598466"/>
                </a:lnTo>
                <a:lnTo>
                  <a:pt x="399884" y="590192"/>
                </a:lnTo>
                <a:lnTo>
                  <a:pt x="417697" y="588813"/>
                </a:lnTo>
                <a:lnTo>
                  <a:pt x="424821" y="580999"/>
                </a:lnTo>
                <a:lnTo>
                  <a:pt x="440852" y="573185"/>
                </a:lnTo>
                <a:lnTo>
                  <a:pt x="440852" y="587434"/>
                </a:lnTo>
                <a:lnTo>
                  <a:pt x="435509" y="596627"/>
                </a:lnTo>
                <a:lnTo>
                  <a:pt x="438626" y="603981"/>
                </a:lnTo>
                <a:lnTo>
                  <a:pt x="450204" y="608119"/>
                </a:lnTo>
                <a:lnTo>
                  <a:pt x="445751" y="618690"/>
                </a:lnTo>
                <a:lnTo>
                  <a:pt x="439516" y="615933"/>
                </a:lnTo>
                <a:lnTo>
                  <a:pt x="425712" y="635698"/>
                </a:lnTo>
                <a:lnTo>
                  <a:pt x="431946" y="649487"/>
                </a:lnTo>
                <a:lnTo>
                  <a:pt x="431947" y="649487"/>
                </a:lnTo>
                <a:lnTo>
                  <a:pt x="433282" y="660059"/>
                </a:lnTo>
                <a:lnTo>
                  <a:pt x="455101" y="666494"/>
                </a:lnTo>
                <a:lnTo>
                  <a:pt x="455547" y="676606"/>
                </a:lnTo>
                <a:lnTo>
                  <a:pt x="476477" y="671090"/>
                </a:lnTo>
                <a:lnTo>
                  <a:pt x="488054" y="663736"/>
                </a:lnTo>
                <a:lnTo>
                  <a:pt x="512991" y="674768"/>
                </a:lnTo>
                <a:lnTo>
                  <a:pt x="523678" y="683501"/>
                </a:lnTo>
                <a:lnTo>
                  <a:pt x="537482" y="675227"/>
                </a:lnTo>
                <a:lnTo>
                  <a:pt x="569099" y="662357"/>
                </a:lnTo>
                <a:lnTo>
                  <a:pt x="594927" y="653164"/>
                </a:lnTo>
                <a:lnTo>
                  <a:pt x="616301" y="657760"/>
                </a:lnTo>
                <a:lnTo>
                  <a:pt x="618973" y="664655"/>
                </a:lnTo>
                <a:lnTo>
                  <a:pt x="639456" y="664655"/>
                </a:lnTo>
                <a:lnTo>
                  <a:pt x="642573" y="652704"/>
                </a:lnTo>
                <a:lnTo>
                  <a:pt x="670628" y="643511"/>
                </a:lnTo>
                <a:lnTo>
                  <a:pt x="663057" y="620069"/>
                </a:lnTo>
                <a:lnTo>
                  <a:pt x="663058" y="620069"/>
                </a:lnTo>
                <a:lnTo>
                  <a:pt x="660831" y="599385"/>
                </a:lnTo>
                <a:lnTo>
                  <a:pt x="668402" y="581918"/>
                </a:lnTo>
                <a:lnTo>
                  <a:pt x="686659" y="572725"/>
                </a:lnTo>
                <a:lnTo>
                  <a:pt x="706253" y="593410"/>
                </a:lnTo>
                <a:lnTo>
                  <a:pt x="722729" y="592490"/>
                </a:lnTo>
                <a:lnTo>
                  <a:pt x="723174" y="571346"/>
                </a:lnTo>
                <a:lnTo>
                  <a:pt x="740095" y="566750"/>
                </a:lnTo>
                <a:lnTo>
                  <a:pt x="747154" y="569178"/>
                </a:lnTo>
                <a:lnTo>
                  <a:pt x="749446" y="569967"/>
                </a:lnTo>
                <a:lnTo>
                  <a:pt x="755728" y="573209"/>
                </a:lnTo>
                <a:lnTo>
                  <a:pt x="749447" y="569967"/>
                </a:lnTo>
                <a:lnTo>
                  <a:pt x="747154" y="569178"/>
                </a:lnTo>
                <a:lnTo>
                  <a:pt x="740095" y="566749"/>
                </a:lnTo>
                <a:lnTo>
                  <a:pt x="723174" y="571346"/>
                </a:lnTo>
                <a:lnTo>
                  <a:pt x="722728" y="555258"/>
                </a:lnTo>
                <a:lnTo>
                  <a:pt x="716049" y="558935"/>
                </a:lnTo>
                <a:lnTo>
                  <a:pt x="701354" y="549282"/>
                </a:lnTo>
                <a:lnTo>
                  <a:pt x="696901" y="533654"/>
                </a:lnTo>
                <a:lnTo>
                  <a:pt x="721393" y="525840"/>
                </a:lnTo>
                <a:lnTo>
                  <a:pt x="746329" y="522163"/>
                </a:lnTo>
                <a:lnTo>
                  <a:pt x="769040" y="526299"/>
                </a:lnTo>
                <a:lnTo>
                  <a:pt x="789968" y="525840"/>
                </a:lnTo>
                <a:lnTo>
                  <a:pt x="810006" y="510672"/>
                </a:lnTo>
                <a:lnTo>
                  <a:pt x="785962" y="497802"/>
                </a:lnTo>
                <a:lnTo>
                  <a:pt x="785961" y="497803"/>
                </a:lnTo>
                <a:lnTo>
                  <a:pt x="750337" y="500101"/>
                </a:lnTo>
                <a:lnTo>
                  <a:pt x="716493" y="509753"/>
                </a:lnTo>
                <a:lnTo>
                  <a:pt x="684877" y="515729"/>
                </a:lnTo>
                <a:lnTo>
                  <a:pt x="670628" y="501020"/>
                </a:lnTo>
                <a:lnTo>
                  <a:pt x="649698" y="492287"/>
                </a:lnTo>
                <a:lnTo>
                  <a:pt x="650145" y="465627"/>
                </a:lnTo>
                <a:lnTo>
                  <a:pt x="636786" y="441725"/>
                </a:lnTo>
                <a:lnTo>
                  <a:pt x="643910" y="426097"/>
                </a:lnTo>
                <a:lnTo>
                  <a:pt x="658604" y="410009"/>
                </a:lnTo>
                <a:lnTo>
                  <a:pt x="697791" y="381511"/>
                </a:lnTo>
                <a:lnTo>
                  <a:pt x="709369" y="375995"/>
                </a:lnTo>
                <a:lnTo>
                  <a:pt x="705361" y="364963"/>
                </a:lnTo>
                <a:lnTo>
                  <a:pt x="676416" y="353013"/>
                </a:lnTo>
                <a:lnTo>
                  <a:pt x="676416" y="353012"/>
                </a:lnTo>
                <a:lnTo>
                  <a:pt x="645245" y="360366"/>
                </a:lnTo>
                <a:lnTo>
                  <a:pt x="629659" y="378292"/>
                </a:lnTo>
                <a:lnTo>
                  <a:pt x="635448" y="394380"/>
                </a:lnTo>
                <a:lnTo>
                  <a:pt x="607840" y="415065"/>
                </a:lnTo>
                <a:lnTo>
                  <a:pt x="573106" y="438047"/>
                </a:lnTo>
                <a:lnTo>
                  <a:pt x="563755" y="475278"/>
                </a:lnTo>
                <a:lnTo>
                  <a:pt x="580231" y="494124"/>
                </a:lnTo>
                <a:lnTo>
                  <a:pt x="601605" y="509293"/>
                </a:lnTo>
                <a:lnTo>
                  <a:pt x="586910" y="539630"/>
                </a:lnTo>
                <a:lnTo>
                  <a:pt x="566427" y="546065"/>
                </a:lnTo>
                <a:lnTo>
                  <a:pt x="563755" y="592030"/>
                </a:lnTo>
                <a:lnTo>
                  <a:pt x="554404" y="618230"/>
                </a:lnTo>
                <a:lnTo>
                  <a:pt x="529021" y="615472"/>
                </a:lnTo>
                <a:lnTo>
                  <a:pt x="519224" y="637536"/>
                </a:lnTo>
                <a:lnTo>
                  <a:pt x="494733" y="638915"/>
                </a:lnTo>
                <a:lnTo>
                  <a:pt x="486272" y="612715"/>
                </a:lnTo>
                <a:lnTo>
                  <a:pt x="466234" y="580998"/>
                </a:lnTo>
                <a:lnTo>
                  <a:pt x="447531" y="542388"/>
                </a:lnTo>
                <a:lnTo>
                  <a:pt x="447532" y="542387"/>
                </a:lnTo>
                <a:lnTo>
                  <a:pt x="432837" y="525841"/>
                </a:lnTo>
                <a:lnTo>
                  <a:pt x="394541" y="557097"/>
                </a:lnTo>
                <a:lnTo>
                  <a:pt x="367378" y="563532"/>
                </a:lnTo>
                <a:lnTo>
                  <a:pt x="338433" y="549742"/>
                </a:lnTo>
                <a:lnTo>
                  <a:pt x="330417" y="520784"/>
                </a:lnTo>
                <a:lnTo>
                  <a:pt x="321511" y="458731"/>
                </a:lnTo>
                <a:lnTo>
                  <a:pt x="339323" y="441724"/>
                </a:lnTo>
                <a:lnTo>
                  <a:pt x="389643" y="419202"/>
                </a:lnTo>
                <a:lnTo>
                  <a:pt x="425712" y="392082"/>
                </a:lnTo>
                <a:lnTo>
                  <a:pt x="457773" y="356229"/>
                </a:lnTo>
                <a:lnTo>
                  <a:pt x="497406" y="307046"/>
                </a:lnTo>
                <a:lnTo>
                  <a:pt x="525905" y="288201"/>
                </a:lnTo>
                <a:lnTo>
                  <a:pt x="571771" y="256945"/>
                </a:lnTo>
                <a:lnTo>
                  <a:pt x="609622" y="245912"/>
                </a:lnTo>
                <a:lnTo>
                  <a:pt x="639457" y="247292"/>
                </a:lnTo>
                <a:lnTo>
                  <a:pt x="662612" y="227067"/>
                </a:lnTo>
                <a:lnTo>
                  <a:pt x="695565" y="227986"/>
                </a:lnTo>
                <a:lnTo>
                  <a:pt x="726736" y="223390"/>
                </a:lnTo>
                <a:lnTo>
                  <a:pt x="787742" y="241316"/>
                </a:lnTo>
                <a:lnTo>
                  <a:pt x="765923" y="247752"/>
                </a:lnTo>
                <a:lnTo>
                  <a:pt x="789969" y="263379"/>
                </a:lnTo>
                <a:lnTo>
                  <a:pt x="778727" y="267187"/>
                </a:lnTo>
                <a:lnTo>
                  <a:pt x="789968" y="263380"/>
                </a:lnTo>
                <a:lnTo>
                  <a:pt x="789969" y="263379"/>
                </a:lnTo>
                <a:lnTo>
                  <a:pt x="806445" y="254646"/>
                </a:lnTo>
                <a:lnTo>
                  <a:pt x="840733" y="269355"/>
                </a:lnTo>
                <a:lnTo>
                  <a:pt x="892834" y="275330"/>
                </a:lnTo>
                <a:lnTo>
                  <a:pt x="971652" y="303829"/>
                </a:lnTo>
                <a:lnTo>
                  <a:pt x="989909" y="315780"/>
                </a:lnTo>
                <a:lnTo>
                  <a:pt x="996589" y="332787"/>
                </a:lnTo>
                <a:lnTo>
                  <a:pt x="980112" y="346117"/>
                </a:lnTo>
                <a:lnTo>
                  <a:pt x="951168" y="353012"/>
                </a:lnTo>
                <a:lnTo>
                  <a:pt x="861216" y="333706"/>
                </a:lnTo>
                <a:lnTo>
                  <a:pt x="848303" y="336924"/>
                </a:lnTo>
                <a:lnTo>
                  <a:pt x="884372" y="355769"/>
                </a:lnTo>
                <a:lnTo>
                  <a:pt x="888826" y="367721"/>
                </a:lnTo>
                <a:lnTo>
                  <a:pt x="897287" y="394380"/>
                </a:lnTo>
                <a:lnTo>
                  <a:pt x="924450" y="402194"/>
                </a:lnTo>
                <a:lnTo>
                  <a:pt x="941371" y="409089"/>
                </a:lnTo>
                <a:lnTo>
                  <a:pt x="940481" y="396219"/>
                </a:lnTo>
                <a:lnTo>
                  <a:pt x="925340" y="385187"/>
                </a:lnTo>
                <a:lnTo>
                  <a:pt x="934691" y="375075"/>
                </a:lnTo>
                <a:lnTo>
                  <a:pt x="986347" y="391622"/>
                </a:lnTo>
                <a:lnTo>
                  <a:pt x="1000597" y="385187"/>
                </a:lnTo>
                <a:lnTo>
                  <a:pt x="981448" y="365881"/>
                </a:lnTo>
                <a:lnTo>
                  <a:pt x="1017518" y="341061"/>
                </a:lnTo>
                <a:lnTo>
                  <a:pt x="1035775" y="342440"/>
                </a:lnTo>
                <a:lnTo>
                  <a:pt x="1056259" y="351173"/>
                </a:lnTo>
                <a:lnTo>
                  <a:pt x="1061157" y="333706"/>
                </a:lnTo>
                <a:lnTo>
                  <a:pt x="1040228" y="318538"/>
                </a:lnTo>
                <a:lnTo>
                  <a:pt x="1043790" y="303369"/>
                </a:lnTo>
                <a:lnTo>
                  <a:pt x="1024643" y="287741"/>
                </a:lnTo>
                <a:lnTo>
                  <a:pt x="1079414" y="296015"/>
                </a:lnTo>
                <a:lnTo>
                  <a:pt x="1095446" y="309804"/>
                </a:lnTo>
                <a:lnTo>
                  <a:pt x="1072735" y="313022"/>
                </a:lnTo>
                <a:lnTo>
                  <a:pt x="1078079" y="327271"/>
                </a:lnTo>
                <a:lnTo>
                  <a:pt x="1096337" y="336004"/>
                </a:lnTo>
                <a:lnTo>
                  <a:pt x="1123055" y="330489"/>
                </a:lnTo>
                <a:lnTo>
                  <a:pt x="1121273" y="314401"/>
                </a:lnTo>
                <a:lnTo>
                  <a:pt x="1155562" y="301990"/>
                </a:lnTo>
                <a:lnTo>
                  <a:pt x="1210778" y="280846"/>
                </a:lnTo>
                <a:lnTo>
                  <a:pt x="1225029" y="281766"/>
                </a:lnTo>
                <a:lnTo>
                  <a:pt x="1213896" y="296934"/>
                </a:lnTo>
                <a:lnTo>
                  <a:pt x="1237943" y="299692"/>
                </a:lnTo>
                <a:lnTo>
                  <a:pt x="1247294" y="290959"/>
                </a:lnTo>
                <a:lnTo>
                  <a:pt x="1281582" y="290499"/>
                </a:lnTo>
                <a:lnTo>
                  <a:pt x="1303847" y="279927"/>
                </a:lnTo>
                <a:lnTo>
                  <a:pt x="1332347" y="295096"/>
                </a:lnTo>
                <a:lnTo>
                  <a:pt x="1344815" y="278548"/>
                </a:lnTo>
                <a:lnTo>
                  <a:pt x="1318097" y="264299"/>
                </a:lnTo>
                <a:lnTo>
                  <a:pt x="1323441" y="256025"/>
                </a:lnTo>
                <a:lnTo>
                  <a:pt x="1381330" y="263380"/>
                </a:lnTo>
                <a:lnTo>
                  <a:pt x="1410720" y="271194"/>
                </a:lnTo>
                <a:lnTo>
                  <a:pt x="1493545" y="299692"/>
                </a:lnTo>
                <a:lnTo>
                  <a:pt x="1498445" y="286822"/>
                </a:lnTo>
                <a:lnTo>
                  <a:pt x="1472172" y="273492"/>
                </a:lnTo>
                <a:lnTo>
                  <a:pt x="1468609" y="268436"/>
                </a:lnTo>
                <a:lnTo>
                  <a:pt x="1445009" y="265678"/>
                </a:lnTo>
                <a:lnTo>
                  <a:pt x="1444117" y="254187"/>
                </a:lnTo>
                <a:lnTo>
                  <a:pt x="1423188" y="234881"/>
                </a:lnTo>
                <a:lnTo>
                  <a:pt x="1418290" y="227067"/>
                </a:lnTo>
                <a:lnTo>
                  <a:pt x="1437438" y="205464"/>
                </a:lnTo>
                <a:lnTo>
                  <a:pt x="1434766" y="183400"/>
                </a:lnTo>
                <a:lnTo>
                  <a:pt x="1444562" y="178804"/>
                </a:lnTo>
                <a:lnTo>
                  <a:pt x="1495327" y="185239"/>
                </a:lnTo>
                <a:lnTo>
                  <a:pt x="1508241" y="198569"/>
                </a:lnTo>
                <a:lnTo>
                  <a:pt x="1504233" y="217874"/>
                </a:lnTo>
                <a:lnTo>
                  <a:pt x="1520710" y="225688"/>
                </a:lnTo>
                <a:lnTo>
                  <a:pt x="1537631" y="242696"/>
                </a:lnTo>
                <a:lnTo>
                  <a:pt x="1554552" y="276710"/>
                </a:lnTo>
                <a:lnTo>
                  <a:pt x="1584388" y="291878"/>
                </a:lnTo>
                <a:lnTo>
                  <a:pt x="1586614" y="308885"/>
                </a:lnTo>
                <a:lnTo>
                  <a:pt x="1571028" y="344738"/>
                </a:lnTo>
                <a:lnTo>
                  <a:pt x="1594630" y="348415"/>
                </a:lnTo>
                <a:lnTo>
                  <a:pt x="1596856" y="339222"/>
                </a:lnTo>
                <a:lnTo>
                  <a:pt x="1613778" y="332787"/>
                </a:lnTo>
                <a:lnTo>
                  <a:pt x="1611551" y="320376"/>
                </a:lnTo>
                <a:lnTo>
                  <a:pt x="1620012" y="307966"/>
                </a:lnTo>
                <a:lnTo>
                  <a:pt x="1600419" y="293716"/>
                </a:lnTo>
                <a:lnTo>
                  <a:pt x="1598638" y="277169"/>
                </a:lnTo>
                <a:lnTo>
                  <a:pt x="1577263" y="275330"/>
                </a:lnTo>
                <a:lnTo>
                  <a:pt x="1564349" y="261541"/>
                </a:lnTo>
                <a:lnTo>
                  <a:pt x="1562568" y="236720"/>
                </a:lnTo>
                <a:lnTo>
                  <a:pt x="1526053" y="216955"/>
                </a:lnTo>
                <a:lnTo>
                  <a:pt x="1546982" y="200867"/>
                </a:lnTo>
                <a:lnTo>
                  <a:pt x="1530506" y="183860"/>
                </a:lnTo>
                <a:lnTo>
                  <a:pt x="1538967" y="183400"/>
                </a:lnTo>
                <a:lnTo>
                  <a:pt x="1557669" y="196271"/>
                </a:lnTo>
                <a:lnTo>
                  <a:pt x="1567021" y="219713"/>
                </a:lnTo>
                <a:lnTo>
                  <a:pt x="1589286" y="224310"/>
                </a:lnTo>
                <a:lnTo>
                  <a:pt x="1568802" y="206843"/>
                </a:lnTo>
                <a:lnTo>
                  <a:pt x="1591513" y="197190"/>
                </a:lnTo>
                <a:lnTo>
                  <a:pt x="1627582" y="195811"/>
                </a:lnTo>
                <a:lnTo>
                  <a:pt x="1670331" y="209600"/>
                </a:lnTo>
                <a:lnTo>
                  <a:pt x="1639605" y="189836"/>
                </a:lnTo>
                <a:lnTo>
                  <a:pt x="1617785" y="164555"/>
                </a:lnTo>
                <a:lnTo>
                  <a:pt x="1644059" y="159958"/>
                </a:lnTo>
                <a:lnTo>
                  <a:pt x="1686362" y="160878"/>
                </a:lnTo>
                <a:lnTo>
                  <a:pt x="1721096" y="157660"/>
                </a:lnTo>
                <a:lnTo>
                  <a:pt x="1696159" y="145709"/>
                </a:lnTo>
                <a:lnTo>
                  <a:pt x="1701948" y="130540"/>
                </a:lnTo>
                <a:lnTo>
                  <a:pt x="1720650" y="129621"/>
                </a:lnTo>
                <a:lnTo>
                  <a:pt x="1742470" y="118590"/>
                </a:lnTo>
                <a:lnTo>
                  <a:pt x="1783883" y="115372"/>
                </a:lnTo>
                <a:lnTo>
                  <a:pt x="1782993" y="108937"/>
                </a:lnTo>
                <a:lnTo>
                  <a:pt x="1824406" y="107099"/>
                </a:lnTo>
                <a:lnTo>
                  <a:pt x="1843554" y="112154"/>
                </a:lnTo>
                <a:lnTo>
                  <a:pt x="1867600" y="100204"/>
                </a:lnTo>
                <a:lnTo>
                  <a:pt x="1898771" y="100663"/>
                </a:lnTo>
                <a:lnTo>
                  <a:pt x="1892092" y="90551"/>
                </a:lnTo>
                <a:lnTo>
                  <a:pt x="1896099" y="81358"/>
                </a:lnTo>
                <a:close/>
                <a:moveTo>
                  <a:pt x="591365" y="56077"/>
                </a:moveTo>
                <a:lnTo>
                  <a:pt x="599826" y="63891"/>
                </a:lnTo>
                <a:lnTo>
                  <a:pt x="624762" y="68947"/>
                </a:lnTo>
                <a:lnTo>
                  <a:pt x="590920" y="77680"/>
                </a:lnTo>
                <a:lnTo>
                  <a:pt x="560639" y="72624"/>
                </a:lnTo>
                <a:lnTo>
                  <a:pt x="570436" y="67108"/>
                </a:lnTo>
                <a:lnTo>
                  <a:pt x="558858" y="60213"/>
                </a:lnTo>
                <a:close/>
                <a:moveTo>
                  <a:pt x="1841771" y="37231"/>
                </a:moveTo>
                <a:lnTo>
                  <a:pt x="1855575" y="38610"/>
                </a:lnTo>
                <a:lnTo>
                  <a:pt x="1911683" y="50561"/>
                </a:lnTo>
                <a:lnTo>
                  <a:pt x="1918363" y="59295"/>
                </a:lnTo>
                <a:lnTo>
                  <a:pt x="1837763" y="67569"/>
                </a:lnTo>
                <a:lnTo>
                  <a:pt x="1831974" y="39529"/>
                </a:lnTo>
                <a:close/>
                <a:moveTo>
                  <a:pt x="489390" y="22983"/>
                </a:moveTo>
                <a:lnTo>
                  <a:pt x="510764" y="29878"/>
                </a:lnTo>
                <a:lnTo>
                  <a:pt x="566873" y="45506"/>
                </a:lnTo>
                <a:lnTo>
                  <a:pt x="528577" y="53779"/>
                </a:lnTo>
                <a:lnTo>
                  <a:pt x="523234" y="69408"/>
                </a:lnTo>
                <a:lnTo>
                  <a:pt x="509875" y="73545"/>
                </a:lnTo>
                <a:lnTo>
                  <a:pt x="505867" y="91931"/>
                </a:lnTo>
                <a:lnTo>
                  <a:pt x="486273" y="92850"/>
                </a:lnTo>
                <a:lnTo>
                  <a:pt x="448422" y="79520"/>
                </a:lnTo>
                <a:lnTo>
                  <a:pt x="461781" y="71706"/>
                </a:lnTo>
                <a:lnTo>
                  <a:pt x="436400" y="65271"/>
                </a:lnTo>
                <a:lnTo>
                  <a:pt x="402111" y="47345"/>
                </a:lnTo>
                <a:lnTo>
                  <a:pt x="387861" y="31257"/>
                </a:lnTo>
                <a:lnTo>
                  <a:pt x="429274" y="23902"/>
                </a:lnTo>
                <a:lnTo>
                  <a:pt x="439516" y="30797"/>
                </a:lnTo>
                <a:lnTo>
                  <a:pt x="461781" y="30797"/>
                </a:lnTo>
                <a:lnTo>
                  <a:pt x="466234" y="23902"/>
                </a:lnTo>
                <a:close/>
                <a:moveTo>
                  <a:pt x="578450" y="11031"/>
                </a:moveTo>
                <a:lnTo>
                  <a:pt x="619418" y="16087"/>
                </a:lnTo>
                <a:lnTo>
                  <a:pt x="652370" y="22982"/>
                </a:lnTo>
                <a:lnTo>
                  <a:pt x="632777" y="34014"/>
                </a:lnTo>
                <a:lnTo>
                  <a:pt x="587801" y="36312"/>
                </a:lnTo>
                <a:lnTo>
                  <a:pt x="540154" y="32634"/>
                </a:lnTo>
                <a:lnTo>
                  <a:pt x="535701" y="27119"/>
                </a:lnTo>
                <a:lnTo>
                  <a:pt x="512990" y="27119"/>
                </a:lnTo>
                <a:lnTo>
                  <a:pt x="493842" y="17926"/>
                </a:lnTo>
                <a:lnTo>
                  <a:pt x="540599" y="12410"/>
                </a:lnTo>
                <a:lnTo>
                  <a:pt x="564646" y="17007"/>
                </a:lnTo>
                <a:close/>
                <a:moveTo>
                  <a:pt x="995697" y="5976"/>
                </a:moveTo>
                <a:lnTo>
                  <a:pt x="1021525" y="10112"/>
                </a:lnTo>
                <a:lnTo>
                  <a:pt x="1017518" y="13331"/>
                </a:lnTo>
                <a:lnTo>
                  <a:pt x="998369" y="15629"/>
                </a:lnTo>
                <a:lnTo>
                  <a:pt x="985455" y="17467"/>
                </a:lnTo>
                <a:lnTo>
                  <a:pt x="985455" y="20684"/>
                </a:lnTo>
                <a:lnTo>
                  <a:pt x="969425" y="23902"/>
                </a:lnTo>
                <a:lnTo>
                  <a:pt x="949386" y="19305"/>
                </a:lnTo>
                <a:lnTo>
                  <a:pt x="954284" y="12871"/>
                </a:lnTo>
                <a:lnTo>
                  <a:pt x="919551" y="12411"/>
                </a:lnTo>
                <a:lnTo>
                  <a:pt x="947605" y="8734"/>
                </a:lnTo>
                <a:lnTo>
                  <a:pt x="970761" y="8734"/>
                </a:lnTo>
                <a:lnTo>
                  <a:pt x="977440" y="13790"/>
                </a:lnTo>
                <a:lnTo>
                  <a:pt x="983229" y="9193"/>
                </a:lnTo>
                <a:close/>
                <a:moveTo>
                  <a:pt x="1696603" y="0"/>
                </a:moveTo>
                <a:lnTo>
                  <a:pt x="1739352" y="9193"/>
                </a:lnTo>
                <a:lnTo>
                  <a:pt x="1800358" y="28498"/>
                </a:lnTo>
                <a:lnTo>
                  <a:pt x="1820397" y="46884"/>
                </a:lnTo>
                <a:lnTo>
                  <a:pt x="1788780" y="49643"/>
                </a:lnTo>
                <a:lnTo>
                  <a:pt x="1736680" y="43667"/>
                </a:lnTo>
                <a:lnTo>
                  <a:pt x="1700610" y="35853"/>
                </a:lnTo>
                <a:lnTo>
                  <a:pt x="1671221" y="21144"/>
                </a:lnTo>
                <a:lnTo>
                  <a:pt x="1644947" y="17467"/>
                </a:lnTo>
                <a:lnTo>
                  <a:pt x="1668994" y="4136"/>
                </a:lnTo>
                <a:close/>
              </a:path>
            </a:pathLst>
          </a:custGeom>
          <a:solidFill>
            <a:schemeClr val="accent1">
              <a:lumMod val="75000"/>
              <a:alpha val="51000"/>
            </a:schemeClr>
          </a:solidFill>
          <a:ln w="1219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/>
          <a:p>
            <a:endParaRPr lang="en-ID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45CD51B-088F-914F-8ED4-DAB7AE64DE52}"/>
              </a:ext>
            </a:extLst>
          </p:cNvPr>
          <p:cNvSpPr/>
          <p:nvPr/>
        </p:nvSpPr>
        <p:spPr>
          <a:xfrm>
            <a:off x="8069452" y="3599789"/>
            <a:ext cx="370036" cy="370036"/>
          </a:xfrm>
          <a:prstGeom prst="ellipse">
            <a:avLst/>
          </a:prstGeom>
          <a:solidFill>
            <a:schemeClr val="bg1">
              <a:alpha val="15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4A1D5F5-797D-7512-6C86-349943D25F08}"/>
              </a:ext>
            </a:extLst>
          </p:cNvPr>
          <p:cNvSpPr/>
          <p:nvPr/>
        </p:nvSpPr>
        <p:spPr>
          <a:xfrm>
            <a:off x="2123090" y="2398485"/>
            <a:ext cx="3413302" cy="1849946"/>
          </a:xfrm>
          <a:custGeom>
            <a:avLst/>
            <a:gdLst>
              <a:gd name="connsiteX0" fmla="*/ 1186730 w 3304142"/>
              <a:gd name="connsiteY0" fmla="*/ 1851933 h 1919042"/>
              <a:gd name="connsiteX1" fmla="*/ 1186730 w 3304142"/>
              <a:gd name="connsiteY1" fmla="*/ 1851935 h 1919042"/>
              <a:gd name="connsiteX2" fmla="*/ 1189847 w 3304142"/>
              <a:gd name="connsiteY2" fmla="*/ 1857450 h 1919042"/>
              <a:gd name="connsiteX3" fmla="*/ 1189847 w 3304142"/>
              <a:gd name="connsiteY3" fmla="*/ 1857449 h 1919042"/>
              <a:gd name="connsiteX4" fmla="*/ 1287941 w 3304142"/>
              <a:gd name="connsiteY4" fmla="*/ 1837978 h 1919042"/>
              <a:gd name="connsiteX5" fmla="*/ 1275791 w 3304142"/>
              <a:gd name="connsiteY5" fmla="*/ 1849175 h 1919042"/>
              <a:gd name="connsiteX6" fmla="*/ 1262877 w 3304142"/>
              <a:gd name="connsiteY6" fmla="*/ 1857449 h 1919042"/>
              <a:gd name="connsiteX7" fmla="*/ 1260651 w 3304142"/>
              <a:gd name="connsiteY7" fmla="*/ 1862965 h 1919042"/>
              <a:gd name="connsiteX8" fmla="*/ 1260651 w 3304142"/>
              <a:gd name="connsiteY8" fmla="*/ 1862965 h 1919042"/>
              <a:gd name="connsiteX9" fmla="*/ 1262877 w 3304142"/>
              <a:gd name="connsiteY9" fmla="*/ 1857449 h 1919042"/>
              <a:gd name="connsiteX10" fmla="*/ 1275791 w 3304142"/>
              <a:gd name="connsiteY10" fmla="*/ 1849175 h 1919042"/>
              <a:gd name="connsiteX11" fmla="*/ 1213003 w 3304142"/>
              <a:gd name="connsiteY11" fmla="*/ 1793099 h 1919042"/>
              <a:gd name="connsiteX12" fmla="*/ 1221018 w 3304142"/>
              <a:gd name="connsiteY12" fmla="*/ 1802752 h 1919042"/>
              <a:gd name="connsiteX13" fmla="*/ 1229479 w 3304142"/>
              <a:gd name="connsiteY13" fmla="*/ 1809647 h 1919042"/>
              <a:gd name="connsiteX14" fmla="*/ 1231705 w 3304142"/>
              <a:gd name="connsiteY14" fmla="*/ 1816082 h 1919042"/>
              <a:gd name="connsiteX15" fmla="*/ 1235268 w 3304142"/>
              <a:gd name="connsiteY15" fmla="*/ 1817921 h 1919042"/>
              <a:gd name="connsiteX16" fmla="*/ 1233487 w 3304142"/>
              <a:gd name="connsiteY16" fmla="*/ 1828032 h 1919042"/>
              <a:gd name="connsiteX17" fmla="*/ 1233487 w 3304142"/>
              <a:gd name="connsiteY17" fmla="*/ 1828032 h 1919042"/>
              <a:gd name="connsiteX18" fmla="*/ 1235269 w 3304142"/>
              <a:gd name="connsiteY18" fmla="*/ 1817920 h 1919042"/>
              <a:gd name="connsiteX19" fmla="*/ 1231706 w 3304142"/>
              <a:gd name="connsiteY19" fmla="*/ 1816080 h 1919042"/>
              <a:gd name="connsiteX20" fmla="*/ 1229480 w 3304142"/>
              <a:gd name="connsiteY20" fmla="*/ 1809646 h 1919042"/>
              <a:gd name="connsiteX21" fmla="*/ 1221019 w 3304142"/>
              <a:gd name="connsiteY21" fmla="*/ 1802751 h 1919042"/>
              <a:gd name="connsiteX22" fmla="*/ 1213004 w 3304142"/>
              <a:gd name="connsiteY22" fmla="*/ 1793099 h 1919042"/>
              <a:gd name="connsiteX23" fmla="*/ 1226362 w 3304142"/>
              <a:gd name="connsiteY23" fmla="*/ 1776092 h 1919042"/>
              <a:gd name="connsiteX24" fmla="*/ 1224136 w 3304142"/>
              <a:gd name="connsiteY24" fmla="*/ 1792639 h 1919042"/>
              <a:gd name="connsiteX25" fmla="*/ 1224136 w 3304142"/>
              <a:gd name="connsiteY25" fmla="*/ 1792639 h 1919042"/>
              <a:gd name="connsiteX26" fmla="*/ 1226363 w 3304142"/>
              <a:gd name="connsiteY26" fmla="*/ 1776092 h 1919042"/>
              <a:gd name="connsiteX27" fmla="*/ 1273120 w 3304142"/>
              <a:gd name="connsiteY27" fmla="*/ 1771955 h 1919042"/>
              <a:gd name="connsiteX28" fmla="*/ 1273119 w 3304142"/>
              <a:gd name="connsiteY28" fmla="*/ 1771956 h 1919042"/>
              <a:gd name="connsiteX29" fmla="*/ 1272673 w 3304142"/>
              <a:gd name="connsiteY29" fmla="*/ 1776551 h 1919042"/>
              <a:gd name="connsiteX30" fmla="*/ 1272674 w 3304142"/>
              <a:gd name="connsiteY30" fmla="*/ 1776551 h 1919042"/>
              <a:gd name="connsiteX31" fmla="*/ 1269557 w 3304142"/>
              <a:gd name="connsiteY31" fmla="*/ 1799993 h 1919042"/>
              <a:gd name="connsiteX32" fmla="*/ 1263768 w 3304142"/>
              <a:gd name="connsiteY32" fmla="*/ 1833087 h 1919042"/>
              <a:gd name="connsiteX33" fmla="*/ 1269557 w 3304142"/>
              <a:gd name="connsiteY33" fmla="*/ 1799993 h 1919042"/>
              <a:gd name="connsiteX34" fmla="*/ 1272674 w 3304142"/>
              <a:gd name="connsiteY34" fmla="*/ 1776550 h 1919042"/>
              <a:gd name="connsiteX35" fmla="*/ 1291376 w 3304142"/>
              <a:gd name="connsiteY35" fmla="*/ 1756327 h 1919042"/>
              <a:gd name="connsiteX36" fmla="*/ 1282220 w 3304142"/>
              <a:gd name="connsiteY36" fmla="*/ 1771071 h 1919042"/>
              <a:gd name="connsiteX37" fmla="*/ 1291376 w 3304142"/>
              <a:gd name="connsiteY37" fmla="*/ 1756327 h 1919042"/>
              <a:gd name="connsiteX38" fmla="*/ 1823061 w 3304142"/>
              <a:gd name="connsiteY38" fmla="*/ 1755407 h 1919042"/>
              <a:gd name="connsiteX39" fmla="*/ 1825288 w 3304142"/>
              <a:gd name="connsiteY39" fmla="*/ 1755867 h 1919042"/>
              <a:gd name="connsiteX40" fmla="*/ 1827959 w 3304142"/>
              <a:gd name="connsiteY40" fmla="*/ 1756326 h 1919042"/>
              <a:gd name="connsiteX41" fmla="*/ 1830631 w 3304142"/>
              <a:gd name="connsiteY41" fmla="*/ 1756326 h 1919042"/>
              <a:gd name="connsiteX42" fmla="*/ 1831967 w 3304142"/>
              <a:gd name="connsiteY42" fmla="*/ 1756786 h 1919042"/>
              <a:gd name="connsiteX43" fmla="*/ 1834639 w 3304142"/>
              <a:gd name="connsiteY43" fmla="*/ 1756326 h 1919042"/>
              <a:gd name="connsiteX44" fmla="*/ 1835975 w 3304142"/>
              <a:gd name="connsiteY44" fmla="*/ 1756786 h 1919042"/>
              <a:gd name="connsiteX45" fmla="*/ 1837756 w 3304142"/>
              <a:gd name="connsiteY45" fmla="*/ 1756326 h 1919042"/>
              <a:gd name="connsiteX46" fmla="*/ 1838647 w 3304142"/>
              <a:gd name="connsiteY46" fmla="*/ 1756786 h 1919042"/>
              <a:gd name="connsiteX47" fmla="*/ 1840873 w 3304142"/>
              <a:gd name="connsiteY47" fmla="*/ 1756326 h 1919042"/>
              <a:gd name="connsiteX48" fmla="*/ 1842654 w 3304142"/>
              <a:gd name="connsiteY48" fmla="*/ 1756786 h 1919042"/>
              <a:gd name="connsiteX49" fmla="*/ 1843990 w 3304142"/>
              <a:gd name="connsiteY49" fmla="*/ 1756786 h 1919042"/>
              <a:gd name="connsiteX50" fmla="*/ 1847553 w 3304142"/>
              <a:gd name="connsiteY50" fmla="*/ 1757705 h 1919042"/>
              <a:gd name="connsiteX51" fmla="*/ 1847553 w 3304142"/>
              <a:gd name="connsiteY51" fmla="*/ 1756786 h 1919042"/>
              <a:gd name="connsiteX52" fmla="*/ 1850225 w 3304142"/>
              <a:gd name="connsiteY52" fmla="*/ 1757705 h 1919042"/>
              <a:gd name="connsiteX53" fmla="*/ 1850670 w 3304142"/>
              <a:gd name="connsiteY53" fmla="*/ 1757245 h 1919042"/>
              <a:gd name="connsiteX54" fmla="*/ 1854233 w 3304142"/>
              <a:gd name="connsiteY54" fmla="*/ 1757705 h 1919042"/>
              <a:gd name="connsiteX55" fmla="*/ 1855123 w 3304142"/>
              <a:gd name="connsiteY55" fmla="*/ 1758625 h 1919042"/>
              <a:gd name="connsiteX56" fmla="*/ 1856014 w 3304142"/>
              <a:gd name="connsiteY56" fmla="*/ 1758625 h 1919042"/>
              <a:gd name="connsiteX57" fmla="*/ 1858686 w 3304142"/>
              <a:gd name="connsiteY57" fmla="*/ 1760004 h 1919042"/>
              <a:gd name="connsiteX58" fmla="*/ 1859576 w 3304142"/>
              <a:gd name="connsiteY58" fmla="*/ 1759544 h 1919042"/>
              <a:gd name="connsiteX59" fmla="*/ 1859131 w 3304142"/>
              <a:gd name="connsiteY59" fmla="*/ 1762762 h 1919042"/>
              <a:gd name="connsiteX60" fmla="*/ 1860022 w 3304142"/>
              <a:gd name="connsiteY60" fmla="*/ 1764140 h 1919042"/>
              <a:gd name="connsiteX61" fmla="*/ 1856014 w 3304142"/>
              <a:gd name="connsiteY61" fmla="*/ 1765519 h 1919042"/>
              <a:gd name="connsiteX62" fmla="*/ 1854678 w 3304142"/>
              <a:gd name="connsiteY62" fmla="*/ 1767358 h 1919042"/>
              <a:gd name="connsiteX63" fmla="*/ 1853342 w 3304142"/>
              <a:gd name="connsiteY63" fmla="*/ 1770116 h 1919042"/>
              <a:gd name="connsiteX64" fmla="*/ 1852006 w 3304142"/>
              <a:gd name="connsiteY64" fmla="*/ 1771035 h 1919042"/>
              <a:gd name="connsiteX65" fmla="*/ 1850670 w 3304142"/>
              <a:gd name="connsiteY65" fmla="*/ 1771495 h 1919042"/>
              <a:gd name="connsiteX66" fmla="*/ 1848889 w 3304142"/>
              <a:gd name="connsiteY66" fmla="*/ 1771495 h 1919042"/>
              <a:gd name="connsiteX67" fmla="*/ 1846217 w 3304142"/>
              <a:gd name="connsiteY67" fmla="*/ 1771955 h 1919042"/>
              <a:gd name="connsiteX68" fmla="*/ 1844881 w 3304142"/>
              <a:gd name="connsiteY68" fmla="*/ 1772874 h 1919042"/>
              <a:gd name="connsiteX69" fmla="*/ 1841764 w 3304142"/>
              <a:gd name="connsiteY69" fmla="*/ 1772414 h 1919042"/>
              <a:gd name="connsiteX70" fmla="*/ 1840873 w 3304142"/>
              <a:gd name="connsiteY70" fmla="*/ 1771495 h 1919042"/>
              <a:gd name="connsiteX71" fmla="*/ 1838647 w 3304142"/>
              <a:gd name="connsiteY71" fmla="*/ 1772414 h 1919042"/>
              <a:gd name="connsiteX72" fmla="*/ 1837311 w 3304142"/>
              <a:gd name="connsiteY72" fmla="*/ 1771035 h 1919042"/>
              <a:gd name="connsiteX73" fmla="*/ 1834194 w 3304142"/>
              <a:gd name="connsiteY73" fmla="*/ 1771955 h 1919042"/>
              <a:gd name="connsiteX74" fmla="*/ 1830186 w 3304142"/>
              <a:gd name="connsiteY74" fmla="*/ 1771495 h 1919042"/>
              <a:gd name="connsiteX75" fmla="*/ 1828850 w 3304142"/>
              <a:gd name="connsiteY75" fmla="*/ 1771955 h 1919042"/>
              <a:gd name="connsiteX76" fmla="*/ 1826178 w 3304142"/>
              <a:gd name="connsiteY76" fmla="*/ 1772414 h 1919042"/>
              <a:gd name="connsiteX77" fmla="*/ 1825288 w 3304142"/>
              <a:gd name="connsiteY77" fmla="*/ 1772874 h 1919042"/>
              <a:gd name="connsiteX78" fmla="*/ 1824397 w 3304142"/>
              <a:gd name="connsiteY78" fmla="*/ 1771955 h 1919042"/>
              <a:gd name="connsiteX79" fmla="*/ 1822616 w 3304142"/>
              <a:gd name="connsiteY79" fmla="*/ 1771495 h 1919042"/>
              <a:gd name="connsiteX80" fmla="*/ 1821280 w 3304142"/>
              <a:gd name="connsiteY80" fmla="*/ 1772414 h 1919042"/>
              <a:gd name="connsiteX81" fmla="*/ 1818608 w 3304142"/>
              <a:gd name="connsiteY81" fmla="*/ 1771955 h 1919042"/>
              <a:gd name="connsiteX82" fmla="*/ 1819944 w 3304142"/>
              <a:gd name="connsiteY82" fmla="*/ 1768737 h 1919042"/>
              <a:gd name="connsiteX83" fmla="*/ 1819944 w 3304142"/>
              <a:gd name="connsiteY83" fmla="*/ 1766898 h 1919042"/>
              <a:gd name="connsiteX84" fmla="*/ 1820835 w 3304142"/>
              <a:gd name="connsiteY84" fmla="*/ 1765060 h 1919042"/>
              <a:gd name="connsiteX85" fmla="*/ 1819944 w 3304142"/>
              <a:gd name="connsiteY85" fmla="*/ 1762302 h 1919042"/>
              <a:gd name="connsiteX86" fmla="*/ 1819053 w 3304142"/>
              <a:gd name="connsiteY86" fmla="*/ 1761842 h 1919042"/>
              <a:gd name="connsiteX87" fmla="*/ 1818608 w 3304142"/>
              <a:gd name="connsiteY87" fmla="*/ 1760004 h 1919042"/>
              <a:gd name="connsiteX88" fmla="*/ 1820389 w 3304142"/>
              <a:gd name="connsiteY88" fmla="*/ 1759084 h 1919042"/>
              <a:gd name="connsiteX89" fmla="*/ 1821280 w 3304142"/>
              <a:gd name="connsiteY89" fmla="*/ 1758625 h 1919042"/>
              <a:gd name="connsiteX90" fmla="*/ 1821280 w 3304142"/>
              <a:gd name="connsiteY90" fmla="*/ 1756326 h 1919042"/>
              <a:gd name="connsiteX91" fmla="*/ 1557222 w 3304142"/>
              <a:gd name="connsiteY91" fmla="*/ 1755406 h 1919042"/>
              <a:gd name="connsiteX92" fmla="*/ 1563011 w 3304142"/>
              <a:gd name="connsiteY92" fmla="*/ 1756325 h 1919042"/>
              <a:gd name="connsiteX93" fmla="*/ 1579487 w 3304142"/>
              <a:gd name="connsiteY93" fmla="*/ 1759083 h 1919042"/>
              <a:gd name="connsiteX94" fmla="*/ 1591510 w 3304142"/>
              <a:gd name="connsiteY94" fmla="*/ 1765978 h 1919042"/>
              <a:gd name="connsiteX95" fmla="*/ 1595072 w 3304142"/>
              <a:gd name="connsiteY95" fmla="*/ 1774252 h 1919042"/>
              <a:gd name="connsiteX96" fmla="*/ 1577260 w 3304142"/>
              <a:gd name="connsiteY96" fmla="*/ 1774711 h 1919042"/>
              <a:gd name="connsiteX97" fmla="*/ 1569245 w 3304142"/>
              <a:gd name="connsiteY97" fmla="*/ 1779768 h 1919042"/>
              <a:gd name="connsiteX98" fmla="*/ 1555886 w 3304142"/>
              <a:gd name="connsiteY98" fmla="*/ 1774711 h 1919042"/>
              <a:gd name="connsiteX99" fmla="*/ 1542972 w 3304142"/>
              <a:gd name="connsiteY99" fmla="*/ 1764139 h 1919042"/>
              <a:gd name="connsiteX100" fmla="*/ 1546535 w 3304142"/>
              <a:gd name="connsiteY100" fmla="*/ 1757244 h 1919042"/>
              <a:gd name="connsiteX101" fmla="*/ 1711846 w 3304142"/>
              <a:gd name="connsiteY101" fmla="*/ 1739000 h 1919042"/>
              <a:gd name="connsiteX102" fmla="*/ 1709515 w 3304142"/>
              <a:gd name="connsiteY102" fmla="*/ 1747592 h 1919042"/>
              <a:gd name="connsiteX103" fmla="*/ 1703727 w 3304142"/>
              <a:gd name="connsiteY103" fmla="*/ 1751974 h 1919042"/>
              <a:gd name="connsiteX104" fmla="*/ 1709516 w 3304142"/>
              <a:gd name="connsiteY104" fmla="*/ 1747593 h 1919042"/>
              <a:gd name="connsiteX105" fmla="*/ 1676118 w 3304142"/>
              <a:gd name="connsiteY105" fmla="*/ 1714498 h 1919042"/>
              <a:gd name="connsiteX106" fmla="*/ 1691258 w 3304142"/>
              <a:gd name="connsiteY106" fmla="*/ 1715417 h 1919042"/>
              <a:gd name="connsiteX107" fmla="*/ 1712187 w 3304142"/>
              <a:gd name="connsiteY107" fmla="*/ 1720473 h 1919042"/>
              <a:gd name="connsiteX108" fmla="*/ 1712187 w 3304142"/>
              <a:gd name="connsiteY108" fmla="*/ 1720473 h 1919042"/>
              <a:gd name="connsiteX109" fmla="*/ 1715750 w 3304142"/>
              <a:gd name="connsiteY109" fmla="*/ 1715417 h 1919042"/>
              <a:gd name="connsiteX110" fmla="*/ 1734898 w 3304142"/>
              <a:gd name="connsiteY110" fmla="*/ 1715417 h 1919042"/>
              <a:gd name="connsiteX111" fmla="*/ 1749147 w 3304142"/>
              <a:gd name="connsiteY111" fmla="*/ 1722771 h 1919042"/>
              <a:gd name="connsiteX112" fmla="*/ 1755827 w 3304142"/>
              <a:gd name="connsiteY112" fmla="*/ 1722312 h 1919042"/>
              <a:gd name="connsiteX113" fmla="*/ 1758944 w 3304142"/>
              <a:gd name="connsiteY113" fmla="*/ 1732884 h 1919042"/>
              <a:gd name="connsiteX114" fmla="*/ 1772749 w 3304142"/>
              <a:gd name="connsiteY114" fmla="*/ 1731964 h 1919042"/>
              <a:gd name="connsiteX115" fmla="*/ 1770968 w 3304142"/>
              <a:gd name="connsiteY115" fmla="*/ 1740698 h 1919042"/>
              <a:gd name="connsiteX116" fmla="*/ 1782100 w 3304142"/>
              <a:gd name="connsiteY116" fmla="*/ 1742077 h 1919042"/>
              <a:gd name="connsiteX117" fmla="*/ 1793233 w 3304142"/>
              <a:gd name="connsiteY117" fmla="*/ 1752648 h 1919042"/>
              <a:gd name="connsiteX118" fmla="*/ 1782991 w 3304142"/>
              <a:gd name="connsiteY118" fmla="*/ 1764600 h 1919042"/>
              <a:gd name="connsiteX119" fmla="*/ 1771413 w 3304142"/>
              <a:gd name="connsiteY119" fmla="*/ 1758165 h 1919042"/>
              <a:gd name="connsiteX120" fmla="*/ 1759835 w 3304142"/>
              <a:gd name="connsiteY120" fmla="*/ 1759543 h 1919042"/>
              <a:gd name="connsiteX121" fmla="*/ 1751819 w 3304142"/>
              <a:gd name="connsiteY121" fmla="*/ 1758165 h 1919042"/>
              <a:gd name="connsiteX122" fmla="*/ 1746921 w 3304142"/>
              <a:gd name="connsiteY122" fmla="*/ 1763681 h 1919042"/>
              <a:gd name="connsiteX123" fmla="*/ 1737124 w 3304142"/>
              <a:gd name="connsiteY123" fmla="*/ 1765519 h 1919042"/>
              <a:gd name="connsiteX124" fmla="*/ 1734007 w 3304142"/>
              <a:gd name="connsiteY124" fmla="*/ 1758165 h 1919042"/>
              <a:gd name="connsiteX125" fmla="*/ 1725546 w 3304142"/>
              <a:gd name="connsiteY125" fmla="*/ 1762302 h 1919042"/>
              <a:gd name="connsiteX126" fmla="*/ 1713523 w 3304142"/>
              <a:gd name="connsiteY126" fmla="*/ 1782526 h 1919042"/>
              <a:gd name="connsiteX127" fmla="*/ 1707734 w 3304142"/>
              <a:gd name="connsiteY127" fmla="*/ 1777930 h 1919042"/>
              <a:gd name="connsiteX128" fmla="*/ 1707289 w 3304142"/>
              <a:gd name="connsiteY128" fmla="*/ 1769656 h 1919042"/>
              <a:gd name="connsiteX129" fmla="*/ 1708625 w 3304142"/>
              <a:gd name="connsiteY129" fmla="*/ 1761383 h 1919042"/>
              <a:gd name="connsiteX130" fmla="*/ 1702836 w 3304142"/>
              <a:gd name="connsiteY130" fmla="*/ 1752648 h 1919042"/>
              <a:gd name="connsiteX131" fmla="*/ 1702836 w 3304142"/>
              <a:gd name="connsiteY131" fmla="*/ 1752649 h 1919042"/>
              <a:gd name="connsiteX132" fmla="*/ 1708625 w 3304142"/>
              <a:gd name="connsiteY132" fmla="*/ 1761382 h 1919042"/>
              <a:gd name="connsiteX133" fmla="*/ 1707289 w 3304142"/>
              <a:gd name="connsiteY133" fmla="*/ 1769656 h 1919042"/>
              <a:gd name="connsiteX134" fmla="*/ 1691258 w 3304142"/>
              <a:gd name="connsiteY134" fmla="*/ 1764599 h 1919042"/>
              <a:gd name="connsiteX135" fmla="*/ 1679235 w 3304142"/>
              <a:gd name="connsiteY135" fmla="*/ 1766439 h 1919042"/>
              <a:gd name="connsiteX136" fmla="*/ 1664095 w 3304142"/>
              <a:gd name="connsiteY136" fmla="*/ 1764599 h 1919042"/>
              <a:gd name="connsiteX137" fmla="*/ 1652072 w 3304142"/>
              <a:gd name="connsiteY137" fmla="*/ 1770116 h 1919042"/>
              <a:gd name="connsiteX138" fmla="*/ 1639603 w 3304142"/>
              <a:gd name="connsiteY138" fmla="*/ 1760923 h 1919042"/>
              <a:gd name="connsiteX139" fmla="*/ 1642720 w 3304142"/>
              <a:gd name="connsiteY139" fmla="*/ 1751270 h 1919042"/>
              <a:gd name="connsiteX140" fmla="*/ 1665431 w 3304142"/>
              <a:gd name="connsiteY140" fmla="*/ 1755406 h 1919042"/>
              <a:gd name="connsiteX141" fmla="*/ 1683688 w 3304142"/>
              <a:gd name="connsiteY141" fmla="*/ 1757705 h 1919042"/>
              <a:gd name="connsiteX142" fmla="*/ 1693484 w 3304142"/>
              <a:gd name="connsiteY142" fmla="*/ 1751270 h 1919042"/>
              <a:gd name="connsiteX143" fmla="*/ 1683243 w 3304142"/>
              <a:gd name="connsiteY143" fmla="*/ 1738399 h 1919042"/>
              <a:gd name="connsiteX144" fmla="*/ 1685024 w 3304142"/>
              <a:gd name="connsiteY144" fmla="*/ 1726908 h 1919042"/>
              <a:gd name="connsiteX145" fmla="*/ 1669438 w 3304142"/>
              <a:gd name="connsiteY145" fmla="*/ 1722312 h 1919042"/>
              <a:gd name="connsiteX146" fmla="*/ 1462817 w 3304142"/>
              <a:gd name="connsiteY146" fmla="*/ 1617511 h 1919042"/>
              <a:gd name="connsiteX147" fmla="*/ 1483747 w 3304142"/>
              <a:gd name="connsiteY147" fmla="*/ 1619809 h 1919042"/>
              <a:gd name="connsiteX148" fmla="*/ 1503340 w 3304142"/>
              <a:gd name="connsiteY148" fmla="*/ 1620269 h 1919042"/>
              <a:gd name="connsiteX149" fmla="*/ 1525160 w 3304142"/>
              <a:gd name="connsiteY149" fmla="*/ 1630381 h 1919042"/>
              <a:gd name="connsiteX150" fmla="*/ 1533621 w 3304142"/>
              <a:gd name="connsiteY150" fmla="*/ 1640953 h 1919042"/>
              <a:gd name="connsiteX151" fmla="*/ 1556776 w 3304142"/>
              <a:gd name="connsiteY151" fmla="*/ 1637735 h 1919042"/>
              <a:gd name="connsiteX152" fmla="*/ 1564792 w 3304142"/>
              <a:gd name="connsiteY152" fmla="*/ 1644630 h 1919042"/>
              <a:gd name="connsiteX153" fmla="*/ 1583494 w 3304142"/>
              <a:gd name="connsiteY153" fmla="*/ 1663016 h 1919042"/>
              <a:gd name="connsiteX154" fmla="*/ 1597744 w 3304142"/>
              <a:gd name="connsiteY154" fmla="*/ 1676346 h 1919042"/>
              <a:gd name="connsiteX155" fmla="*/ 1605759 w 3304142"/>
              <a:gd name="connsiteY155" fmla="*/ 1675886 h 1919042"/>
              <a:gd name="connsiteX156" fmla="*/ 1620009 w 3304142"/>
              <a:gd name="connsiteY156" fmla="*/ 1681862 h 1919042"/>
              <a:gd name="connsiteX157" fmla="*/ 1617338 w 3304142"/>
              <a:gd name="connsiteY157" fmla="*/ 1690136 h 1919042"/>
              <a:gd name="connsiteX158" fmla="*/ 1635150 w 3304142"/>
              <a:gd name="connsiteY158" fmla="*/ 1691515 h 1919042"/>
              <a:gd name="connsiteX159" fmla="*/ 1652516 w 3304142"/>
              <a:gd name="connsiteY159" fmla="*/ 1703465 h 1919042"/>
              <a:gd name="connsiteX160" fmla="*/ 1648954 w 3304142"/>
              <a:gd name="connsiteY160" fmla="*/ 1710360 h 1919042"/>
              <a:gd name="connsiteX161" fmla="*/ 1632032 w 3304142"/>
              <a:gd name="connsiteY161" fmla="*/ 1714038 h 1919042"/>
              <a:gd name="connsiteX162" fmla="*/ 1615111 w 3304142"/>
              <a:gd name="connsiteY162" fmla="*/ 1715417 h 1919042"/>
              <a:gd name="connsiteX163" fmla="*/ 1598634 w 3304142"/>
              <a:gd name="connsiteY163" fmla="*/ 1713118 h 1919042"/>
              <a:gd name="connsiteX164" fmla="*/ 1562565 w 3304142"/>
              <a:gd name="connsiteY164" fmla="*/ 1715876 h 1919042"/>
              <a:gd name="connsiteX165" fmla="*/ 1581268 w 3304142"/>
              <a:gd name="connsiteY165" fmla="*/ 1699788 h 1919042"/>
              <a:gd name="connsiteX166" fmla="*/ 1571916 w 3304142"/>
              <a:gd name="connsiteY166" fmla="*/ 1691974 h 1919042"/>
              <a:gd name="connsiteX167" fmla="*/ 1555886 w 3304142"/>
              <a:gd name="connsiteY167" fmla="*/ 1690136 h 1919042"/>
              <a:gd name="connsiteX168" fmla="*/ 1548316 w 3304142"/>
              <a:gd name="connsiteY168" fmla="*/ 1681402 h 1919042"/>
              <a:gd name="connsiteX169" fmla="*/ 1544753 w 3304142"/>
              <a:gd name="connsiteY169" fmla="*/ 1664855 h 1919042"/>
              <a:gd name="connsiteX170" fmla="*/ 1530504 w 3304142"/>
              <a:gd name="connsiteY170" fmla="*/ 1665774 h 1919042"/>
              <a:gd name="connsiteX171" fmla="*/ 1508239 w 3304142"/>
              <a:gd name="connsiteY171" fmla="*/ 1657960 h 1919042"/>
              <a:gd name="connsiteX172" fmla="*/ 1501559 w 3304142"/>
              <a:gd name="connsiteY172" fmla="*/ 1651525 h 1919042"/>
              <a:gd name="connsiteX173" fmla="*/ 1469942 w 3304142"/>
              <a:gd name="connsiteY173" fmla="*/ 1646928 h 1919042"/>
              <a:gd name="connsiteX174" fmla="*/ 1461927 w 3304142"/>
              <a:gd name="connsiteY174" fmla="*/ 1641413 h 1919042"/>
              <a:gd name="connsiteX175" fmla="*/ 1472169 w 3304142"/>
              <a:gd name="connsiteY175" fmla="*/ 1634059 h 1919042"/>
              <a:gd name="connsiteX176" fmla="*/ 1448123 w 3304142"/>
              <a:gd name="connsiteY176" fmla="*/ 1632680 h 1919042"/>
              <a:gd name="connsiteX177" fmla="*/ 1428529 w 3304142"/>
              <a:gd name="connsiteY177" fmla="*/ 1647848 h 1919042"/>
              <a:gd name="connsiteX178" fmla="*/ 1418287 w 3304142"/>
              <a:gd name="connsiteY178" fmla="*/ 1648307 h 1919042"/>
              <a:gd name="connsiteX179" fmla="*/ 1413834 w 3304142"/>
              <a:gd name="connsiteY179" fmla="*/ 1655662 h 1919042"/>
              <a:gd name="connsiteX180" fmla="*/ 1401366 w 3304142"/>
              <a:gd name="connsiteY180" fmla="*/ 1658879 h 1919042"/>
              <a:gd name="connsiteX181" fmla="*/ 1391124 w 3304142"/>
              <a:gd name="connsiteY181" fmla="*/ 1655662 h 1919042"/>
              <a:gd name="connsiteX182" fmla="*/ 1405374 w 3304142"/>
              <a:gd name="connsiteY182" fmla="*/ 1646928 h 1919042"/>
              <a:gd name="connsiteX183" fmla="*/ 1412053 w 3304142"/>
              <a:gd name="connsiteY183" fmla="*/ 1635897 h 1919042"/>
              <a:gd name="connsiteX184" fmla="*/ 1424076 w 3304142"/>
              <a:gd name="connsiteY184" fmla="*/ 1629462 h 1919042"/>
              <a:gd name="connsiteX185" fmla="*/ 1437435 w 3304142"/>
              <a:gd name="connsiteY185" fmla="*/ 1623946 h 1919042"/>
              <a:gd name="connsiteX186" fmla="*/ 1456583 w 3304142"/>
              <a:gd name="connsiteY186" fmla="*/ 1621188 h 1919042"/>
              <a:gd name="connsiteX187" fmla="*/ 733441 w 3304142"/>
              <a:gd name="connsiteY187" fmla="*/ 1340811 h 1919042"/>
              <a:gd name="connsiteX188" fmla="*/ 732522 w 3304142"/>
              <a:gd name="connsiteY188" fmla="*/ 1342181 h 1919042"/>
              <a:gd name="connsiteX189" fmla="*/ 763693 w 3304142"/>
              <a:gd name="connsiteY189" fmla="*/ 1356430 h 1919042"/>
              <a:gd name="connsiteX190" fmla="*/ 812231 w 3304142"/>
              <a:gd name="connsiteY190" fmla="*/ 1377115 h 1919042"/>
              <a:gd name="connsiteX191" fmla="*/ 860323 w 3304142"/>
              <a:gd name="connsiteY191" fmla="*/ 1377115 h 1919042"/>
              <a:gd name="connsiteX192" fmla="*/ 879471 w 3304142"/>
              <a:gd name="connsiteY192" fmla="*/ 1377115 h 1919042"/>
              <a:gd name="connsiteX193" fmla="*/ 879472 w 3304142"/>
              <a:gd name="connsiteY193" fmla="*/ 1377113 h 1919042"/>
              <a:gd name="connsiteX194" fmla="*/ 860324 w 3304142"/>
              <a:gd name="connsiteY194" fmla="*/ 1377113 h 1919042"/>
              <a:gd name="connsiteX195" fmla="*/ 812231 w 3304142"/>
              <a:gd name="connsiteY195" fmla="*/ 1377113 h 1919042"/>
              <a:gd name="connsiteX196" fmla="*/ 763694 w 3304142"/>
              <a:gd name="connsiteY196" fmla="*/ 1356429 h 1919042"/>
              <a:gd name="connsiteX197" fmla="*/ 732523 w 3304142"/>
              <a:gd name="connsiteY197" fmla="*/ 1342180 h 1919042"/>
              <a:gd name="connsiteX198" fmla="*/ 1750929 w 3304142"/>
              <a:gd name="connsiteY198" fmla="*/ 999281 h 1919042"/>
              <a:gd name="connsiteX199" fmla="*/ 1742023 w 3304142"/>
              <a:gd name="connsiteY199" fmla="*/ 1003417 h 1919042"/>
              <a:gd name="connsiteX200" fmla="*/ 1733562 w 3304142"/>
              <a:gd name="connsiteY200" fmla="*/ 1009393 h 1919042"/>
              <a:gd name="connsiteX201" fmla="*/ 1725547 w 3304142"/>
              <a:gd name="connsiteY201" fmla="*/ 1004337 h 1919042"/>
              <a:gd name="connsiteX202" fmla="*/ 1704617 w 3304142"/>
              <a:gd name="connsiteY202" fmla="*/ 1008014 h 1919042"/>
              <a:gd name="connsiteX203" fmla="*/ 1687251 w 3304142"/>
              <a:gd name="connsiteY203" fmla="*/ 1012151 h 1919042"/>
              <a:gd name="connsiteX204" fmla="*/ 1678790 w 3304142"/>
              <a:gd name="connsiteY204" fmla="*/ 1015828 h 1919042"/>
              <a:gd name="connsiteX205" fmla="*/ 1668548 w 3304142"/>
              <a:gd name="connsiteY205" fmla="*/ 1025481 h 1919042"/>
              <a:gd name="connsiteX206" fmla="*/ 1676563 w 3304142"/>
              <a:gd name="connsiteY206" fmla="*/ 1028698 h 1919042"/>
              <a:gd name="connsiteX207" fmla="*/ 1684133 w 3304142"/>
              <a:gd name="connsiteY207" fmla="*/ 1026860 h 1919042"/>
              <a:gd name="connsiteX208" fmla="*/ 1685469 w 3304142"/>
              <a:gd name="connsiteY208" fmla="*/ 1026860 h 1919042"/>
              <a:gd name="connsiteX209" fmla="*/ 1685469 w 3304142"/>
              <a:gd name="connsiteY209" fmla="*/ 1026859 h 1919042"/>
              <a:gd name="connsiteX210" fmla="*/ 1697492 w 3304142"/>
              <a:gd name="connsiteY210" fmla="*/ 1023182 h 1919042"/>
              <a:gd name="connsiteX211" fmla="*/ 1714859 w 3304142"/>
              <a:gd name="connsiteY211" fmla="*/ 1024561 h 1919042"/>
              <a:gd name="connsiteX212" fmla="*/ 1732671 w 3304142"/>
              <a:gd name="connsiteY212" fmla="*/ 1026859 h 1919042"/>
              <a:gd name="connsiteX213" fmla="*/ 1753155 w 3304142"/>
              <a:gd name="connsiteY213" fmla="*/ 1017207 h 1919042"/>
              <a:gd name="connsiteX214" fmla="*/ 1755827 w 3304142"/>
              <a:gd name="connsiteY214" fmla="*/ 1005715 h 1919042"/>
              <a:gd name="connsiteX215" fmla="*/ 1754936 w 3304142"/>
              <a:gd name="connsiteY215" fmla="*/ 1001579 h 1919042"/>
              <a:gd name="connsiteX216" fmla="*/ 1754937 w 3304142"/>
              <a:gd name="connsiteY216" fmla="*/ 1001578 h 1919042"/>
              <a:gd name="connsiteX217" fmla="*/ 1754937 w 3304142"/>
              <a:gd name="connsiteY217" fmla="*/ 1001119 h 1919042"/>
              <a:gd name="connsiteX218" fmla="*/ 1605315 w 3304142"/>
              <a:gd name="connsiteY218" fmla="*/ 931252 h 1919042"/>
              <a:gd name="connsiteX219" fmla="*/ 1599081 w 3304142"/>
              <a:gd name="connsiteY219" fmla="*/ 935390 h 1919042"/>
              <a:gd name="connsiteX220" fmla="*/ 1599081 w 3304142"/>
              <a:gd name="connsiteY220" fmla="*/ 935390 h 1919042"/>
              <a:gd name="connsiteX221" fmla="*/ 1605760 w 3304142"/>
              <a:gd name="connsiteY221" fmla="*/ 946881 h 1919042"/>
              <a:gd name="connsiteX222" fmla="*/ 1584830 w 3304142"/>
              <a:gd name="connsiteY222" fmla="*/ 949638 h 1919042"/>
              <a:gd name="connsiteX223" fmla="*/ 1584386 w 3304142"/>
              <a:gd name="connsiteY223" fmla="*/ 949638 h 1919042"/>
              <a:gd name="connsiteX224" fmla="*/ 1567910 w 3304142"/>
              <a:gd name="connsiteY224" fmla="*/ 946421 h 1919042"/>
              <a:gd name="connsiteX225" fmla="*/ 1547871 w 3304142"/>
              <a:gd name="connsiteY225" fmla="*/ 951936 h 1919042"/>
              <a:gd name="connsiteX226" fmla="*/ 1531394 w 3304142"/>
              <a:gd name="connsiteY226" fmla="*/ 954694 h 1919042"/>
              <a:gd name="connsiteX227" fmla="*/ 1510465 w 3304142"/>
              <a:gd name="connsiteY227" fmla="*/ 973540 h 1919042"/>
              <a:gd name="connsiteX228" fmla="*/ 1497106 w 3304142"/>
              <a:gd name="connsiteY228" fmla="*/ 984112 h 1919042"/>
              <a:gd name="connsiteX229" fmla="*/ 1498888 w 3304142"/>
              <a:gd name="connsiteY229" fmla="*/ 987329 h 1919042"/>
              <a:gd name="connsiteX230" fmla="*/ 1523379 w 3304142"/>
              <a:gd name="connsiteY230" fmla="*/ 968484 h 1919042"/>
              <a:gd name="connsiteX231" fmla="*/ 1526496 w 3304142"/>
              <a:gd name="connsiteY231" fmla="*/ 968484 h 1919042"/>
              <a:gd name="connsiteX232" fmla="*/ 1505567 w 3304142"/>
              <a:gd name="connsiteY232" fmla="*/ 991007 h 1919042"/>
              <a:gd name="connsiteX233" fmla="*/ 1492653 w 3304142"/>
              <a:gd name="connsiteY233" fmla="*/ 1011232 h 1919042"/>
              <a:gd name="connsiteX234" fmla="*/ 1481521 w 3304142"/>
              <a:gd name="connsiteY234" fmla="*/ 1027779 h 1919042"/>
              <a:gd name="connsiteX235" fmla="*/ 1478849 w 3304142"/>
              <a:gd name="connsiteY235" fmla="*/ 1042028 h 1919042"/>
              <a:gd name="connsiteX236" fmla="*/ 1475287 w 3304142"/>
              <a:gd name="connsiteY236" fmla="*/ 1048923 h 1919042"/>
              <a:gd name="connsiteX237" fmla="*/ 1472614 w 3304142"/>
              <a:gd name="connsiteY237" fmla="*/ 1056737 h 1919042"/>
              <a:gd name="connsiteX238" fmla="*/ 1473060 w 3304142"/>
              <a:gd name="connsiteY238" fmla="*/ 1071905 h 1919042"/>
              <a:gd name="connsiteX239" fmla="*/ 1474396 w 3304142"/>
              <a:gd name="connsiteY239" fmla="*/ 1074204 h 1919042"/>
              <a:gd name="connsiteX240" fmla="*/ 1482411 w 3304142"/>
              <a:gd name="connsiteY240" fmla="*/ 1073744 h 1919042"/>
              <a:gd name="connsiteX241" fmla="*/ 1489536 w 3304142"/>
              <a:gd name="connsiteY241" fmla="*/ 1070526 h 1919042"/>
              <a:gd name="connsiteX242" fmla="*/ 1495770 w 3304142"/>
              <a:gd name="connsiteY242" fmla="*/ 1066849 h 1919042"/>
              <a:gd name="connsiteX243" fmla="*/ 1510465 w 3304142"/>
              <a:gd name="connsiteY243" fmla="*/ 1052600 h 1919042"/>
              <a:gd name="connsiteX244" fmla="*/ 1518481 w 3304142"/>
              <a:gd name="connsiteY244" fmla="*/ 1033294 h 1919042"/>
              <a:gd name="connsiteX245" fmla="*/ 1518035 w 3304142"/>
              <a:gd name="connsiteY245" fmla="*/ 1015368 h 1919042"/>
              <a:gd name="connsiteX246" fmla="*/ 1524270 w 3304142"/>
              <a:gd name="connsiteY246" fmla="*/ 1002958 h 1919042"/>
              <a:gd name="connsiteX247" fmla="*/ 1535847 w 3304142"/>
              <a:gd name="connsiteY247" fmla="*/ 988708 h 1919042"/>
              <a:gd name="connsiteX248" fmla="*/ 1545199 w 3304142"/>
              <a:gd name="connsiteY248" fmla="*/ 978596 h 1919042"/>
              <a:gd name="connsiteX249" fmla="*/ 1557222 w 3304142"/>
              <a:gd name="connsiteY249" fmla="*/ 971701 h 1919042"/>
              <a:gd name="connsiteX250" fmla="*/ 1555441 w 3304142"/>
              <a:gd name="connsiteY250" fmla="*/ 981354 h 1919042"/>
              <a:gd name="connsiteX251" fmla="*/ 1565237 w 3304142"/>
              <a:gd name="connsiteY251" fmla="*/ 967105 h 1919042"/>
              <a:gd name="connsiteX252" fmla="*/ 1571027 w 3304142"/>
              <a:gd name="connsiteY252" fmla="*/ 964347 h 1919042"/>
              <a:gd name="connsiteX253" fmla="*/ 1578597 w 3304142"/>
              <a:gd name="connsiteY253" fmla="*/ 953315 h 1919042"/>
              <a:gd name="connsiteX254" fmla="*/ 1595518 w 3304142"/>
              <a:gd name="connsiteY254" fmla="*/ 959291 h 1919042"/>
              <a:gd name="connsiteX255" fmla="*/ 1607987 w 3304142"/>
              <a:gd name="connsiteY255" fmla="*/ 970322 h 1919042"/>
              <a:gd name="connsiteX256" fmla="*/ 1604424 w 3304142"/>
              <a:gd name="connsiteY256" fmla="*/ 983653 h 1919042"/>
              <a:gd name="connsiteX257" fmla="*/ 1597299 w 3304142"/>
              <a:gd name="connsiteY257" fmla="*/ 996982 h 1919042"/>
              <a:gd name="connsiteX258" fmla="*/ 1580377 w 3304142"/>
              <a:gd name="connsiteY258" fmla="*/ 1008473 h 1919042"/>
              <a:gd name="connsiteX259" fmla="*/ 1578597 w 3304142"/>
              <a:gd name="connsiteY259" fmla="*/ 1015828 h 1919042"/>
              <a:gd name="connsiteX260" fmla="*/ 1583050 w 3304142"/>
              <a:gd name="connsiteY260" fmla="*/ 1015828 h 1919042"/>
              <a:gd name="connsiteX261" fmla="*/ 1602198 w 3304142"/>
              <a:gd name="connsiteY261" fmla="*/ 1003417 h 1919042"/>
              <a:gd name="connsiteX262" fmla="*/ 1609322 w 3304142"/>
              <a:gd name="connsiteY262" fmla="*/ 1006175 h 1919042"/>
              <a:gd name="connsiteX263" fmla="*/ 1607096 w 3304142"/>
              <a:gd name="connsiteY263" fmla="*/ 1023182 h 1919042"/>
              <a:gd name="connsiteX264" fmla="*/ 1603979 w 3304142"/>
              <a:gd name="connsiteY264" fmla="*/ 1035133 h 1919042"/>
              <a:gd name="connsiteX265" fmla="*/ 1587503 w 3304142"/>
              <a:gd name="connsiteY265" fmla="*/ 1051221 h 1919042"/>
              <a:gd name="connsiteX266" fmla="*/ 1578597 w 3304142"/>
              <a:gd name="connsiteY266" fmla="*/ 1061333 h 1919042"/>
              <a:gd name="connsiteX267" fmla="*/ 1566573 w 3304142"/>
              <a:gd name="connsiteY267" fmla="*/ 1072365 h 1919042"/>
              <a:gd name="connsiteX268" fmla="*/ 1578597 w 3304142"/>
              <a:gd name="connsiteY268" fmla="*/ 1078340 h 1919042"/>
              <a:gd name="connsiteX269" fmla="*/ 1589729 w 3304142"/>
              <a:gd name="connsiteY269" fmla="*/ 1080179 h 1919042"/>
              <a:gd name="connsiteX270" fmla="*/ 1607541 w 3304142"/>
              <a:gd name="connsiteY270" fmla="*/ 1076042 h 1919042"/>
              <a:gd name="connsiteX271" fmla="*/ 1624017 w 3304142"/>
              <a:gd name="connsiteY271" fmla="*/ 1068228 h 1919042"/>
              <a:gd name="connsiteX272" fmla="*/ 1637376 w 3304142"/>
              <a:gd name="connsiteY272" fmla="*/ 1064092 h 1919042"/>
              <a:gd name="connsiteX273" fmla="*/ 1657860 w 3304142"/>
              <a:gd name="connsiteY273" fmla="*/ 1055818 h 1919042"/>
              <a:gd name="connsiteX274" fmla="*/ 1683688 w 3304142"/>
              <a:gd name="connsiteY274" fmla="*/ 1038351 h 1919042"/>
              <a:gd name="connsiteX275" fmla="*/ 1684133 w 3304142"/>
              <a:gd name="connsiteY275" fmla="*/ 1035593 h 1919042"/>
              <a:gd name="connsiteX276" fmla="*/ 1662759 w 3304142"/>
              <a:gd name="connsiteY276" fmla="*/ 1038811 h 1919042"/>
              <a:gd name="connsiteX277" fmla="*/ 1650291 w 3304142"/>
              <a:gd name="connsiteY277" fmla="*/ 1042488 h 1919042"/>
              <a:gd name="connsiteX278" fmla="*/ 1642721 w 3304142"/>
              <a:gd name="connsiteY278" fmla="*/ 1047084 h 1919042"/>
              <a:gd name="connsiteX279" fmla="*/ 1631143 w 3304142"/>
              <a:gd name="connsiteY279" fmla="*/ 1044327 h 1919042"/>
              <a:gd name="connsiteX280" fmla="*/ 1624017 w 3304142"/>
              <a:gd name="connsiteY280" fmla="*/ 1045706 h 1919042"/>
              <a:gd name="connsiteX281" fmla="*/ 1611104 w 3304142"/>
              <a:gd name="connsiteY281" fmla="*/ 1053979 h 1919042"/>
              <a:gd name="connsiteX282" fmla="*/ 1590620 w 3304142"/>
              <a:gd name="connsiteY282" fmla="*/ 1063172 h 1919042"/>
              <a:gd name="connsiteX283" fmla="*/ 1578597 w 3304142"/>
              <a:gd name="connsiteY283" fmla="*/ 1061334 h 1919042"/>
              <a:gd name="connsiteX284" fmla="*/ 1587503 w 3304142"/>
              <a:gd name="connsiteY284" fmla="*/ 1051221 h 1919042"/>
              <a:gd name="connsiteX285" fmla="*/ 1603979 w 3304142"/>
              <a:gd name="connsiteY285" fmla="*/ 1035134 h 1919042"/>
              <a:gd name="connsiteX286" fmla="*/ 1622237 w 3304142"/>
              <a:gd name="connsiteY286" fmla="*/ 1025481 h 1919042"/>
              <a:gd name="connsiteX287" fmla="*/ 1627135 w 3304142"/>
              <a:gd name="connsiteY287" fmla="*/ 1017207 h 1919042"/>
              <a:gd name="connsiteX288" fmla="*/ 1631143 w 3304142"/>
              <a:gd name="connsiteY288" fmla="*/ 1003417 h 1919042"/>
              <a:gd name="connsiteX289" fmla="*/ 1648064 w 3304142"/>
              <a:gd name="connsiteY289" fmla="*/ 987329 h 1919042"/>
              <a:gd name="connsiteX290" fmla="*/ 1652072 w 3304142"/>
              <a:gd name="connsiteY290" fmla="*/ 968943 h 1919042"/>
              <a:gd name="connsiteX291" fmla="*/ 1656970 w 3304142"/>
              <a:gd name="connsiteY291" fmla="*/ 986870 h 1919042"/>
              <a:gd name="connsiteX292" fmla="*/ 1673892 w 3304142"/>
              <a:gd name="connsiteY292" fmla="*/ 991007 h 1919042"/>
              <a:gd name="connsiteX293" fmla="*/ 1684579 w 3304142"/>
              <a:gd name="connsiteY293" fmla="*/ 981355 h 1919042"/>
              <a:gd name="connsiteX294" fmla="*/ 1678345 w 3304142"/>
              <a:gd name="connsiteY294" fmla="*/ 959291 h 1919042"/>
              <a:gd name="connsiteX295" fmla="*/ 1674337 w 3304142"/>
              <a:gd name="connsiteY295" fmla="*/ 950098 h 1919042"/>
              <a:gd name="connsiteX296" fmla="*/ 1656525 w 3304142"/>
              <a:gd name="connsiteY296" fmla="*/ 944583 h 1919042"/>
              <a:gd name="connsiteX297" fmla="*/ 1639603 w 3304142"/>
              <a:gd name="connsiteY297" fmla="*/ 941364 h 1919042"/>
              <a:gd name="connsiteX298" fmla="*/ 1622237 w 3304142"/>
              <a:gd name="connsiteY298" fmla="*/ 941364 h 1919042"/>
              <a:gd name="connsiteX299" fmla="*/ 1607097 w 3304142"/>
              <a:gd name="connsiteY299" fmla="*/ 937688 h 1919042"/>
              <a:gd name="connsiteX300" fmla="*/ 2060859 w 3304142"/>
              <a:gd name="connsiteY300" fmla="*/ 917463 h 1919042"/>
              <a:gd name="connsiteX301" fmla="*/ 2064421 w 3304142"/>
              <a:gd name="connsiteY301" fmla="*/ 931252 h 1919042"/>
              <a:gd name="connsiteX302" fmla="*/ 2079561 w 3304142"/>
              <a:gd name="connsiteY302" fmla="*/ 935389 h 1919042"/>
              <a:gd name="connsiteX303" fmla="*/ 2100491 w 3304142"/>
              <a:gd name="connsiteY303" fmla="*/ 934470 h 1919042"/>
              <a:gd name="connsiteX304" fmla="*/ 2085796 w 3304142"/>
              <a:gd name="connsiteY304" fmla="*/ 946421 h 1919042"/>
              <a:gd name="connsiteX305" fmla="*/ 2076890 w 3304142"/>
              <a:gd name="connsiteY305" fmla="*/ 948259 h 1919042"/>
              <a:gd name="connsiteX306" fmla="*/ 2052398 w 3304142"/>
              <a:gd name="connsiteY306" fmla="*/ 935849 h 1919042"/>
              <a:gd name="connsiteX307" fmla="*/ 2049726 w 3304142"/>
              <a:gd name="connsiteY307" fmla="*/ 926196 h 1919042"/>
              <a:gd name="connsiteX308" fmla="*/ 1948198 w 3304142"/>
              <a:gd name="connsiteY308" fmla="*/ 905512 h 1919042"/>
              <a:gd name="connsiteX309" fmla="*/ 1953096 w 3304142"/>
              <a:gd name="connsiteY309" fmla="*/ 912866 h 1919042"/>
              <a:gd name="connsiteX310" fmla="*/ 1953096 w 3304142"/>
              <a:gd name="connsiteY310" fmla="*/ 912866 h 1919042"/>
              <a:gd name="connsiteX311" fmla="*/ 1450171 w 3304142"/>
              <a:gd name="connsiteY311" fmla="*/ 881391 h 1919042"/>
              <a:gd name="connsiteX312" fmla="*/ 1457919 w 3304142"/>
              <a:gd name="connsiteY312" fmla="*/ 885287 h 1919042"/>
              <a:gd name="connsiteX313" fmla="*/ 1457920 w 3304142"/>
              <a:gd name="connsiteY313" fmla="*/ 885287 h 1919042"/>
              <a:gd name="connsiteX314" fmla="*/ 1544754 w 3304142"/>
              <a:gd name="connsiteY314" fmla="*/ 862765 h 1919042"/>
              <a:gd name="connsiteX315" fmla="*/ 1538075 w 3304142"/>
              <a:gd name="connsiteY315" fmla="*/ 866442 h 1919042"/>
              <a:gd name="connsiteX316" fmla="*/ 1530059 w 3304142"/>
              <a:gd name="connsiteY316" fmla="*/ 873337 h 1919042"/>
              <a:gd name="connsiteX317" fmla="*/ 1515364 w 3304142"/>
              <a:gd name="connsiteY317" fmla="*/ 877933 h 1919042"/>
              <a:gd name="connsiteX318" fmla="*/ 1501559 w 3304142"/>
              <a:gd name="connsiteY318" fmla="*/ 889424 h 1919042"/>
              <a:gd name="connsiteX319" fmla="*/ 1501559 w 3304142"/>
              <a:gd name="connsiteY319" fmla="*/ 889424 h 1919042"/>
              <a:gd name="connsiteX320" fmla="*/ 1474396 w 3304142"/>
              <a:gd name="connsiteY320" fmla="*/ 898617 h 1919042"/>
              <a:gd name="connsiteX321" fmla="*/ 1453466 w 3304142"/>
              <a:gd name="connsiteY321" fmla="*/ 910108 h 1919042"/>
              <a:gd name="connsiteX322" fmla="*/ 1432983 w 3304142"/>
              <a:gd name="connsiteY322" fmla="*/ 922519 h 1919042"/>
              <a:gd name="connsiteX323" fmla="*/ 1430756 w 3304142"/>
              <a:gd name="connsiteY323" fmla="*/ 926655 h 1919042"/>
              <a:gd name="connsiteX324" fmla="*/ 1456138 w 3304142"/>
              <a:gd name="connsiteY324" fmla="*/ 920680 h 1919042"/>
              <a:gd name="connsiteX325" fmla="*/ 1465490 w 3304142"/>
              <a:gd name="connsiteY325" fmla="*/ 930333 h 1919042"/>
              <a:gd name="connsiteX326" fmla="*/ 1485974 w 3304142"/>
              <a:gd name="connsiteY326" fmla="*/ 923438 h 1919042"/>
              <a:gd name="connsiteX327" fmla="*/ 1507794 w 3304142"/>
              <a:gd name="connsiteY327" fmla="*/ 913785 h 1919042"/>
              <a:gd name="connsiteX328" fmla="*/ 1531840 w 3304142"/>
              <a:gd name="connsiteY328" fmla="*/ 904133 h 1919042"/>
              <a:gd name="connsiteX329" fmla="*/ 1518035 w 3304142"/>
              <a:gd name="connsiteY329" fmla="*/ 919301 h 1919042"/>
              <a:gd name="connsiteX330" fmla="*/ 1529168 w 3304142"/>
              <a:gd name="connsiteY330" fmla="*/ 922978 h 1919042"/>
              <a:gd name="connsiteX331" fmla="*/ 1540300 w 3304142"/>
              <a:gd name="connsiteY331" fmla="*/ 934010 h 1919042"/>
              <a:gd name="connsiteX332" fmla="*/ 1563011 w 3304142"/>
              <a:gd name="connsiteY332" fmla="*/ 927575 h 1919042"/>
              <a:gd name="connsiteX333" fmla="*/ 1585722 w 3304142"/>
              <a:gd name="connsiteY333" fmla="*/ 925276 h 1919042"/>
              <a:gd name="connsiteX334" fmla="*/ 1587057 w 3304142"/>
              <a:gd name="connsiteY334" fmla="*/ 933550 h 1919042"/>
              <a:gd name="connsiteX335" fmla="*/ 1593736 w 3304142"/>
              <a:gd name="connsiteY335" fmla="*/ 934469 h 1919042"/>
              <a:gd name="connsiteX336" fmla="*/ 1593737 w 3304142"/>
              <a:gd name="connsiteY336" fmla="*/ 934470 h 1919042"/>
              <a:gd name="connsiteX337" fmla="*/ 1602198 w 3304142"/>
              <a:gd name="connsiteY337" fmla="*/ 924817 h 1919042"/>
              <a:gd name="connsiteX338" fmla="*/ 1594182 w 3304142"/>
              <a:gd name="connsiteY338" fmla="*/ 921140 h 1919042"/>
              <a:gd name="connsiteX339" fmla="*/ 1602644 w 3304142"/>
              <a:gd name="connsiteY339" fmla="*/ 910109 h 1919042"/>
              <a:gd name="connsiteX340" fmla="*/ 1597299 w 3304142"/>
              <a:gd name="connsiteY340" fmla="*/ 901835 h 1919042"/>
              <a:gd name="connsiteX341" fmla="*/ 1604870 w 3304142"/>
              <a:gd name="connsiteY341" fmla="*/ 893561 h 1919042"/>
              <a:gd name="connsiteX342" fmla="*/ 1581714 w 3304142"/>
              <a:gd name="connsiteY342" fmla="*/ 889424 h 1919042"/>
              <a:gd name="connsiteX343" fmla="*/ 1581269 w 3304142"/>
              <a:gd name="connsiteY343" fmla="*/ 872877 h 1919042"/>
              <a:gd name="connsiteX344" fmla="*/ 1577706 w 3304142"/>
              <a:gd name="connsiteY344" fmla="*/ 869199 h 1919042"/>
              <a:gd name="connsiteX345" fmla="*/ 1563011 w 3304142"/>
              <a:gd name="connsiteY345" fmla="*/ 868280 h 1919042"/>
              <a:gd name="connsiteX346" fmla="*/ 1404929 w 3304142"/>
              <a:gd name="connsiteY346" fmla="*/ 849894 h 1919042"/>
              <a:gd name="connsiteX347" fmla="*/ 1400921 w 3304142"/>
              <a:gd name="connsiteY347" fmla="*/ 865522 h 1919042"/>
              <a:gd name="connsiteX348" fmla="*/ 1400922 w 3304142"/>
              <a:gd name="connsiteY348" fmla="*/ 865522 h 1919042"/>
              <a:gd name="connsiteX349" fmla="*/ 1404929 w 3304142"/>
              <a:gd name="connsiteY349" fmla="*/ 849894 h 1919042"/>
              <a:gd name="connsiteX350" fmla="*/ 2084905 w 3304142"/>
              <a:gd name="connsiteY350" fmla="*/ 833346 h 1919042"/>
              <a:gd name="connsiteX351" fmla="*/ 2111178 w 3304142"/>
              <a:gd name="connsiteY351" fmla="*/ 840701 h 1919042"/>
              <a:gd name="connsiteX352" fmla="*/ 2129880 w 3304142"/>
              <a:gd name="connsiteY352" fmla="*/ 852651 h 1919042"/>
              <a:gd name="connsiteX353" fmla="*/ 2128544 w 3304142"/>
              <a:gd name="connsiteY353" fmla="*/ 857708 h 1919042"/>
              <a:gd name="connsiteX354" fmla="*/ 2117857 w 3304142"/>
              <a:gd name="connsiteY354" fmla="*/ 858167 h 1919042"/>
              <a:gd name="connsiteX355" fmla="*/ 2092030 w 3304142"/>
              <a:gd name="connsiteY355" fmla="*/ 849434 h 1919042"/>
              <a:gd name="connsiteX356" fmla="*/ 2076444 w 3304142"/>
              <a:gd name="connsiteY356" fmla="*/ 835644 h 1919042"/>
              <a:gd name="connsiteX357" fmla="*/ 694227 w 3304142"/>
              <a:gd name="connsiteY357" fmla="*/ 810364 h 1919042"/>
              <a:gd name="connsiteX358" fmla="*/ 712484 w 3304142"/>
              <a:gd name="connsiteY358" fmla="*/ 816340 h 1919042"/>
              <a:gd name="connsiteX359" fmla="*/ 723171 w 3304142"/>
              <a:gd name="connsiteY359" fmla="*/ 820936 h 1919042"/>
              <a:gd name="connsiteX360" fmla="*/ 741428 w 3304142"/>
              <a:gd name="connsiteY360" fmla="*/ 823694 h 1919042"/>
              <a:gd name="connsiteX361" fmla="*/ 742319 w 3304142"/>
              <a:gd name="connsiteY361" fmla="*/ 833806 h 1919042"/>
              <a:gd name="connsiteX362" fmla="*/ 744100 w 3304142"/>
              <a:gd name="connsiteY362" fmla="*/ 847136 h 1919042"/>
              <a:gd name="connsiteX363" fmla="*/ 758350 w 3304142"/>
              <a:gd name="connsiteY363" fmla="*/ 859087 h 1919042"/>
              <a:gd name="connsiteX364" fmla="*/ 757460 w 3304142"/>
              <a:gd name="connsiteY364" fmla="*/ 874715 h 1919042"/>
              <a:gd name="connsiteX365" fmla="*/ 743655 w 3304142"/>
              <a:gd name="connsiteY365" fmla="*/ 878852 h 1919042"/>
              <a:gd name="connsiteX366" fmla="*/ 715601 w 3304142"/>
              <a:gd name="connsiteY366" fmla="*/ 865982 h 1919042"/>
              <a:gd name="connsiteX367" fmla="*/ 715601 w 3304142"/>
              <a:gd name="connsiteY367" fmla="*/ 855869 h 1919042"/>
              <a:gd name="connsiteX368" fmla="*/ 702687 w 3304142"/>
              <a:gd name="connsiteY368" fmla="*/ 845757 h 1919042"/>
              <a:gd name="connsiteX369" fmla="*/ 704023 w 3304142"/>
              <a:gd name="connsiteY369" fmla="*/ 837483 h 1919042"/>
              <a:gd name="connsiteX370" fmla="*/ 684875 w 3304142"/>
              <a:gd name="connsiteY370" fmla="*/ 832427 h 1919042"/>
              <a:gd name="connsiteX371" fmla="*/ 687547 w 3304142"/>
              <a:gd name="connsiteY371" fmla="*/ 816799 h 1919042"/>
              <a:gd name="connsiteX372" fmla="*/ 2281729 w 3304142"/>
              <a:gd name="connsiteY372" fmla="*/ 786003 h 1919042"/>
              <a:gd name="connsiteX373" fmla="*/ 2291080 w 3304142"/>
              <a:gd name="connsiteY373" fmla="*/ 786922 h 1919042"/>
              <a:gd name="connsiteX374" fmla="*/ 2284400 w 3304142"/>
              <a:gd name="connsiteY374" fmla="*/ 794736 h 1919042"/>
              <a:gd name="connsiteX375" fmla="*/ 2267478 w 3304142"/>
              <a:gd name="connsiteY375" fmla="*/ 812663 h 1919042"/>
              <a:gd name="connsiteX376" fmla="*/ 2245213 w 3304142"/>
              <a:gd name="connsiteY376" fmla="*/ 837484 h 1919042"/>
              <a:gd name="connsiteX377" fmla="*/ 2262581 w 3304142"/>
              <a:gd name="connsiteY377" fmla="*/ 827831 h 1919042"/>
              <a:gd name="connsiteX378" fmla="*/ 2275494 w 3304142"/>
              <a:gd name="connsiteY378" fmla="*/ 834266 h 1919042"/>
              <a:gd name="connsiteX379" fmla="*/ 2264807 w 3304142"/>
              <a:gd name="connsiteY379" fmla="*/ 843919 h 1919042"/>
              <a:gd name="connsiteX380" fmla="*/ 2281729 w 3304142"/>
              <a:gd name="connsiteY380" fmla="*/ 851733 h 1919042"/>
              <a:gd name="connsiteX381" fmla="*/ 2294197 w 3304142"/>
              <a:gd name="connsiteY381" fmla="*/ 844838 h 1919042"/>
              <a:gd name="connsiteX382" fmla="*/ 2313345 w 3304142"/>
              <a:gd name="connsiteY382" fmla="*/ 853571 h 1919042"/>
              <a:gd name="connsiteX383" fmla="*/ 2300876 w 3304142"/>
              <a:gd name="connsiteY383" fmla="*/ 874716 h 1919042"/>
              <a:gd name="connsiteX384" fmla="*/ 2317798 w 3304142"/>
              <a:gd name="connsiteY384" fmla="*/ 869659 h 1919042"/>
              <a:gd name="connsiteX385" fmla="*/ 2316462 w 3304142"/>
              <a:gd name="connsiteY385" fmla="*/ 884828 h 1919042"/>
              <a:gd name="connsiteX386" fmla="*/ 2318688 w 3304142"/>
              <a:gd name="connsiteY386" fmla="*/ 902754 h 1919042"/>
              <a:gd name="connsiteX387" fmla="*/ 2302658 w 3304142"/>
              <a:gd name="connsiteY387" fmla="*/ 928495 h 1919042"/>
              <a:gd name="connsiteX388" fmla="*/ 2291970 w 3304142"/>
              <a:gd name="connsiteY388" fmla="*/ 929414 h 1919042"/>
              <a:gd name="connsiteX389" fmla="*/ 2279057 w 3304142"/>
              <a:gd name="connsiteY389" fmla="*/ 923898 h 1919042"/>
              <a:gd name="connsiteX390" fmla="*/ 2290189 w 3304142"/>
              <a:gd name="connsiteY390" fmla="*/ 900456 h 1919042"/>
              <a:gd name="connsiteX391" fmla="*/ 2284846 w 3304142"/>
              <a:gd name="connsiteY391" fmla="*/ 896779 h 1919042"/>
              <a:gd name="connsiteX392" fmla="*/ 2252338 w 3304142"/>
              <a:gd name="connsiteY392" fmla="*/ 921600 h 1919042"/>
              <a:gd name="connsiteX393" fmla="*/ 2238979 w 3304142"/>
              <a:gd name="connsiteY393" fmla="*/ 920681 h 1919042"/>
              <a:gd name="connsiteX394" fmla="*/ 2258572 w 3304142"/>
              <a:gd name="connsiteY394" fmla="*/ 906891 h 1919042"/>
              <a:gd name="connsiteX395" fmla="*/ 2238979 w 3304142"/>
              <a:gd name="connsiteY395" fmla="*/ 899997 h 1919042"/>
              <a:gd name="connsiteX396" fmla="*/ 2214488 w 3304142"/>
              <a:gd name="connsiteY396" fmla="*/ 901835 h 1919042"/>
              <a:gd name="connsiteX397" fmla="*/ 2171739 w 3304142"/>
              <a:gd name="connsiteY397" fmla="*/ 900916 h 1919042"/>
              <a:gd name="connsiteX398" fmla="*/ 2170848 w 3304142"/>
              <a:gd name="connsiteY398" fmla="*/ 892642 h 1919042"/>
              <a:gd name="connsiteX399" fmla="*/ 2187770 w 3304142"/>
              <a:gd name="connsiteY399" fmla="*/ 882070 h 1919042"/>
              <a:gd name="connsiteX400" fmla="*/ 2180200 w 3304142"/>
              <a:gd name="connsiteY400" fmla="*/ 874716 h 1919042"/>
              <a:gd name="connsiteX401" fmla="*/ 2204246 w 3304142"/>
              <a:gd name="connsiteY401" fmla="*/ 857249 h 1919042"/>
              <a:gd name="connsiteX402" fmla="*/ 2240760 w 3304142"/>
              <a:gd name="connsiteY402" fmla="*/ 811744 h 1919042"/>
              <a:gd name="connsiteX403" fmla="*/ 2259464 w 3304142"/>
              <a:gd name="connsiteY403" fmla="*/ 795656 h 1919042"/>
              <a:gd name="connsiteX404" fmla="*/ 664391 w 3304142"/>
              <a:gd name="connsiteY404" fmla="*/ 714297 h 1919042"/>
              <a:gd name="connsiteX405" fmla="*/ 671071 w 3304142"/>
              <a:gd name="connsiteY405" fmla="*/ 717974 h 1919042"/>
              <a:gd name="connsiteX406" fmla="*/ 693336 w 3304142"/>
              <a:gd name="connsiteY406" fmla="*/ 715676 h 1919042"/>
              <a:gd name="connsiteX407" fmla="*/ 661273 w 3304142"/>
              <a:gd name="connsiteY407" fmla="*/ 747391 h 1919042"/>
              <a:gd name="connsiteX408" fmla="*/ 662609 w 3304142"/>
              <a:gd name="connsiteY408" fmla="*/ 770374 h 1919042"/>
              <a:gd name="connsiteX409" fmla="*/ 654149 w 3304142"/>
              <a:gd name="connsiteY409" fmla="*/ 770374 h 1919042"/>
              <a:gd name="connsiteX410" fmla="*/ 651032 w 3304142"/>
              <a:gd name="connsiteY410" fmla="*/ 757504 h 1919042"/>
              <a:gd name="connsiteX411" fmla="*/ 653258 w 3304142"/>
              <a:gd name="connsiteY411" fmla="*/ 744174 h 1919042"/>
              <a:gd name="connsiteX412" fmla="*/ 649696 w 3304142"/>
              <a:gd name="connsiteY412" fmla="*/ 735441 h 1919042"/>
              <a:gd name="connsiteX413" fmla="*/ 655485 w 3304142"/>
              <a:gd name="connsiteY413" fmla="*/ 723030 h 1919042"/>
              <a:gd name="connsiteX414" fmla="*/ 343329 w 3304142"/>
              <a:gd name="connsiteY414" fmla="*/ 609037 h 1919042"/>
              <a:gd name="connsiteX415" fmla="*/ 354907 w 3304142"/>
              <a:gd name="connsiteY415" fmla="*/ 610875 h 1919042"/>
              <a:gd name="connsiteX416" fmla="*/ 354907 w 3304142"/>
              <a:gd name="connsiteY416" fmla="*/ 619609 h 1919042"/>
              <a:gd name="connsiteX417" fmla="*/ 323736 w 3304142"/>
              <a:gd name="connsiteY417" fmla="*/ 632479 h 1919042"/>
              <a:gd name="connsiteX418" fmla="*/ 292564 w 3304142"/>
              <a:gd name="connsiteY418" fmla="*/ 643051 h 1919042"/>
              <a:gd name="connsiteX419" fmla="*/ 289002 w 3304142"/>
              <a:gd name="connsiteY419" fmla="*/ 635697 h 1919042"/>
              <a:gd name="connsiteX420" fmla="*/ 299244 w 3304142"/>
              <a:gd name="connsiteY420" fmla="*/ 622826 h 1919042"/>
              <a:gd name="connsiteX421" fmla="*/ 327743 w 3304142"/>
              <a:gd name="connsiteY421" fmla="*/ 613173 h 1919042"/>
              <a:gd name="connsiteX422" fmla="*/ 675523 w 3304142"/>
              <a:gd name="connsiteY422" fmla="*/ 546525 h 1919042"/>
              <a:gd name="connsiteX423" fmla="*/ 687991 w 3304142"/>
              <a:gd name="connsiteY423" fmla="*/ 553879 h 1919042"/>
              <a:gd name="connsiteX424" fmla="*/ 690218 w 3304142"/>
              <a:gd name="connsiteY424" fmla="*/ 565830 h 1919042"/>
              <a:gd name="connsiteX425" fmla="*/ 691554 w 3304142"/>
              <a:gd name="connsiteY425" fmla="*/ 583297 h 1919042"/>
              <a:gd name="connsiteX426" fmla="*/ 691555 w 3304142"/>
              <a:gd name="connsiteY426" fmla="*/ 583297 h 1919042"/>
              <a:gd name="connsiteX427" fmla="*/ 690219 w 3304142"/>
              <a:gd name="connsiteY427" fmla="*/ 565830 h 1919042"/>
              <a:gd name="connsiteX428" fmla="*/ 687992 w 3304142"/>
              <a:gd name="connsiteY428" fmla="*/ 553880 h 1919042"/>
              <a:gd name="connsiteX429" fmla="*/ 146950 w 3304142"/>
              <a:gd name="connsiteY429" fmla="*/ 543307 h 1919042"/>
              <a:gd name="connsiteX430" fmla="*/ 160309 w 3304142"/>
              <a:gd name="connsiteY430" fmla="*/ 546065 h 1919042"/>
              <a:gd name="connsiteX431" fmla="*/ 150067 w 3304142"/>
              <a:gd name="connsiteY431" fmla="*/ 556177 h 1919042"/>
              <a:gd name="connsiteX432" fmla="*/ 132700 w 3304142"/>
              <a:gd name="connsiteY432" fmla="*/ 560314 h 1919042"/>
              <a:gd name="connsiteX433" fmla="*/ 125131 w 3304142"/>
              <a:gd name="connsiteY433" fmla="*/ 555258 h 1919042"/>
              <a:gd name="connsiteX434" fmla="*/ 121568 w 3304142"/>
              <a:gd name="connsiteY434" fmla="*/ 547903 h 1919042"/>
              <a:gd name="connsiteX435" fmla="*/ 1916581 w 3304142"/>
              <a:gd name="connsiteY435" fmla="*/ 489987 h 1919042"/>
              <a:gd name="connsiteX436" fmla="*/ 1924151 w 3304142"/>
              <a:gd name="connsiteY436" fmla="*/ 490447 h 1919042"/>
              <a:gd name="connsiteX437" fmla="*/ 1926378 w 3304142"/>
              <a:gd name="connsiteY437" fmla="*/ 495962 h 1919042"/>
              <a:gd name="connsiteX438" fmla="*/ 1910347 w 3304142"/>
              <a:gd name="connsiteY438" fmla="*/ 509752 h 1919042"/>
              <a:gd name="connsiteX439" fmla="*/ 1902776 w 3304142"/>
              <a:gd name="connsiteY439" fmla="*/ 507453 h 1919042"/>
              <a:gd name="connsiteX440" fmla="*/ 1902331 w 3304142"/>
              <a:gd name="connsiteY440" fmla="*/ 499640 h 1919042"/>
              <a:gd name="connsiteX441" fmla="*/ 1904113 w 3304142"/>
              <a:gd name="connsiteY441" fmla="*/ 497801 h 1919042"/>
              <a:gd name="connsiteX442" fmla="*/ 1860028 w 3304142"/>
              <a:gd name="connsiteY442" fmla="*/ 475739 h 1919042"/>
              <a:gd name="connsiteX443" fmla="*/ 1886746 w 3304142"/>
              <a:gd name="connsiteY443" fmla="*/ 476199 h 1919042"/>
              <a:gd name="connsiteX444" fmla="*/ 1883184 w 3304142"/>
              <a:gd name="connsiteY444" fmla="*/ 481254 h 1919042"/>
              <a:gd name="connsiteX445" fmla="*/ 1851122 w 3304142"/>
              <a:gd name="connsiteY445" fmla="*/ 495963 h 1919042"/>
              <a:gd name="connsiteX446" fmla="*/ 1837763 w 3304142"/>
              <a:gd name="connsiteY446" fmla="*/ 495044 h 1919042"/>
              <a:gd name="connsiteX447" fmla="*/ 1837763 w 3304142"/>
              <a:gd name="connsiteY447" fmla="*/ 488149 h 1919042"/>
              <a:gd name="connsiteX448" fmla="*/ 155411 w 3304142"/>
              <a:gd name="connsiteY448" fmla="*/ 453215 h 1919042"/>
              <a:gd name="connsiteX449" fmla="*/ 160754 w 3304142"/>
              <a:gd name="connsiteY449" fmla="*/ 457811 h 1919042"/>
              <a:gd name="connsiteX450" fmla="*/ 176340 w 3304142"/>
              <a:gd name="connsiteY450" fmla="*/ 455513 h 1919042"/>
              <a:gd name="connsiteX451" fmla="*/ 183464 w 3304142"/>
              <a:gd name="connsiteY451" fmla="*/ 462408 h 1919042"/>
              <a:gd name="connsiteX452" fmla="*/ 198159 w 3304142"/>
              <a:gd name="connsiteY452" fmla="*/ 465625 h 1919042"/>
              <a:gd name="connsiteX453" fmla="*/ 192816 w 3304142"/>
              <a:gd name="connsiteY453" fmla="*/ 468842 h 1919042"/>
              <a:gd name="connsiteX454" fmla="*/ 170996 w 3304142"/>
              <a:gd name="connsiteY454" fmla="*/ 474359 h 1919042"/>
              <a:gd name="connsiteX455" fmla="*/ 163425 w 3304142"/>
              <a:gd name="connsiteY455" fmla="*/ 468383 h 1919042"/>
              <a:gd name="connsiteX456" fmla="*/ 162090 w 3304142"/>
              <a:gd name="connsiteY456" fmla="*/ 463787 h 1919042"/>
              <a:gd name="connsiteX457" fmla="*/ 142942 w 3304142"/>
              <a:gd name="connsiteY457" fmla="*/ 465166 h 1919042"/>
              <a:gd name="connsiteX458" fmla="*/ 141606 w 3304142"/>
              <a:gd name="connsiteY458" fmla="*/ 462868 h 1919042"/>
              <a:gd name="connsiteX459" fmla="*/ 1856911 w 3304142"/>
              <a:gd name="connsiteY459" fmla="*/ 402194 h 1919042"/>
              <a:gd name="connsiteX460" fmla="*/ 1869379 w 3304142"/>
              <a:gd name="connsiteY460" fmla="*/ 404032 h 1919042"/>
              <a:gd name="connsiteX461" fmla="*/ 1865372 w 3304142"/>
              <a:gd name="connsiteY461" fmla="*/ 415523 h 1919042"/>
              <a:gd name="connsiteX462" fmla="*/ 1877395 w 3304142"/>
              <a:gd name="connsiteY462" fmla="*/ 411387 h 1919042"/>
              <a:gd name="connsiteX463" fmla="*/ 1884074 w 3304142"/>
              <a:gd name="connsiteY463" fmla="*/ 418282 h 1919042"/>
              <a:gd name="connsiteX464" fmla="*/ 1899660 w 3304142"/>
              <a:gd name="connsiteY464" fmla="*/ 427475 h 1919042"/>
              <a:gd name="connsiteX465" fmla="*/ 1916582 w 3304142"/>
              <a:gd name="connsiteY465" fmla="*/ 435289 h 1919042"/>
              <a:gd name="connsiteX466" fmla="*/ 1910347 w 3304142"/>
              <a:gd name="connsiteY466" fmla="*/ 447699 h 1919042"/>
              <a:gd name="connsiteX467" fmla="*/ 1925933 w 3304142"/>
              <a:gd name="connsiteY467" fmla="*/ 445861 h 1919042"/>
              <a:gd name="connsiteX468" fmla="*/ 1934394 w 3304142"/>
              <a:gd name="connsiteY468" fmla="*/ 454594 h 1919042"/>
              <a:gd name="connsiteX469" fmla="*/ 1912129 w 3304142"/>
              <a:gd name="connsiteY469" fmla="*/ 462868 h 1919042"/>
              <a:gd name="connsiteX470" fmla="*/ 1885855 w 3304142"/>
              <a:gd name="connsiteY470" fmla="*/ 456433 h 1919042"/>
              <a:gd name="connsiteX471" fmla="*/ 1882293 w 3304142"/>
              <a:gd name="connsiteY471" fmla="*/ 444482 h 1919042"/>
              <a:gd name="connsiteX472" fmla="*/ 1854239 w 3304142"/>
              <a:gd name="connsiteY472" fmla="*/ 458731 h 1919042"/>
              <a:gd name="connsiteX473" fmla="*/ 1817724 w 3304142"/>
              <a:gd name="connsiteY473" fmla="*/ 472061 h 1919042"/>
              <a:gd name="connsiteX474" fmla="*/ 1820841 w 3304142"/>
              <a:gd name="connsiteY474" fmla="*/ 456892 h 1919042"/>
              <a:gd name="connsiteX475" fmla="*/ 1792787 w 3304142"/>
              <a:gd name="connsiteY475" fmla="*/ 459190 h 1919042"/>
              <a:gd name="connsiteX476" fmla="*/ 1818169 w 3304142"/>
              <a:gd name="connsiteY476" fmla="*/ 446321 h 1919042"/>
              <a:gd name="connsiteX477" fmla="*/ 1834201 w 3304142"/>
              <a:gd name="connsiteY477" fmla="*/ 425636 h 1919042"/>
              <a:gd name="connsiteX478" fmla="*/ 3186137 w 3304142"/>
              <a:gd name="connsiteY478" fmla="*/ 381969 h 1919042"/>
              <a:gd name="connsiteX479" fmla="*/ 3217308 w 3304142"/>
              <a:gd name="connsiteY479" fmla="*/ 383807 h 1919042"/>
              <a:gd name="connsiteX480" fmla="*/ 3211074 w 3304142"/>
              <a:gd name="connsiteY480" fmla="*/ 400355 h 1919042"/>
              <a:gd name="connsiteX481" fmla="*/ 3230667 w 3304142"/>
              <a:gd name="connsiteY481" fmla="*/ 417822 h 1919042"/>
              <a:gd name="connsiteX482" fmla="*/ 3203504 w 3304142"/>
              <a:gd name="connsiteY482" fmla="*/ 437587 h 1919042"/>
              <a:gd name="connsiteX483" fmla="*/ 3145170 w 3304142"/>
              <a:gd name="connsiteY483" fmla="*/ 455513 h 1919042"/>
              <a:gd name="connsiteX484" fmla="*/ 3127803 w 3304142"/>
              <a:gd name="connsiteY484" fmla="*/ 460570 h 1919042"/>
              <a:gd name="connsiteX485" fmla="*/ 3102866 w 3304142"/>
              <a:gd name="connsiteY485" fmla="*/ 456432 h 1919042"/>
              <a:gd name="connsiteX486" fmla="*/ 3049875 w 3304142"/>
              <a:gd name="connsiteY486" fmla="*/ 448158 h 1919042"/>
              <a:gd name="connsiteX487" fmla="*/ 3071250 w 3304142"/>
              <a:gd name="connsiteY487" fmla="*/ 436667 h 1919042"/>
              <a:gd name="connsiteX488" fmla="*/ 3031173 w 3304142"/>
              <a:gd name="connsiteY488" fmla="*/ 424257 h 1919042"/>
              <a:gd name="connsiteX489" fmla="*/ 3066351 w 3304142"/>
              <a:gd name="connsiteY489" fmla="*/ 419201 h 1919042"/>
              <a:gd name="connsiteX490" fmla="*/ 3066797 w 3304142"/>
              <a:gd name="connsiteY490" fmla="*/ 411386 h 1919042"/>
              <a:gd name="connsiteX491" fmla="*/ 3027610 w 3304142"/>
              <a:gd name="connsiteY491" fmla="*/ 405411 h 1919042"/>
              <a:gd name="connsiteX492" fmla="*/ 3043641 w 3304142"/>
              <a:gd name="connsiteY492" fmla="*/ 388404 h 1919042"/>
              <a:gd name="connsiteX493" fmla="*/ 3073031 w 3304142"/>
              <a:gd name="connsiteY493" fmla="*/ 384727 h 1919042"/>
              <a:gd name="connsiteX494" fmla="*/ 3099749 w 3304142"/>
              <a:gd name="connsiteY494" fmla="*/ 402193 h 1919042"/>
              <a:gd name="connsiteX495" fmla="*/ 3130920 w 3304142"/>
              <a:gd name="connsiteY495" fmla="*/ 388404 h 1919042"/>
              <a:gd name="connsiteX496" fmla="*/ 3153631 w 3304142"/>
              <a:gd name="connsiteY496" fmla="*/ 395298 h 1919042"/>
              <a:gd name="connsiteX497" fmla="*/ 2086686 w 3304142"/>
              <a:gd name="connsiteY497" fmla="*/ 337383 h 1919042"/>
              <a:gd name="connsiteX498" fmla="*/ 2096928 w 3304142"/>
              <a:gd name="connsiteY498" fmla="*/ 344278 h 1919042"/>
              <a:gd name="connsiteX499" fmla="*/ 2090248 w 3304142"/>
              <a:gd name="connsiteY499" fmla="*/ 354850 h 1919042"/>
              <a:gd name="connsiteX500" fmla="*/ 2086240 w 3304142"/>
              <a:gd name="connsiteY500" fmla="*/ 358527 h 1919042"/>
              <a:gd name="connsiteX501" fmla="*/ 2069319 w 3304142"/>
              <a:gd name="connsiteY501" fmla="*/ 365881 h 1919042"/>
              <a:gd name="connsiteX502" fmla="*/ 2047499 w 3304142"/>
              <a:gd name="connsiteY502" fmla="*/ 367260 h 1919042"/>
              <a:gd name="connsiteX503" fmla="*/ 2050616 w 3304142"/>
              <a:gd name="connsiteY503" fmla="*/ 354850 h 1919042"/>
              <a:gd name="connsiteX504" fmla="*/ 2067538 w 3304142"/>
              <a:gd name="connsiteY504" fmla="*/ 340600 h 1919042"/>
              <a:gd name="connsiteX505" fmla="*/ 1712187 w 3304142"/>
              <a:gd name="connsiteY505" fmla="*/ 290958 h 1919042"/>
              <a:gd name="connsiteX506" fmla="*/ 1725546 w 3304142"/>
              <a:gd name="connsiteY506" fmla="*/ 297853 h 1919042"/>
              <a:gd name="connsiteX507" fmla="*/ 1732671 w 3304142"/>
              <a:gd name="connsiteY507" fmla="*/ 302449 h 1919042"/>
              <a:gd name="connsiteX508" fmla="*/ 1734452 w 3304142"/>
              <a:gd name="connsiteY508" fmla="*/ 307046 h 1919042"/>
              <a:gd name="connsiteX509" fmla="*/ 1737569 w 3304142"/>
              <a:gd name="connsiteY509" fmla="*/ 316699 h 1919042"/>
              <a:gd name="connsiteX510" fmla="*/ 1719312 w 3304142"/>
              <a:gd name="connsiteY510" fmla="*/ 325432 h 1919042"/>
              <a:gd name="connsiteX511" fmla="*/ 1700609 w 3304142"/>
              <a:gd name="connsiteY511" fmla="*/ 318077 h 1919042"/>
              <a:gd name="connsiteX512" fmla="*/ 1683242 w 3304142"/>
              <a:gd name="connsiteY512" fmla="*/ 320375 h 1919042"/>
              <a:gd name="connsiteX513" fmla="*/ 1668102 w 3304142"/>
              <a:gd name="connsiteY513" fmla="*/ 309344 h 1919042"/>
              <a:gd name="connsiteX514" fmla="*/ 1690367 w 3304142"/>
              <a:gd name="connsiteY514" fmla="*/ 301530 h 1919042"/>
              <a:gd name="connsiteX515" fmla="*/ 1803920 w 3304142"/>
              <a:gd name="connsiteY515" fmla="*/ 247752 h 1919042"/>
              <a:gd name="connsiteX516" fmla="*/ 1823959 w 3304142"/>
              <a:gd name="connsiteY516" fmla="*/ 251888 h 1919042"/>
              <a:gd name="connsiteX517" fmla="*/ 1832865 w 3304142"/>
              <a:gd name="connsiteY517" fmla="*/ 262461 h 1919042"/>
              <a:gd name="connsiteX518" fmla="*/ 1834646 w 3304142"/>
              <a:gd name="connsiteY518" fmla="*/ 290040 h 1919042"/>
              <a:gd name="connsiteX519" fmla="*/ 1808818 w 3304142"/>
              <a:gd name="connsiteY519" fmla="*/ 301991 h 1919042"/>
              <a:gd name="connsiteX520" fmla="*/ 1838654 w 3304142"/>
              <a:gd name="connsiteY520" fmla="*/ 307047 h 1919042"/>
              <a:gd name="connsiteX521" fmla="*/ 1819060 w 3304142"/>
              <a:gd name="connsiteY521" fmla="*/ 332327 h 1919042"/>
              <a:gd name="connsiteX522" fmla="*/ 1858692 w 3304142"/>
              <a:gd name="connsiteY522" fmla="*/ 313022 h 1919042"/>
              <a:gd name="connsiteX523" fmla="*/ 1868489 w 3304142"/>
              <a:gd name="connsiteY523" fmla="*/ 329110 h 1919042"/>
              <a:gd name="connsiteX524" fmla="*/ 1849341 w 3304142"/>
              <a:gd name="connsiteY524" fmla="*/ 347496 h 1919042"/>
              <a:gd name="connsiteX525" fmla="*/ 1855130 w 3304142"/>
              <a:gd name="connsiteY525" fmla="*/ 364503 h 1919042"/>
              <a:gd name="connsiteX526" fmla="*/ 1887637 w 3304142"/>
              <a:gd name="connsiteY526" fmla="*/ 346577 h 1919042"/>
              <a:gd name="connsiteX527" fmla="*/ 1916582 w 3304142"/>
              <a:gd name="connsiteY527" fmla="*/ 324513 h 1919042"/>
              <a:gd name="connsiteX528" fmla="*/ 1937511 w 3304142"/>
              <a:gd name="connsiteY528" fmla="*/ 297394 h 1919042"/>
              <a:gd name="connsiteX529" fmla="*/ 1962002 w 3304142"/>
              <a:gd name="connsiteY529" fmla="*/ 299233 h 1919042"/>
              <a:gd name="connsiteX530" fmla="*/ 1986048 w 3304142"/>
              <a:gd name="connsiteY530" fmla="*/ 302910 h 1919042"/>
              <a:gd name="connsiteX531" fmla="*/ 2002079 w 3304142"/>
              <a:gd name="connsiteY531" fmla="*/ 315320 h 1919042"/>
              <a:gd name="connsiteX532" fmla="*/ 1994509 w 3304142"/>
              <a:gd name="connsiteY532" fmla="*/ 327731 h 1919042"/>
              <a:gd name="connsiteX533" fmla="*/ 1971799 w 3304142"/>
              <a:gd name="connsiteY533" fmla="*/ 341061 h 1919042"/>
              <a:gd name="connsiteX534" fmla="*/ 1975806 w 3304142"/>
              <a:gd name="connsiteY534" fmla="*/ 354391 h 1919042"/>
              <a:gd name="connsiteX535" fmla="*/ 1965119 w 3304142"/>
              <a:gd name="connsiteY535" fmla="*/ 366801 h 1919042"/>
              <a:gd name="connsiteX536" fmla="*/ 1916582 w 3304142"/>
              <a:gd name="connsiteY536" fmla="*/ 384728 h 1919042"/>
              <a:gd name="connsiteX537" fmla="*/ 1887637 w 3304142"/>
              <a:gd name="connsiteY537" fmla="*/ 388864 h 1919042"/>
              <a:gd name="connsiteX538" fmla="*/ 1873387 w 3304142"/>
              <a:gd name="connsiteY538" fmla="*/ 381051 h 1919042"/>
              <a:gd name="connsiteX539" fmla="*/ 1858692 w 3304142"/>
              <a:gd name="connsiteY539" fmla="*/ 393921 h 1919042"/>
              <a:gd name="connsiteX540" fmla="*/ 1825740 w 3304142"/>
              <a:gd name="connsiteY540" fmla="*/ 415524 h 1919042"/>
              <a:gd name="connsiteX541" fmla="*/ 1812380 w 3304142"/>
              <a:gd name="connsiteY541" fmla="*/ 427016 h 1919042"/>
              <a:gd name="connsiteX542" fmla="*/ 1778092 w 3304142"/>
              <a:gd name="connsiteY542" fmla="*/ 444483 h 1919042"/>
              <a:gd name="connsiteX543" fmla="*/ 1749148 w 3304142"/>
              <a:gd name="connsiteY543" fmla="*/ 446321 h 1919042"/>
              <a:gd name="connsiteX544" fmla="*/ 1726437 w 3304142"/>
              <a:gd name="connsiteY544" fmla="*/ 457353 h 1919042"/>
              <a:gd name="connsiteX545" fmla="*/ 1713523 w 3304142"/>
              <a:gd name="connsiteY545" fmla="*/ 474819 h 1919042"/>
              <a:gd name="connsiteX546" fmla="*/ 1688141 w 3304142"/>
              <a:gd name="connsiteY546" fmla="*/ 478037 h 1919042"/>
              <a:gd name="connsiteX547" fmla="*/ 1649400 w 3304142"/>
              <a:gd name="connsiteY547" fmla="*/ 499641 h 1919042"/>
              <a:gd name="connsiteX548" fmla="*/ 1607541 w 3304142"/>
              <a:gd name="connsiteY548" fmla="*/ 529518 h 1919042"/>
              <a:gd name="connsiteX549" fmla="*/ 1585276 w 3304142"/>
              <a:gd name="connsiteY549" fmla="*/ 550661 h 1919042"/>
              <a:gd name="connsiteX550" fmla="*/ 1563457 w 3304142"/>
              <a:gd name="connsiteY550" fmla="*/ 582378 h 1919042"/>
              <a:gd name="connsiteX551" fmla="*/ 1590175 w 3304142"/>
              <a:gd name="connsiteY551" fmla="*/ 586974 h 1919042"/>
              <a:gd name="connsiteX552" fmla="*/ 1583495 w 3304142"/>
              <a:gd name="connsiteY552" fmla="*/ 612255 h 1919042"/>
              <a:gd name="connsiteX553" fmla="*/ 1579933 w 3304142"/>
              <a:gd name="connsiteY553" fmla="*/ 633398 h 1919042"/>
              <a:gd name="connsiteX554" fmla="*/ 1612440 w 3304142"/>
              <a:gd name="connsiteY554" fmla="*/ 627883 h 1919042"/>
              <a:gd name="connsiteX555" fmla="*/ 1643611 w 3304142"/>
              <a:gd name="connsiteY555" fmla="*/ 639834 h 1919042"/>
              <a:gd name="connsiteX556" fmla="*/ 1658306 w 3304142"/>
              <a:gd name="connsiteY556" fmla="*/ 650406 h 1919042"/>
              <a:gd name="connsiteX557" fmla="*/ 1665876 w 3304142"/>
              <a:gd name="connsiteY557" fmla="*/ 663276 h 1919042"/>
              <a:gd name="connsiteX558" fmla="*/ 1687696 w 3304142"/>
              <a:gd name="connsiteY558" fmla="*/ 671090 h 1919042"/>
              <a:gd name="connsiteX559" fmla="*/ 1703727 w 3304142"/>
              <a:gd name="connsiteY559" fmla="*/ 682582 h 1919042"/>
              <a:gd name="connsiteX560" fmla="*/ 1737570 w 3304142"/>
              <a:gd name="connsiteY560" fmla="*/ 684420 h 1919042"/>
              <a:gd name="connsiteX561" fmla="*/ 1758944 w 3304142"/>
              <a:gd name="connsiteY561" fmla="*/ 687178 h 1919042"/>
              <a:gd name="connsiteX562" fmla="*/ 1742914 w 3304142"/>
              <a:gd name="connsiteY562" fmla="*/ 711080 h 1919042"/>
              <a:gd name="connsiteX563" fmla="*/ 1735343 w 3304142"/>
              <a:gd name="connsiteY563" fmla="*/ 739118 h 1919042"/>
              <a:gd name="connsiteX564" fmla="*/ 1735789 w 3304142"/>
              <a:gd name="connsiteY564" fmla="*/ 770834 h 1919042"/>
              <a:gd name="connsiteX565" fmla="*/ 1755382 w 3304142"/>
              <a:gd name="connsiteY565" fmla="*/ 797954 h 1919042"/>
              <a:gd name="connsiteX566" fmla="*/ 1776311 w 3304142"/>
              <a:gd name="connsiteY566" fmla="*/ 788761 h 1919042"/>
              <a:gd name="connsiteX567" fmla="*/ 1801248 w 3304142"/>
              <a:gd name="connsiteY567" fmla="*/ 759343 h 1919042"/>
              <a:gd name="connsiteX568" fmla="*/ 1811490 w 3304142"/>
              <a:gd name="connsiteY568" fmla="*/ 715216 h 1919042"/>
              <a:gd name="connsiteX569" fmla="*/ 1803920 w 3304142"/>
              <a:gd name="connsiteY569" fmla="*/ 700508 h 1919042"/>
              <a:gd name="connsiteX570" fmla="*/ 1843997 w 3304142"/>
              <a:gd name="connsiteY570" fmla="*/ 687178 h 1919042"/>
              <a:gd name="connsiteX571" fmla="*/ 1877395 w 3304142"/>
              <a:gd name="connsiteY571" fmla="*/ 667872 h 1919042"/>
              <a:gd name="connsiteX572" fmla="*/ 1898770 w 3304142"/>
              <a:gd name="connsiteY572" fmla="*/ 648567 h 1919042"/>
              <a:gd name="connsiteX573" fmla="*/ 1906340 w 3304142"/>
              <a:gd name="connsiteY573" fmla="*/ 630181 h 1919042"/>
              <a:gd name="connsiteX574" fmla="*/ 1904558 w 3304142"/>
              <a:gd name="connsiteY574" fmla="*/ 606739 h 1919042"/>
              <a:gd name="connsiteX575" fmla="*/ 1890308 w 3304142"/>
              <a:gd name="connsiteY575" fmla="*/ 586055 h 1919042"/>
              <a:gd name="connsiteX576" fmla="*/ 1929941 w 3304142"/>
              <a:gd name="connsiteY576" fmla="*/ 557556 h 1919042"/>
              <a:gd name="connsiteX577" fmla="*/ 1934394 w 3304142"/>
              <a:gd name="connsiteY577" fmla="*/ 533195 h 1919042"/>
              <a:gd name="connsiteX578" fmla="*/ 1951760 w 3304142"/>
              <a:gd name="connsiteY578" fmla="*/ 491827 h 1919042"/>
              <a:gd name="connsiteX579" fmla="*/ 1968682 w 3304142"/>
              <a:gd name="connsiteY579" fmla="*/ 485391 h 1919042"/>
              <a:gd name="connsiteX580" fmla="*/ 1998517 w 3304142"/>
              <a:gd name="connsiteY580" fmla="*/ 492746 h 1919042"/>
              <a:gd name="connsiteX581" fmla="*/ 2017219 w 3304142"/>
              <a:gd name="connsiteY581" fmla="*/ 495503 h 1919042"/>
              <a:gd name="connsiteX582" fmla="*/ 2037258 w 3304142"/>
              <a:gd name="connsiteY582" fmla="*/ 488149 h 1919042"/>
              <a:gd name="connsiteX583" fmla="*/ 2051063 w 3304142"/>
              <a:gd name="connsiteY583" fmla="*/ 497342 h 1919042"/>
              <a:gd name="connsiteX584" fmla="*/ 2067093 w 3304142"/>
              <a:gd name="connsiteY584" fmla="*/ 512970 h 1919042"/>
              <a:gd name="connsiteX585" fmla="*/ 2067984 w 3304142"/>
              <a:gd name="connsiteY585" fmla="*/ 523082 h 1919042"/>
              <a:gd name="connsiteX586" fmla="*/ 2102272 w 3304142"/>
              <a:gd name="connsiteY586" fmla="*/ 525381 h 1919042"/>
              <a:gd name="connsiteX587" fmla="*/ 2090694 w 3304142"/>
              <a:gd name="connsiteY587" fmla="*/ 547904 h 1919042"/>
              <a:gd name="connsiteX588" fmla="*/ 2080452 w 3304142"/>
              <a:gd name="connsiteY588" fmla="*/ 581918 h 1919042"/>
              <a:gd name="connsiteX589" fmla="*/ 2097374 w 3304142"/>
              <a:gd name="connsiteY589" fmla="*/ 586514 h 1919042"/>
              <a:gd name="connsiteX590" fmla="*/ 2104499 w 3304142"/>
              <a:gd name="connsiteY590" fmla="*/ 602602 h 1919042"/>
              <a:gd name="connsiteX591" fmla="*/ 2141014 w 3304142"/>
              <a:gd name="connsiteY591" fmla="*/ 587433 h 1919042"/>
              <a:gd name="connsiteX592" fmla="*/ 2174411 w 3304142"/>
              <a:gd name="connsiteY592" fmla="*/ 557097 h 1919042"/>
              <a:gd name="connsiteX593" fmla="*/ 2193114 w 3304142"/>
              <a:gd name="connsiteY593" fmla="*/ 544686 h 1919042"/>
              <a:gd name="connsiteX594" fmla="*/ 2198012 w 3304142"/>
              <a:gd name="connsiteY594" fmla="*/ 569047 h 1919042"/>
              <a:gd name="connsiteX595" fmla="*/ 2209590 w 3304142"/>
              <a:gd name="connsiteY595" fmla="*/ 603521 h 1919042"/>
              <a:gd name="connsiteX596" fmla="*/ 2218496 w 3304142"/>
              <a:gd name="connsiteY596" fmla="*/ 636617 h 1919042"/>
              <a:gd name="connsiteX597" fmla="*/ 2203356 w 3304142"/>
              <a:gd name="connsiteY597" fmla="*/ 654083 h 1919042"/>
              <a:gd name="connsiteX598" fmla="*/ 2224731 w 3304142"/>
              <a:gd name="connsiteY598" fmla="*/ 669711 h 1919042"/>
              <a:gd name="connsiteX599" fmla="*/ 2237644 w 3304142"/>
              <a:gd name="connsiteY599" fmla="*/ 685339 h 1919042"/>
              <a:gd name="connsiteX600" fmla="*/ 2268370 w 3304142"/>
              <a:gd name="connsiteY600" fmla="*/ 692694 h 1919042"/>
              <a:gd name="connsiteX601" fmla="*/ 2279057 w 3304142"/>
              <a:gd name="connsiteY601" fmla="*/ 701427 h 1919042"/>
              <a:gd name="connsiteX602" fmla="*/ 2279057 w 3304142"/>
              <a:gd name="connsiteY602" fmla="*/ 725329 h 1919042"/>
              <a:gd name="connsiteX603" fmla="*/ 2294197 w 3304142"/>
              <a:gd name="connsiteY603" fmla="*/ 729006 h 1919042"/>
              <a:gd name="connsiteX604" fmla="*/ 2299096 w 3304142"/>
              <a:gd name="connsiteY604" fmla="*/ 739578 h 1919042"/>
              <a:gd name="connsiteX605" fmla="*/ 2290190 w 3304142"/>
              <a:gd name="connsiteY605" fmla="*/ 771294 h 1919042"/>
              <a:gd name="connsiteX606" fmla="*/ 2271042 w 3304142"/>
              <a:gd name="connsiteY606" fmla="*/ 781866 h 1919042"/>
              <a:gd name="connsiteX607" fmla="*/ 2252339 w 3304142"/>
              <a:gd name="connsiteY607" fmla="*/ 791978 h 1919042"/>
              <a:gd name="connsiteX608" fmla="*/ 2213152 w 3304142"/>
              <a:gd name="connsiteY608" fmla="*/ 802091 h 1919042"/>
              <a:gd name="connsiteX609" fmla="*/ 2177974 w 3304142"/>
              <a:gd name="connsiteY609" fmla="*/ 825073 h 1919042"/>
              <a:gd name="connsiteX610" fmla="*/ 2139678 w 3304142"/>
              <a:gd name="connsiteY610" fmla="*/ 830129 h 1919042"/>
              <a:gd name="connsiteX611" fmla="*/ 2094702 w 3304142"/>
              <a:gd name="connsiteY611" fmla="*/ 823694 h 1919042"/>
              <a:gd name="connsiteX612" fmla="*/ 2062195 w 3304142"/>
              <a:gd name="connsiteY612" fmla="*/ 823694 h 1919042"/>
              <a:gd name="connsiteX613" fmla="*/ 2038594 w 3304142"/>
              <a:gd name="connsiteY613" fmla="*/ 825533 h 1919042"/>
              <a:gd name="connsiteX614" fmla="*/ 2013212 w 3304142"/>
              <a:gd name="connsiteY614" fmla="*/ 846217 h 1919042"/>
              <a:gd name="connsiteX615" fmla="*/ 1980259 w 3304142"/>
              <a:gd name="connsiteY615" fmla="*/ 859087 h 1919042"/>
              <a:gd name="connsiteX616" fmla="*/ 1935284 w 3304142"/>
              <a:gd name="connsiteY616" fmla="*/ 896778 h 1919042"/>
              <a:gd name="connsiteX617" fmla="*/ 1900105 w 3304142"/>
              <a:gd name="connsiteY617" fmla="*/ 923438 h 1919042"/>
              <a:gd name="connsiteX618" fmla="*/ 1921035 w 3304142"/>
              <a:gd name="connsiteY618" fmla="*/ 918842 h 1919042"/>
              <a:gd name="connsiteX619" fmla="*/ 1969572 w 3304142"/>
              <a:gd name="connsiteY619" fmla="*/ 880691 h 1919042"/>
              <a:gd name="connsiteX620" fmla="*/ 2024345 w 3304142"/>
              <a:gd name="connsiteY620" fmla="*/ 856789 h 1919042"/>
              <a:gd name="connsiteX621" fmla="*/ 2058187 w 3304142"/>
              <a:gd name="connsiteY621" fmla="*/ 854031 h 1919042"/>
              <a:gd name="connsiteX622" fmla="*/ 2072882 w 3304142"/>
              <a:gd name="connsiteY622" fmla="*/ 868280 h 1919042"/>
              <a:gd name="connsiteX623" fmla="*/ 2045719 w 3304142"/>
              <a:gd name="connsiteY623" fmla="*/ 887585 h 1919042"/>
              <a:gd name="connsiteX624" fmla="*/ 2043047 w 3304142"/>
              <a:gd name="connsiteY624" fmla="*/ 918382 h 1919042"/>
              <a:gd name="connsiteX625" fmla="*/ 2043493 w 3304142"/>
              <a:gd name="connsiteY625" fmla="*/ 940445 h 1919042"/>
              <a:gd name="connsiteX626" fmla="*/ 2068429 w 3304142"/>
              <a:gd name="connsiteY626" fmla="*/ 954695 h 1919042"/>
              <a:gd name="connsiteX627" fmla="*/ 2106726 w 3304142"/>
              <a:gd name="connsiteY627" fmla="*/ 950557 h 1919042"/>
              <a:gd name="connsiteX628" fmla="*/ 2138787 w 3304142"/>
              <a:gd name="connsiteY628" fmla="*/ 917923 h 1919042"/>
              <a:gd name="connsiteX629" fmla="*/ 2134334 w 3304142"/>
              <a:gd name="connsiteY629" fmla="*/ 939066 h 1919042"/>
              <a:gd name="connsiteX630" fmla="*/ 2145467 w 3304142"/>
              <a:gd name="connsiteY630" fmla="*/ 949638 h 1919042"/>
              <a:gd name="connsiteX631" fmla="*/ 2112515 w 3304142"/>
              <a:gd name="connsiteY631" fmla="*/ 968484 h 1919042"/>
              <a:gd name="connsiteX632" fmla="*/ 2057297 w 3304142"/>
              <a:gd name="connsiteY632" fmla="*/ 985951 h 1919042"/>
              <a:gd name="connsiteX633" fmla="*/ 2031469 w 3304142"/>
              <a:gd name="connsiteY633" fmla="*/ 997442 h 1919042"/>
              <a:gd name="connsiteX634" fmla="*/ 1999407 w 3304142"/>
              <a:gd name="connsiteY634" fmla="*/ 1018586 h 1919042"/>
              <a:gd name="connsiteX635" fmla="*/ 1982931 w 3304142"/>
              <a:gd name="connsiteY635" fmla="*/ 1016288 h 1919042"/>
              <a:gd name="connsiteX636" fmla="*/ 1989611 w 3304142"/>
              <a:gd name="connsiteY636" fmla="*/ 991926 h 1919042"/>
              <a:gd name="connsiteX637" fmla="*/ 2035922 w 3304142"/>
              <a:gd name="connsiteY637" fmla="*/ 967565 h 1919042"/>
              <a:gd name="connsiteX638" fmla="*/ 1999853 w 3304142"/>
              <a:gd name="connsiteY638" fmla="*/ 968484 h 1919042"/>
              <a:gd name="connsiteX639" fmla="*/ 1973580 w 3304142"/>
              <a:gd name="connsiteY639" fmla="*/ 972162 h 1919042"/>
              <a:gd name="connsiteX640" fmla="*/ 1963783 w 3304142"/>
              <a:gd name="connsiteY640" fmla="*/ 955614 h 1919042"/>
              <a:gd name="connsiteX641" fmla="*/ 1976697 w 3304142"/>
              <a:gd name="connsiteY641" fmla="*/ 916544 h 1919042"/>
              <a:gd name="connsiteX642" fmla="*/ 1969572 w 3304142"/>
              <a:gd name="connsiteY642" fmla="*/ 908270 h 1919042"/>
              <a:gd name="connsiteX643" fmla="*/ 1976696 w 3304142"/>
              <a:gd name="connsiteY643" fmla="*/ 916543 h 1919042"/>
              <a:gd name="connsiteX644" fmla="*/ 1963783 w 3304142"/>
              <a:gd name="connsiteY644" fmla="*/ 955614 h 1919042"/>
              <a:gd name="connsiteX645" fmla="*/ 1973579 w 3304142"/>
              <a:gd name="connsiteY645" fmla="*/ 972161 h 1919042"/>
              <a:gd name="connsiteX646" fmla="*/ 1974470 w 3304142"/>
              <a:gd name="connsiteY646" fmla="*/ 981814 h 1919042"/>
              <a:gd name="connsiteX647" fmla="*/ 1945971 w 3304142"/>
              <a:gd name="connsiteY647" fmla="*/ 995603 h 1919042"/>
              <a:gd name="connsiteX648" fmla="*/ 1919253 w 3304142"/>
              <a:gd name="connsiteY648" fmla="*/ 1005715 h 1919042"/>
              <a:gd name="connsiteX649" fmla="*/ 1892534 w 3304142"/>
              <a:gd name="connsiteY649" fmla="*/ 1014449 h 1919042"/>
              <a:gd name="connsiteX650" fmla="*/ 1874722 w 3304142"/>
              <a:gd name="connsiteY650" fmla="*/ 1031916 h 1919042"/>
              <a:gd name="connsiteX651" fmla="*/ 1868933 w 3304142"/>
              <a:gd name="connsiteY651" fmla="*/ 1038351 h 1919042"/>
              <a:gd name="connsiteX652" fmla="*/ 1863590 w 3304142"/>
              <a:gd name="connsiteY652" fmla="*/ 1053979 h 1919042"/>
              <a:gd name="connsiteX653" fmla="*/ 1866707 w 3304142"/>
              <a:gd name="connsiteY653" fmla="*/ 1069147 h 1919042"/>
              <a:gd name="connsiteX654" fmla="*/ 1876058 w 3304142"/>
              <a:gd name="connsiteY654" fmla="*/ 1070066 h 1919042"/>
              <a:gd name="connsiteX655" fmla="*/ 1876949 w 3304142"/>
              <a:gd name="connsiteY655" fmla="*/ 1059495 h 1919042"/>
              <a:gd name="connsiteX656" fmla="*/ 1881847 w 3304142"/>
              <a:gd name="connsiteY656" fmla="*/ 1065930 h 1919042"/>
              <a:gd name="connsiteX657" fmla="*/ 1877394 w 3304142"/>
              <a:gd name="connsiteY657" fmla="*/ 1074204 h 1919042"/>
              <a:gd name="connsiteX658" fmla="*/ 1860473 w 3304142"/>
              <a:gd name="connsiteY658" fmla="*/ 1078800 h 1919042"/>
              <a:gd name="connsiteX659" fmla="*/ 1849340 w 3304142"/>
              <a:gd name="connsiteY659" fmla="*/ 1078340 h 1919042"/>
              <a:gd name="connsiteX660" fmla="*/ 1830638 w 3304142"/>
              <a:gd name="connsiteY660" fmla="*/ 1083397 h 1919042"/>
              <a:gd name="connsiteX661" fmla="*/ 1820396 w 3304142"/>
              <a:gd name="connsiteY661" fmla="*/ 1084776 h 1919042"/>
              <a:gd name="connsiteX662" fmla="*/ 1806591 w 3304142"/>
              <a:gd name="connsiteY662" fmla="*/ 1086154 h 1919042"/>
              <a:gd name="connsiteX663" fmla="*/ 1784326 w 3304142"/>
              <a:gd name="connsiteY663" fmla="*/ 1094888 h 1919042"/>
              <a:gd name="connsiteX664" fmla="*/ 1820396 w 3304142"/>
              <a:gd name="connsiteY664" fmla="*/ 1089372 h 1919042"/>
              <a:gd name="connsiteX665" fmla="*/ 1825294 w 3304142"/>
              <a:gd name="connsiteY665" fmla="*/ 1094888 h 1919042"/>
              <a:gd name="connsiteX666" fmla="*/ 1790115 w 3304142"/>
              <a:gd name="connsiteY666" fmla="*/ 1103621 h 1919042"/>
              <a:gd name="connsiteX667" fmla="*/ 1775420 w 3304142"/>
              <a:gd name="connsiteY667" fmla="*/ 1103621 h 1919042"/>
              <a:gd name="connsiteX668" fmla="*/ 1777201 w 3304142"/>
              <a:gd name="connsiteY668" fmla="*/ 1099944 h 1919042"/>
              <a:gd name="connsiteX669" fmla="*/ 1767850 w 3304142"/>
              <a:gd name="connsiteY669" fmla="*/ 1108218 h 1919042"/>
              <a:gd name="connsiteX670" fmla="*/ 1774084 w 3304142"/>
              <a:gd name="connsiteY670" fmla="*/ 1109597 h 1919042"/>
              <a:gd name="connsiteX671" fmla="*/ 1762951 w 3304142"/>
              <a:gd name="connsiteY671" fmla="*/ 1130741 h 1919042"/>
              <a:gd name="connsiteX672" fmla="*/ 1739351 w 3304142"/>
              <a:gd name="connsiteY672" fmla="*/ 1153263 h 1919042"/>
              <a:gd name="connsiteX673" fmla="*/ 1739796 w 3304142"/>
              <a:gd name="connsiteY673" fmla="*/ 1145450 h 1919042"/>
              <a:gd name="connsiteX674" fmla="*/ 1734898 w 3304142"/>
              <a:gd name="connsiteY674" fmla="*/ 1144070 h 1919042"/>
              <a:gd name="connsiteX675" fmla="*/ 1729554 w 3304142"/>
              <a:gd name="connsiteY675" fmla="*/ 1136716 h 1919042"/>
              <a:gd name="connsiteX676" fmla="*/ 1729554 w 3304142"/>
              <a:gd name="connsiteY676" fmla="*/ 1152804 h 1919042"/>
              <a:gd name="connsiteX677" fmla="*/ 1734007 w 3304142"/>
              <a:gd name="connsiteY677" fmla="*/ 1157860 h 1919042"/>
              <a:gd name="connsiteX678" fmla="*/ 1731335 w 3304142"/>
              <a:gd name="connsiteY678" fmla="*/ 1168891 h 1919042"/>
              <a:gd name="connsiteX679" fmla="*/ 1720648 w 3304142"/>
              <a:gd name="connsiteY679" fmla="*/ 1180383 h 1919042"/>
              <a:gd name="connsiteX680" fmla="*/ 1700609 w 3304142"/>
              <a:gd name="connsiteY680" fmla="*/ 1203825 h 1919042"/>
              <a:gd name="connsiteX681" fmla="*/ 1698828 w 3304142"/>
              <a:gd name="connsiteY681" fmla="*/ 1202906 h 1919042"/>
              <a:gd name="connsiteX682" fmla="*/ 1711742 w 3304142"/>
              <a:gd name="connsiteY682" fmla="*/ 1182681 h 1919042"/>
              <a:gd name="connsiteX683" fmla="*/ 1702835 w 3304142"/>
              <a:gd name="connsiteY683" fmla="*/ 1171650 h 1919042"/>
              <a:gd name="connsiteX684" fmla="*/ 1707289 w 3304142"/>
              <a:gd name="connsiteY684" fmla="*/ 1146829 h 1919042"/>
              <a:gd name="connsiteX685" fmla="*/ 1698828 w 3304142"/>
              <a:gd name="connsiteY685" fmla="*/ 1159698 h 1919042"/>
              <a:gd name="connsiteX686" fmla="*/ 1698828 w 3304142"/>
              <a:gd name="connsiteY686" fmla="*/ 1178544 h 1919042"/>
              <a:gd name="connsiteX687" fmla="*/ 1684579 w 3304142"/>
              <a:gd name="connsiteY687" fmla="*/ 1173948 h 1919042"/>
              <a:gd name="connsiteX688" fmla="*/ 1697938 w 3304142"/>
              <a:gd name="connsiteY688" fmla="*/ 1183141 h 1919042"/>
              <a:gd name="connsiteX689" fmla="*/ 1691258 w 3304142"/>
              <a:gd name="connsiteY689" fmla="*/ 1211180 h 1919042"/>
              <a:gd name="connsiteX690" fmla="*/ 1697492 w 3304142"/>
              <a:gd name="connsiteY690" fmla="*/ 1213478 h 1919042"/>
              <a:gd name="connsiteX691" fmla="*/ 1697492 w 3304142"/>
              <a:gd name="connsiteY691" fmla="*/ 1223590 h 1919042"/>
              <a:gd name="connsiteX692" fmla="*/ 1693039 w 3304142"/>
              <a:gd name="connsiteY692" fmla="*/ 1253008 h 1919042"/>
              <a:gd name="connsiteX693" fmla="*/ 1672556 w 3304142"/>
              <a:gd name="connsiteY693" fmla="*/ 1274611 h 1919042"/>
              <a:gd name="connsiteX694" fmla="*/ 1645392 w 3304142"/>
              <a:gd name="connsiteY694" fmla="*/ 1283345 h 1919042"/>
              <a:gd name="connsiteX695" fmla="*/ 1625799 w 3304142"/>
              <a:gd name="connsiteY695" fmla="*/ 1300812 h 1919042"/>
              <a:gd name="connsiteX696" fmla="*/ 1613330 w 3304142"/>
              <a:gd name="connsiteY696" fmla="*/ 1302650 h 1919042"/>
              <a:gd name="connsiteX697" fmla="*/ 1598189 w 3304142"/>
              <a:gd name="connsiteY697" fmla="*/ 1313681 h 1919042"/>
              <a:gd name="connsiteX698" fmla="*/ 1592401 w 3304142"/>
              <a:gd name="connsiteY698" fmla="*/ 1323334 h 1919042"/>
              <a:gd name="connsiteX699" fmla="*/ 1561675 w 3304142"/>
              <a:gd name="connsiteY699" fmla="*/ 1342640 h 1919042"/>
              <a:gd name="connsiteX700" fmla="*/ 1544753 w 3304142"/>
              <a:gd name="connsiteY700" fmla="*/ 1356889 h 1919042"/>
              <a:gd name="connsiteX701" fmla="*/ 1529168 w 3304142"/>
              <a:gd name="connsiteY701" fmla="*/ 1374356 h 1919042"/>
              <a:gd name="connsiteX702" fmla="*/ 1520707 w 3304142"/>
              <a:gd name="connsiteY702" fmla="*/ 1395040 h 1919042"/>
              <a:gd name="connsiteX703" fmla="*/ 1520707 w 3304142"/>
              <a:gd name="connsiteY703" fmla="*/ 1415724 h 1919042"/>
              <a:gd name="connsiteX704" fmla="*/ 1523379 w 3304142"/>
              <a:gd name="connsiteY704" fmla="*/ 1441005 h 1919042"/>
              <a:gd name="connsiteX705" fmla="*/ 1530059 w 3304142"/>
              <a:gd name="connsiteY705" fmla="*/ 1461690 h 1919042"/>
              <a:gd name="connsiteX706" fmla="*/ 1527832 w 3304142"/>
              <a:gd name="connsiteY706" fmla="*/ 1474559 h 1919042"/>
              <a:gd name="connsiteX707" fmla="*/ 1533621 w 3304142"/>
              <a:gd name="connsiteY707" fmla="*/ 1508574 h 1919042"/>
              <a:gd name="connsiteX708" fmla="*/ 1529168 w 3304142"/>
              <a:gd name="connsiteY708" fmla="*/ 1528798 h 1919042"/>
              <a:gd name="connsiteX709" fmla="*/ 1526496 w 3304142"/>
              <a:gd name="connsiteY709" fmla="*/ 1540289 h 1919042"/>
              <a:gd name="connsiteX710" fmla="*/ 1517590 w 3304142"/>
              <a:gd name="connsiteY710" fmla="*/ 1558216 h 1919042"/>
              <a:gd name="connsiteX711" fmla="*/ 1509575 w 3304142"/>
              <a:gd name="connsiteY711" fmla="*/ 1561893 h 1919042"/>
              <a:gd name="connsiteX712" fmla="*/ 1497997 w 3304142"/>
              <a:gd name="connsiteY712" fmla="*/ 1558216 h 1919042"/>
              <a:gd name="connsiteX713" fmla="*/ 1496216 w 3304142"/>
              <a:gd name="connsiteY713" fmla="*/ 1545346 h 1919042"/>
              <a:gd name="connsiteX714" fmla="*/ 1488200 w 3304142"/>
              <a:gd name="connsiteY714" fmla="*/ 1538451 h 1919042"/>
              <a:gd name="connsiteX715" fmla="*/ 1479294 w 3304142"/>
              <a:gd name="connsiteY715" fmla="*/ 1513170 h 1919042"/>
              <a:gd name="connsiteX716" fmla="*/ 1472170 w 3304142"/>
              <a:gd name="connsiteY716" fmla="*/ 1490647 h 1919042"/>
              <a:gd name="connsiteX717" fmla="*/ 1470388 w 3304142"/>
              <a:gd name="connsiteY717" fmla="*/ 1479156 h 1919042"/>
              <a:gd name="connsiteX718" fmla="*/ 1479294 w 3304142"/>
              <a:gd name="connsiteY718" fmla="*/ 1459391 h 1919042"/>
              <a:gd name="connsiteX719" fmla="*/ 1475731 w 3304142"/>
              <a:gd name="connsiteY719" fmla="*/ 1443304 h 1919042"/>
              <a:gd name="connsiteX720" fmla="*/ 1461928 w 3304142"/>
              <a:gd name="connsiteY720" fmla="*/ 1418482 h 1919042"/>
              <a:gd name="connsiteX721" fmla="*/ 1453466 w 3304142"/>
              <a:gd name="connsiteY721" fmla="*/ 1413885 h 1919042"/>
              <a:gd name="connsiteX722" fmla="*/ 1426303 w 3304142"/>
              <a:gd name="connsiteY722" fmla="*/ 1427675 h 1919042"/>
              <a:gd name="connsiteX723" fmla="*/ 1422295 w 3304142"/>
              <a:gd name="connsiteY723" fmla="*/ 1425837 h 1919042"/>
              <a:gd name="connsiteX724" fmla="*/ 1413389 w 3304142"/>
              <a:gd name="connsiteY724" fmla="*/ 1412047 h 1919042"/>
              <a:gd name="connsiteX725" fmla="*/ 1400030 w 3304142"/>
              <a:gd name="connsiteY725" fmla="*/ 1404692 h 1919042"/>
              <a:gd name="connsiteX726" fmla="*/ 1371531 w 3304142"/>
              <a:gd name="connsiteY726" fmla="*/ 1408830 h 1919042"/>
              <a:gd name="connsiteX727" fmla="*/ 1351047 w 3304142"/>
              <a:gd name="connsiteY727" fmla="*/ 1405152 h 1919042"/>
              <a:gd name="connsiteX728" fmla="*/ 1331899 w 3304142"/>
              <a:gd name="connsiteY728" fmla="*/ 1407451 h 1919042"/>
              <a:gd name="connsiteX729" fmla="*/ 1320766 w 3304142"/>
              <a:gd name="connsiteY729" fmla="*/ 1412047 h 1919042"/>
              <a:gd name="connsiteX730" fmla="*/ 1323438 w 3304142"/>
              <a:gd name="connsiteY730" fmla="*/ 1419861 h 1919042"/>
              <a:gd name="connsiteX731" fmla="*/ 1320321 w 3304142"/>
              <a:gd name="connsiteY731" fmla="*/ 1431812 h 1919042"/>
              <a:gd name="connsiteX732" fmla="*/ 1323884 w 3304142"/>
              <a:gd name="connsiteY732" fmla="*/ 1437787 h 1919042"/>
              <a:gd name="connsiteX733" fmla="*/ 1318540 w 3304142"/>
              <a:gd name="connsiteY733" fmla="*/ 1441464 h 1919042"/>
              <a:gd name="connsiteX734" fmla="*/ 1310525 w 3304142"/>
              <a:gd name="connsiteY734" fmla="*/ 1437328 h 1919042"/>
              <a:gd name="connsiteX735" fmla="*/ 1300283 w 3304142"/>
              <a:gd name="connsiteY735" fmla="*/ 1442844 h 1919042"/>
              <a:gd name="connsiteX736" fmla="*/ 1282916 w 3304142"/>
              <a:gd name="connsiteY736" fmla="*/ 1441924 h 1919042"/>
              <a:gd name="connsiteX737" fmla="*/ 1268221 w 3304142"/>
              <a:gd name="connsiteY737" fmla="*/ 1426296 h 1919042"/>
              <a:gd name="connsiteX738" fmla="*/ 1246401 w 3304142"/>
              <a:gd name="connsiteY738" fmla="*/ 1429973 h 1919042"/>
              <a:gd name="connsiteX739" fmla="*/ 1230370 w 3304142"/>
              <a:gd name="connsiteY739" fmla="*/ 1423078 h 1919042"/>
              <a:gd name="connsiteX740" fmla="*/ 1214785 w 3304142"/>
              <a:gd name="connsiteY740" fmla="*/ 1425377 h 1919042"/>
              <a:gd name="connsiteX741" fmla="*/ 1192520 w 3304142"/>
              <a:gd name="connsiteY741" fmla="*/ 1432271 h 1919042"/>
              <a:gd name="connsiteX742" fmla="*/ 1165356 w 3304142"/>
              <a:gd name="connsiteY742" fmla="*/ 1453875 h 1919042"/>
              <a:gd name="connsiteX743" fmla="*/ 1138192 w 3304142"/>
              <a:gd name="connsiteY743" fmla="*/ 1466745 h 1919042"/>
              <a:gd name="connsiteX744" fmla="*/ 1121716 w 3304142"/>
              <a:gd name="connsiteY744" fmla="*/ 1480535 h 1919042"/>
              <a:gd name="connsiteX745" fmla="*/ 1113256 w 3304142"/>
              <a:gd name="connsiteY745" fmla="*/ 1493865 h 1919042"/>
              <a:gd name="connsiteX746" fmla="*/ 1108803 w 3304142"/>
              <a:gd name="connsiteY746" fmla="*/ 1514549 h 1919042"/>
              <a:gd name="connsiteX747" fmla="*/ 1107021 w 3304142"/>
              <a:gd name="connsiteY747" fmla="*/ 1528339 h 1919042"/>
              <a:gd name="connsiteX748" fmla="*/ 1109693 w 3304142"/>
              <a:gd name="connsiteY748" fmla="*/ 1538451 h 1919042"/>
              <a:gd name="connsiteX749" fmla="*/ 1099897 w 3304142"/>
              <a:gd name="connsiteY749" fmla="*/ 1539370 h 1919042"/>
              <a:gd name="connsiteX750" fmla="*/ 1083865 w 3304142"/>
              <a:gd name="connsiteY750" fmla="*/ 1532935 h 1919042"/>
              <a:gd name="connsiteX751" fmla="*/ 1066499 w 3304142"/>
              <a:gd name="connsiteY751" fmla="*/ 1523742 h 1919042"/>
              <a:gd name="connsiteX752" fmla="*/ 1062491 w 3304142"/>
              <a:gd name="connsiteY752" fmla="*/ 1509953 h 1919042"/>
              <a:gd name="connsiteX753" fmla="*/ 1061600 w 3304142"/>
              <a:gd name="connsiteY753" fmla="*/ 1489269 h 1919042"/>
              <a:gd name="connsiteX754" fmla="*/ 1050913 w 3304142"/>
              <a:gd name="connsiteY754" fmla="*/ 1472721 h 1919042"/>
              <a:gd name="connsiteX755" fmla="*/ 1046905 w 3304142"/>
              <a:gd name="connsiteY755" fmla="*/ 1455254 h 1919042"/>
              <a:gd name="connsiteX756" fmla="*/ 1039781 w 3304142"/>
              <a:gd name="connsiteY756" fmla="*/ 1435030 h 1919042"/>
              <a:gd name="connsiteX757" fmla="*/ 1025531 w 3304142"/>
              <a:gd name="connsiteY757" fmla="*/ 1423078 h 1919042"/>
              <a:gd name="connsiteX758" fmla="*/ 1005493 w 3304142"/>
              <a:gd name="connsiteY758" fmla="*/ 1423998 h 1919042"/>
              <a:gd name="connsiteX759" fmla="*/ 984118 w 3304142"/>
              <a:gd name="connsiteY759" fmla="*/ 1446980 h 1919042"/>
              <a:gd name="connsiteX760" fmla="*/ 966306 w 3304142"/>
              <a:gd name="connsiteY760" fmla="*/ 1438247 h 1919042"/>
              <a:gd name="connsiteX761" fmla="*/ 956064 w 3304142"/>
              <a:gd name="connsiteY761" fmla="*/ 1429514 h 1919042"/>
              <a:gd name="connsiteX762" fmla="*/ 954283 w 3304142"/>
              <a:gd name="connsiteY762" fmla="*/ 1412966 h 1919042"/>
              <a:gd name="connsiteX763" fmla="*/ 950720 w 3304142"/>
              <a:gd name="connsiteY763" fmla="*/ 1397798 h 1919042"/>
              <a:gd name="connsiteX764" fmla="*/ 940033 w 3304142"/>
              <a:gd name="connsiteY764" fmla="*/ 1384927 h 1919042"/>
              <a:gd name="connsiteX765" fmla="*/ 930682 w 3304142"/>
              <a:gd name="connsiteY765" fmla="*/ 1375275 h 1919042"/>
              <a:gd name="connsiteX766" fmla="*/ 924893 w 3304142"/>
              <a:gd name="connsiteY766" fmla="*/ 1364703 h 1919042"/>
              <a:gd name="connsiteX767" fmla="*/ 883035 w 3304142"/>
              <a:gd name="connsiteY767" fmla="*/ 1364703 h 1919042"/>
              <a:gd name="connsiteX768" fmla="*/ 883034 w 3304142"/>
              <a:gd name="connsiteY768" fmla="*/ 1364704 h 1919042"/>
              <a:gd name="connsiteX769" fmla="*/ 924892 w 3304142"/>
              <a:gd name="connsiteY769" fmla="*/ 1364704 h 1919042"/>
              <a:gd name="connsiteX770" fmla="*/ 930681 w 3304142"/>
              <a:gd name="connsiteY770" fmla="*/ 1375276 h 1919042"/>
              <a:gd name="connsiteX771" fmla="*/ 940033 w 3304142"/>
              <a:gd name="connsiteY771" fmla="*/ 1384928 h 1919042"/>
              <a:gd name="connsiteX772" fmla="*/ 950720 w 3304142"/>
              <a:gd name="connsiteY772" fmla="*/ 1397799 h 1919042"/>
              <a:gd name="connsiteX773" fmla="*/ 954282 w 3304142"/>
              <a:gd name="connsiteY773" fmla="*/ 1412967 h 1919042"/>
              <a:gd name="connsiteX774" fmla="*/ 956063 w 3304142"/>
              <a:gd name="connsiteY774" fmla="*/ 1429515 h 1919042"/>
              <a:gd name="connsiteX775" fmla="*/ 966305 w 3304142"/>
              <a:gd name="connsiteY775" fmla="*/ 1438248 h 1919042"/>
              <a:gd name="connsiteX776" fmla="*/ 984117 w 3304142"/>
              <a:gd name="connsiteY776" fmla="*/ 1446981 h 1919042"/>
              <a:gd name="connsiteX777" fmla="*/ 1005492 w 3304142"/>
              <a:gd name="connsiteY777" fmla="*/ 1423999 h 1919042"/>
              <a:gd name="connsiteX778" fmla="*/ 1025530 w 3304142"/>
              <a:gd name="connsiteY778" fmla="*/ 1423080 h 1919042"/>
              <a:gd name="connsiteX779" fmla="*/ 1039780 w 3304142"/>
              <a:gd name="connsiteY779" fmla="*/ 1435031 h 1919042"/>
              <a:gd name="connsiteX780" fmla="*/ 1046905 w 3304142"/>
              <a:gd name="connsiteY780" fmla="*/ 1455255 h 1919042"/>
              <a:gd name="connsiteX781" fmla="*/ 1050913 w 3304142"/>
              <a:gd name="connsiteY781" fmla="*/ 1472722 h 1919042"/>
              <a:gd name="connsiteX782" fmla="*/ 1061600 w 3304142"/>
              <a:gd name="connsiteY782" fmla="*/ 1489270 h 1919042"/>
              <a:gd name="connsiteX783" fmla="*/ 1062491 w 3304142"/>
              <a:gd name="connsiteY783" fmla="*/ 1509954 h 1919042"/>
              <a:gd name="connsiteX784" fmla="*/ 1066498 w 3304142"/>
              <a:gd name="connsiteY784" fmla="*/ 1523744 h 1919042"/>
              <a:gd name="connsiteX785" fmla="*/ 1083865 w 3304142"/>
              <a:gd name="connsiteY785" fmla="*/ 1532937 h 1919042"/>
              <a:gd name="connsiteX786" fmla="*/ 1099896 w 3304142"/>
              <a:gd name="connsiteY786" fmla="*/ 1539372 h 1919042"/>
              <a:gd name="connsiteX787" fmla="*/ 1109692 w 3304142"/>
              <a:gd name="connsiteY787" fmla="*/ 1538452 h 1919042"/>
              <a:gd name="connsiteX788" fmla="*/ 1095443 w 3304142"/>
              <a:gd name="connsiteY788" fmla="*/ 1564652 h 1919042"/>
              <a:gd name="connsiteX789" fmla="*/ 1087427 w 3304142"/>
              <a:gd name="connsiteY789" fmla="*/ 1585797 h 1919042"/>
              <a:gd name="connsiteX790" fmla="*/ 1079412 w 3304142"/>
              <a:gd name="connsiteY790" fmla="*/ 1625326 h 1919042"/>
              <a:gd name="connsiteX791" fmla="*/ 1074514 w 3304142"/>
              <a:gd name="connsiteY791" fmla="*/ 1639576 h 1919042"/>
              <a:gd name="connsiteX792" fmla="*/ 1076295 w 3304142"/>
              <a:gd name="connsiteY792" fmla="*/ 1655663 h 1919042"/>
              <a:gd name="connsiteX793" fmla="*/ 1082084 w 3304142"/>
              <a:gd name="connsiteY793" fmla="*/ 1670372 h 1919042"/>
              <a:gd name="connsiteX794" fmla="*/ 1083865 w 3304142"/>
              <a:gd name="connsiteY794" fmla="*/ 1692895 h 1919042"/>
              <a:gd name="connsiteX795" fmla="*/ 1097224 w 3304142"/>
              <a:gd name="connsiteY795" fmla="*/ 1714958 h 1919042"/>
              <a:gd name="connsiteX796" fmla="*/ 1100786 w 3304142"/>
              <a:gd name="connsiteY796" fmla="*/ 1731965 h 1919042"/>
              <a:gd name="connsiteX797" fmla="*/ 1108357 w 3304142"/>
              <a:gd name="connsiteY797" fmla="*/ 1746215 h 1919042"/>
              <a:gd name="connsiteX798" fmla="*/ 1133739 w 3304142"/>
              <a:gd name="connsiteY798" fmla="*/ 1754028 h 1919042"/>
              <a:gd name="connsiteX799" fmla="*/ 1142199 w 3304142"/>
              <a:gd name="connsiteY799" fmla="*/ 1766439 h 1919042"/>
              <a:gd name="connsiteX800" fmla="*/ 1165355 w 3304142"/>
              <a:gd name="connsiteY800" fmla="*/ 1758166 h 1919042"/>
              <a:gd name="connsiteX801" fmla="*/ 1184503 w 3304142"/>
              <a:gd name="connsiteY801" fmla="*/ 1755408 h 1919042"/>
              <a:gd name="connsiteX802" fmla="*/ 1204097 w 3304142"/>
              <a:gd name="connsiteY802" fmla="*/ 1749892 h 1919042"/>
              <a:gd name="connsiteX803" fmla="*/ 1220127 w 3304142"/>
              <a:gd name="connsiteY803" fmla="*/ 1744835 h 1919042"/>
              <a:gd name="connsiteX804" fmla="*/ 1237495 w 3304142"/>
              <a:gd name="connsiteY804" fmla="*/ 1732885 h 1919042"/>
              <a:gd name="connsiteX805" fmla="*/ 1245509 w 3304142"/>
              <a:gd name="connsiteY805" fmla="*/ 1715877 h 1919042"/>
              <a:gd name="connsiteX806" fmla="*/ 1250854 w 3304142"/>
              <a:gd name="connsiteY806" fmla="*/ 1691056 h 1919042"/>
              <a:gd name="connsiteX807" fmla="*/ 1256197 w 3304142"/>
              <a:gd name="connsiteY807" fmla="*/ 1682323 h 1919042"/>
              <a:gd name="connsiteX808" fmla="*/ 1274009 w 3304142"/>
              <a:gd name="connsiteY808" fmla="*/ 1674509 h 1919042"/>
              <a:gd name="connsiteX809" fmla="*/ 1301172 w 3304142"/>
              <a:gd name="connsiteY809" fmla="*/ 1667614 h 1919042"/>
              <a:gd name="connsiteX810" fmla="*/ 1322993 w 3304142"/>
              <a:gd name="connsiteY810" fmla="*/ 1668993 h 1919042"/>
              <a:gd name="connsiteX811" fmla="*/ 1338133 w 3304142"/>
              <a:gd name="connsiteY811" fmla="*/ 1666236 h 1919042"/>
              <a:gd name="connsiteX812" fmla="*/ 1343476 w 3304142"/>
              <a:gd name="connsiteY812" fmla="*/ 1672670 h 1919042"/>
              <a:gd name="connsiteX813" fmla="*/ 1340805 w 3304142"/>
              <a:gd name="connsiteY813" fmla="*/ 1686920 h 1919042"/>
              <a:gd name="connsiteX814" fmla="*/ 1325219 w 3304142"/>
              <a:gd name="connsiteY814" fmla="*/ 1704386 h 1919042"/>
              <a:gd name="connsiteX815" fmla="*/ 1317204 w 3304142"/>
              <a:gd name="connsiteY815" fmla="*/ 1722313 h 1919042"/>
              <a:gd name="connsiteX816" fmla="*/ 1321211 w 3304142"/>
              <a:gd name="connsiteY816" fmla="*/ 1727369 h 1919042"/>
              <a:gd name="connsiteX817" fmla="*/ 1315868 w 3304142"/>
              <a:gd name="connsiteY817" fmla="*/ 1740239 h 1919042"/>
              <a:gd name="connsiteX818" fmla="*/ 1306517 w 3304142"/>
              <a:gd name="connsiteY818" fmla="*/ 1763222 h 1919042"/>
              <a:gd name="connsiteX819" fmla="*/ 1301172 w 3304142"/>
              <a:gd name="connsiteY819" fmla="*/ 1755408 h 1919042"/>
              <a:gd name="connsiteX820" fmla="*/ 1296275 w 3304142"/>
              <a:gd name="connsiteY820" fmla="*/ 1755868 h 1919042"/>
              <a:gd name="connsiteX821" fmla="*/ 1295830 w 3304142"/>
              <a:gd name="connsiteY821" fmla="*/ 1760463 h 1919042"/>
              <a:gd name="connsiteX822" fmla="*/ 1300283 w 3304142"/>
              <a:gd name="connsiteY822" fmla="*/ 1760463 h 1919042"/>
              <a:gd name="connsiteX823" fmla="*/ 1298947 w 3304142"/>
              <a:gd name="connsiteY823" fmla="*/ 1768737 h 1919042"/>
              <a:gd name="connsiteX824" fmla="*/ 1293159 w 3304142"/>
              <a:gd name="connsiteY824" fmla="*/ 1781147 h 1919042"/>
              <a:gd name="connsiteX825" fmla="*/ 1294940 w 3304142"/>
              <a:gd name="connsiteY825" fmla="*/ 1785744 h 1919042"/>
              <a:gd name="connsiteX826" fmla="*/ 1290932 w 3304142"/>
              <a:gd name="connsiteY826" fmla="*/ 1796316 h 1919042"/>
              <a:gd name="connsiteX827" fmla="*/ 1292267 w 3304142"/>
              <a:gd name="connsiteY827" fmla="*/ 1799073 h 1919042"/>
              <a:gd name="connsiteX828" fmla="*/ 1287814 w 3304142"/>
              <a:gd name="connsiteY828" fmla="*/ 1814242 h 1919042"/>
              <a:gd name="connsiteX829" fmla="*/ 1282026 w 3304142"/>
              <a:gd name="connsiteY829" fmla="*/ 1822056 h 1919042"/>
              <a:gd name="connsiteX830" fmla="*/ 1277127 w 3304142"/>
              <a:gd name="connsiteY830" fmla="*/ 1822976 h 1919042"/>
              <a:gd name="connsiteX831" fmla="*/ 1271338 w 3304142"/>
              <a:gd name="connsiteY831" fmla="*/ 1833088 h 1919042"/>
              <a:gd name="connsiteX832" fmla="*/ 1278908 w 3304142"/>
              <a:gd name="connsiteY832" fmla="*/ 1838604 h 1919042"/>
              <a:gd name="connsiteX833" fmla="*/ 1281580 w 3304142"/>
              <a:gd name="connsiteY833" fmla="*/ 1834007 h 1919042"/>
              <a:gd name="connsiteX834" fmla="*/ 1288260 w 3304142"/>
              <a:gd name="connsiteY834" fmla="*/ 1837684 h 1919042"/>
              <a:gd name="connsiteX835" fmla="*/ 1288260 w 3304142"/>
              <a:gd name="connsiteY835" fmla="*/ 1837684 h 1919042"/>
              <a:gd name="connsiteX836" fmla="*/ 1290932 w 3304142"/>
              <a:gd name="connsiteY836" fmla="*/ 1839063 h 1919042"/>
              <a:gd name="connsiteX837" fmla="*/ 1296721 w 3304142"/>
              <a:gd name="connsiteY837" fmla="*/ 1834007 h 1919042"/>
              <a:gd name="connsiteX838" fmla="*/ 1303845 w 3304142"/>
              <a:gd name="connsiteY838" fmla="*/ 1833547 h 1919042"/>
              <a:gd name="connsiteX839" fmla="*/ 1306072 w 3304142"/>
              <a:gd name="connsiteY839" fmla="*/ 1835846 h 1919042"/>
              <a:gd name="connsiteX840" fmla="*/ 1310080 w 3304142"/>
              <a:gd name="connsiteY840" fmla="*/ 1834467 h 1919042"/>
              <a:gd name="connsiteX841" fmla="*/ 1321657 w 3304142"/>
              <a:gd name="connsiteY841" fmla="*/ 1837225 h 1919042"/>
              <a:gd name="connsiteX842" fmla="*/ 1333235 w 3304142"/>
              <a:gd name="connsiteY842" fmla="*/ 1836305 h 1919042"/>
              <a:gd name="connsiteX843" fmla="*/ 1341251 w 3304142"/>
              <a:gd name="connsiteY843" fmla="*/ 1833088 h 1919042"/>
              <a:gd name="connsiteX844" fmla="*/ 1344813 w 3304142"/>
              <a:gd name="connsiteY844" fmla="*/ 1829870 h 1919042"/>
              <a:gd name="connsiteX845" fmla="*/ 1352384 w 3304142"/>
              <a:gd name="connsiteY845" fmla="*/ 1831249 h 1919042"/>
              <a:gd name="connsiteX846" fmla="*/ 1358172 w 3304142"/>
              <a:gd name="connsiteY846" fmla="*/ 1833088 h 1919042"/>
              <a:gd name="connsiteX847" fmla="*/ 1364851 w 3304142"/>
              <a:gd name="connsiteY847" fmla="*/ 1832628 h 1919042"/>
              <a:gd name="connsiteX848" fmla="*/ 1370196 w 3304142"/>
              <a:gd name="connsiteY848" fmla="*/ 1829870 h 1919042"/>
              <a:gd name="connsiteX849" fmla="*/ 1381328 w 3304142"/>
              <a:gd name="connsiteY849" fmla="*/ 1834007 h 1919042"/>
              <a:gd name="connsiteX850" fmla="*/ 1384890 w 3304142"/>
              <a:gd name="connsiteY850" fmla="*/ 1834927 h 1919042"/>
              <a:gd name="connsiteX851" fmla="*/ 1392015 w 3304142"/>
              <a:gd name="connsiteY851" fmla="*/ 1840442 h 1919042"/>
              <a:gd name="connsiteX852" fmla="*/ 1398695 w 3304142"/>
              <a:gd name="connsiteY852" fmla="*/ 1846877 h 1919042"/>
              <a:gd name="connsiteX853" fmla="*/ 1407155 w 3304142"/>
              <a:gd name="connsiteY853" fmla="*/ 1851474 h 1919042"/>
              <a:gd name="connsiteX854" fmla="*/ 1412944 w 3304142"/>
              <a:gd name="connsiteY854" fmla="*/ 1859287 h 1919042"/>
              <a:gd name="connsiteX855" fmla="*/ 1404484 w 3304142"/>
              <a:gd name="connsiteY855" fmla="*/ 1858828 h 1919042"/>
              <a:gd name="connsiteX856" fmla="*/ 1400476 w 3304142"/>
              <a:gd name="connsiteY856" fmla="*/ 1862965 h 1919042"/>
              <a:gd name="connsiteX857" fmla="*/ 1391570 w 3304142"/>
              <a:gd name="connsiteY857" fmla="*/ 1866642 h 1919042"/>
              <a:gd name="connsiteX858" fmla="*/ 1385336 w 3304142"/>
              <a:gd name="connsiteY858" fmla="*/ 1866642 h 1919042"/>
              <a:gd name="connsiteX859" fmla="*/ 1379547 w 3304142"/>
              <a:gd name="connsiteY859" fmla="*/ 1870320 h 1919042"/>
              <a:gd name="connsiteX860" fmla="*/ 1374649 w 3304142"/>
              <a:gd name="connsiteY860" fmla="*/ 1869400 h 1919042"/>
              <a:gd name="connsiteX861" fmla="*/ 1370640 w 3304142"/>
              <a:gd name="connsiteY861" fmla="*/ 1864804 h 1919042"/>
              <a:gd name="connsiteX862" fmla="*/ 1367969 w 3304142"/>
              <a:gd name="connsiteY862" fmla="*/ 1865723 h 1919042"/>
              <a:gd name="connsiteX863" fmla="*/ 1363961 w 3304142"/>
              <a:gd name="connsiteY863" fmla="*/ 1872618 h 1919042"/>
              <a:gd name="connsiteX864" fmla="*/ 1361734 w 3304142"/>
              <a:gd name="connsiteY864" fmla="*/ 1872158 h 1919042"/>
              <a:gd name="connsiteX865" fmla="*/ 1360844 w 3304142"/>
              <a:gd name="connsiteY865" fmla="*/ 1878593 h 1919042"/>
              <a:gd name="connsiteX866" fmla="*/ 1351492 w 3304142"/>
              <a:gd name="connsiteY866" fmla="*/ 1886407 h 1919042"/>
              <a:gd name="connsiteX867" fmla="*/ 1346149 w 3304142"/>
              <a:gd name="connsiteY867" fmla="*/ 1890085 h 1919042"/>
              <a:gd name="connsiteX868" fmla="*/ 1343478 w 3304142"/>
              <a:gd name="connsiteY868" fmla="*/ 1893761 h 1919042"/>
              <a:gd name="connsiteX869" fmla="*/ 1336798 w 3304142"/>
              <a:gd name="connsiteY869" fmla="*/ 1887786 h 1919042"/>
              <a:gd name="connsiteX870" fmla="*/ 1330563 w 3304142"/>
              <a:gd name="connsiteY870" fmla="*/ 1895600 h 1919042"/>
              <a:gd name="connsiteX871" fmla="*/ 1325220 w 3304142"/>
              <a:gd name="connsiteY871" fmla="*/ 1895600 h 1919042"/>
              <a:gd name="connsiteX872" fmla="*/ 1319431 w 3304142"/>
              <a:gd name="connsiteY872" fmla="*/ 1896060 h 1919042"/>
              <a:gd name="connsiteX873" fmla="*/ 1318540 w 3304142"/>
              <a:gd name="connsiteY873" fmla="*/ 1910769 h 1919042"/>
              <a:gd name="connsiteX874" fmla="*/ 1314978 w 3304142"/>
              <a:gd name="connsiteY874" fmla="*/ 1910769 h 1919042"/>
              <a:gd name="connsiteX875" fmla="*/ 1311415 w 3304142"/>
              <a:gd name="connsiteY875" fmla="*/ 1917664 h 1919042"/>
              <a:gd name="connsiteX876" fmla="*/ 1303400 w 3304142"/>
              <a:gd name="connsiteY876" fmla="*/ 1919042 h 1919042"/>
              <a:gd name="connsiteX877" fmla="*/ 1299838 w 3304142"/>
              <a:gd name="connsiteY877" fmla="*/ 1909849 h 1919042"/>
              <a:gd name="connsiteX878" fmla="*/ 1292268 w 3304142"/>
              <a:gd name="connsiteY878" fmla="*/ 1907092 h 1919042"/>
              <a:gd name="connsiteX879" fmla="*/ 1295385 w 3304142"/>
              <a:gd name="connsiteY879" fmla="*/ 1895140 h 1919042"/>
              <a:gd name="connsiteX880" fmla="*/ 1292268 w 3304142"/>
              <a:gd name="connsiteY880" fmla="*/ 1891923 h 1919042"/>
              <a:gd name="connsiteX881" fmla="*/ 1286924 w 3304142"/>
              <a:gd name="connsiteY881" fmla="*/ 1890085 h 1919042"/>
              <a:gd name="connsiteX882" fmla="*/ 1275791 w 3304142"/>
              <a:gd name="connsiteY882" fmla="*/ 1893302 h 1919042"/>
              <a:gd name="connsiteX883" fmla="*/ 1275346 w 3304142"/>
              <a:gd name="connsiteY883" fmla="*/ 1889625 h 1919042"/>
              <a:gd name="connsiteX884" fmla="*/ 1268221 w 3304142"/>
              <a:gd name="connsiteY884" fmla="*/ 1884568 h 1919042"/>
              <a:gd name="connsiteX885" fmla="*/ 1263323 w 3304142"/>
              <a:gd name="connsiteY885" fmla="*/ 1879053 h 1919042"/>
              <a:gd name="connsiteX886" fmla="*/ 1256198 w 3304142"/>
              <a:gd name="connsiteY886" fmla="*/ 1876295 h 1919042"/>
              <a:gd name="connsiteX887" fmla="*/ 1261322 w 3304142"/>
              <a:gd name="connsiteY887" fmla="*/ 1869785 h 1919042"/>
              <a:gd name="connsiteX888" fmla="*/ 1256198 w 3304142"/>
              <a:gd name="connsiteY888" fmla="*/ 1876295 h 1919042"/>
              <a:gd name="connsiteX889" fmla="*/ 1249963 w 3304142"/>
              <a:gd name="connsiteY889" fmla="*/ 1878133 h 1919042"/>
              <a:gd name="connsiteX890" fmla="*/ 1251299 w 3304142"/>
              <a:gd name="connsiteY890" fmla="*/ 1881810 h 1919042"/>
              <a:gd name="connsiteX891" fmla="*/ 1245956 w 3304142"/>
              <a:gd name="connsiteY891" fmla="*/ 1885028 h 1919042"/>
              <a:gd name="connsiteX892" fmla="*/ 1237050 w 3304142"/>
              <a:gd name="connsiteY892" fmla="*/ 1892383 h 1919042"/>
              <a:gd name="connsiteX893" fmla="*/ 1235714 w 3304142"/>
              <a:gd name="connsiteY893" fmla="*/ 1896519 h 1919042"/>
              <a:gd name="connsiteX894" fmla="*/ 1223245 w 3304142"/>
              <a:gd name="connsiteY894" fmla="*/ 1891463 h 1919042"/>
              <a:gd name="connsiteX895" fmla="*/ 1207659 w 3304142"/>
              <a:gd name="connsiteY895" fmla="*/ 1891003 h 1919042"/>
              <a:gd name="connsiteX896" fmla="*/ 1196973 w 3304142"/>
              <a:gd name="connsiteY896" fmla="*/ 1885028 h 1919042"/>
              <a:gd name="connsiteX897" fmla="*/ 1184504 w 3304142"/>
              <a:gd name="connsiteY897" fmla="*/ 1873077 h 1919042"/>
              <a:gd name="connsiteX898" fmla="*/ 1186286 w 3304142"/>
              <a:gd name="connsiteY898" fmla="*/ 1864344 h 1919042"/>
              <a:gd name="connsiteX899" fmla="*/ 1186285 w 3304142"/>
              <a:gd name="connsiteY899" fmla="*/ 1864345 h 1919042"/>
              <a:gd name="connsiteX900" fmla="*/ 1184503 w 3304142"/>
              <a:gd name="connsiteY900" fmla="*/ 1873079 h 1919042"/>
              <a:gd name="connsiteX901" fmla="*/ 1159567 w 3304142"/>
              <a:gd name="connsiteY901" fmla="*/ 1841363 h 1919042"/>
              <a:gd name="connsiteX902" fmla="*/ 1147989 w 3304142"/>
              <a:gd name="connsiteY902" fmla="*/ 1831710 h 1919042"/>
              <a:gd name="connsiteX903" fmla="*/ 1128396 w 3304142"/>
              <a:gd name="connsiteY903" fmla="*/ 1823896 h 1919042"/>
              <a:gd name="connsiteX904" fmla="*/ 1114145 w 3304142"/>
              <a:gd name="connsiteY904" fmla="*/ 1826194 h 1919042"/>
              <a:gd name="connsiteX905" fmla="*/ 1092771 w 3304142"/>
              <a:gd name="connsiteY905" fmla="*/ 1837226 h 1919042"/>
              <a:gd name="connsiteX906" fmla="*/ 1079857 w 3304142"/>
              <a:gd name="connsiteY906" fmla="*/ 1839983 h 1919042"/>
              <a:gd name="connsiteX907" fmla="*/ 1063381 w 3304142"/>
              <a:gd name="connsiteY907" fmla="*/ 1832169 h 1919042"/>
              <a:gd name="connsiteX908" fmla="*/ 1045123 w 3304142"/>
              <a:gd name="connsiteY908" fmla="*/ 1826654 h 1919042"/>
              <a:gd name="connsiteX909" fmla="*/ 1023750 w 3304142"/>
              <a:gd name="connsiteY909" fmla="*/ 1813324 h 1919042"/>
              <a:gd name="connsiteX910" fmla="*/ 1005492 w 3304142"/>
              <a:gd name="connsiteY910" fmla="*/ 1809187 h 1919042"/>
              <a:gd name="connsiteX911" fmla="*/ 979219 w 3304142"/>
              <a:gd name="connsiteY911" fmla="*/ 1795397 h 1919042"/>
              <a:gd name="connsiteX912" fmla="*/ 960071 w 3304142"/>
              <a:gd name="connsiteY912" fmla="*/ 1781149 h 1919042"/>
              <a:gd name="connsiteX913" fmla="*/ 955173 w 3304142"/>
              <a:gd name="connsiteY913" fmla="*/ 1773334 h 1919042"/>
              <a:gd name="connsiteX914" fmla="*/ 941369 w 3304142"/>
              <a:gd name="connsiteY914" fmla="*/ 1771496 h 1919042"/>
              <a:gd name="connsiteX915" fmla="*/ 917322 w 3304142"/>
              <a:gd name="connsiteY915" fmla="*/ 1762303 h 1919042"/>
              <a:gd name="connsiteX916" fmla="*/ 908862 w 3304142"/>
              <a:gd name="connsiteY916" fmla="*/ 1748973 h 1919042"/>
              <a:gd name="connsiteX917" fmla="*/ 884815 w 3304142"/>
              <a:gd name="connsiteY917" fmla="*/ 1731965 h 1919042"/>
              <a:gd name="connsiteX918" fmla="*/ 875018 w 3304142"/>
              <a:gd name="connsiteY918" fmla="*/ 1713579 h 1919042"/>
              <a:gd name="connsiteX919" fmla="*/ 871456 w 3304142"/>
              <a:gd name="connsiteY919" fmla="*/ 1698870 h 1919042"/>
              <a:gd name="connsiteX920" fmla="*/ 879917 w 3304142"/>
              <a:gd name="connsiteY920" fmla="*/ 1696113 h 1919042"/>
              <a:gd name="connsiteX921" fmla="*/ 878581 w 3304142"/>
              <a:gd name="connsiteY921" fmla="*/ 1687839 h 1919042"/>
              <a:gd name="connsiteX922" fmla="*/ 885706 w 3304142"/>
              <a:gd name="connsiteY922" fmla="*/ 1680025 h 1919042"/>
              <a:gd name="connsiteX923" fmla="*/ 887487 w 3304142"/>
              <a:gd name="connsiteY923" fmla="*/ 1669912 h 1919042"/>
              <a:gd name="connsiteX924" fmla="*/ 880807 w 3304142"/>
              <a:gd name="connsiteY924" fmla="*/ 1656583 h 1919042"/>
              <a:gd name="connsiteX925" fmla="*/ 880807 w 3304142"/>
              <a:gd name="connsiteY925" fmla="*/ 1645091 h 1919042"/>
              <a:gd name="connsiteX926" fmla="*/ 875018 w 3304142"/>
              <a:gd name="connsiteY926" fmla="*/ 1629923 h 1919042"/>
              <a:gd name="connsiteX927" fmla="*/ 858097 w 3304142"/>
              <a:gd name="connsiteY927" fmla="*/ 1600505 h 1919042"/>
              <a:gd name="connsiteX928" fmla="*/ 837613 w 3304142"/>
              <a:gd name="connsiteY928" fmla="*/ 1577523 h 1919042"/>
              <a:gd name="connsiteX929" fmla="*/ 829152 w 3304142"/>
              <a:gd name="connsiteY929" fmla="*/ 1559137 h 1919042"/>
              <a:gd name="connsiteX930" fmla="*/ 810895 w 3304142"/>
              <a:gd name="connsiteY930" fmla="*/ 1547185 h 1919042"/>
              <a:gd name="connsiteX931" fmla="*/ 807778 w 3304142"/>
              <a:gd name="connsiteY931" fmla="*/ 1539832 h 1919042"/>
              <a:gd name="connsiteX932" fmla="*/ 815348 w 3304142"/>
              <a:gd name="connsiteY932" fmla="*/ 1521905 h 1919042"/>
              <a:gd name="connsiteX933" fmla="*/ 804660 w 3304142"/>
              <a:gd name="connsiteY933" fmla="*/ 1515010 h 1919042"/>
              <a:gd name="connsiteX934" fmla="*/ 793528 w 3304142"/>
              <a:gd name="connsiteY934" fmla="*/ 1500301 h 1919042"/>
              <a:gd name="connsiteX935" fmla="*/ 792637 w 3304142"/>
              <a:gd name="connsiteY935" fmla="*/ 1480077 h 1919042"/>
              <a:gd name="connsiteX936" fmla="*/ 780169 w 3304142"/>
              <a:gd name="connsiteY936" fmla="*/ 1477319 h 1919042"/>
              <a:gd name="connsiteX937" fmla="*/ 769927 w 3304142"/>
              <a:gd name="connsiteY937" fmla="*/ 1462150 h 1919042"/>
              <a:gd name="connsiteX938" fmla="*/ 762357 w 3304142"/>
              <a:gd name="connsiteY938" fmla="*/ 1447441 h 1919042"/>
              <a:gd name="connsiteX939" fmla="*/ 763693 w 3304142"/>
              <a:gd name="connsiteY939" fmla="*/ 1438248 h 1919042"/>
              <a:gd name="connsiteX940" fmla="*/ 757013 w 3304142"/>
              <a:gd name="connsiteY940" fmla="*/ 1416185 h 1919042"/>
              <a:gd name="connsiteX941" fmla="*/ 755677 w 3304142"/>
              <a:gd name="connsiteY941" fmla="*/ 1393662 h 1919042"/>
              <a:gd name="connsiteX942" fmla="*/ 759240 w 3304142"/>
              <a:gd name="connsiteY942" fmla="*/ 1382171 h 1919042"/>
              <a:gd name="connsiteX943" fmla="*/ 745436 w 3304142"/>
              <a:gd name="connsiteY943" fmla="*/ 1370220 h 1919042"/>
              <a:gd name="connsiteX944" fmla="*/ 736975 w 3304142"/>
              <a:gd name="connsiteY944" fmla="*/ 1371599 h 1919042"/>
              <a:gd name="connsiteX945" fmla="*/ 726288 w 3304142"/>
              <a:gd name="connsiteY945" fmla="*/ 1363785 h 1919042"/>
              <a:gd name="connsiteX946" fmla="*/ 718272 w 3304142"/>
              <a:gd name="connsiteY946" fmla="*/ 1375735 h 1919042"/>
              <a:gd name="connsiteX947" fmla="*/ 717827 w 3304142"/>
              <a:gd name="connsiteY947" fmla="*/ 1389525 h 1919042"/>
              <a:gd name="connsiteX948" fmla="*/ 713374 w 3304142"/>
              <a:gd name="connsiteY948" fmla="*/ 1412048 h 1919042"/>
              <a:gd name="connsiteX949" fmla="*/ 717827 w 3304142"/>
              <a:gd name="connsiteY949" fmla="*/ 1423999 h 1919042"/>
              <a:gd name="connsiteX950" fmla="*/ 730295 w 3304142"/>
              <a:gd name="connsiteY950" fmla="*/ 1444224 h 1919042"/>
              <a:gd name="connsiteX951" fmla="*/ 732077 w 3304142"/>
              <a:gd name="connsiteY951" fmla="*/ 1451578 h 1919042"/>
              <a:gd name="connsiteX952" fmla="*/ 735194 w 3304142"/>
              <a:gd name="connsiteY952" fmla="*/ 1453417 h 1919042"/>
              <a:gd name="connsiteX953" fmla="*/ 735639 w 3304142"/>
              <a:gd name="connsiteY953" fmla="*/ 1463529 h 1919042"/>
              <a:gd name="connsiteX954" fmla="*/ 740092 w 3304142"/>
              <a:gd name="connsiteY954" fmla="*/ 1463069 h 1919042"/>
              <a:gd name="connsiteX955" fmla="*/ 740092 w 3304142"/>
              <a:gd name="connsiteY955" fmla="*/ 1482375 h 1919042"/>
              <a:gd name="connsiteX956" fmla="*/ 745881 w 3304142"/>
              <a:gd name="connsiteY956" fmla="*/ 1489729 h 1919042"/>
              <a:gd name="connsiteX957" fmla="*/ 748107 w 3304142"/>
              <a:gd name="connsiteY957" fmla="*/ 1500301 h 1919042"/>
              <a:gd name="connsiteX958" fmla="*/ 760130 w 3304142"/>
              <a:gd name="connsiteY958" fmla="*/ 1515010 h 1919042"/>
              <a:gd name="connsiteX959" fmla="*/ 761912 w 3304142"/>
              <a:gd name="connsiteY959" fmla="*/ 1542589 h 1919042"/>
              <a:gd name="connsiteX960" fmla="*/ 766365 w 3304142"/>
              <a:gd name="connsiteY960" fmla="*/ 1555459 h 1919042"/>
              <a:gd name="connsiteX961" fmla="*/ 770372 w 3304142"/>
              <a:gd name="connsiteY961" fmla="*/ 1569249 h 1919042"/>
              <a:gd name="connsiteX962" fmla="*/ 769036 w 3304142"/>
              <a:gd name="connsiteY962" fmla="*/ 1584877 h 1919042"/>
              <a:gd name="connsiteX963" fmla="*/ 780614 w 3304142"/>
              <a:gd name="connsiteY963" fmla="*/ 1585797 h 1919042"/>
              <a:gd name="connsiteX964" fmla="*/ 787740 w 3304142"/>
              <a:gd name="connsiteY964" fmla="*/ 1599126 h 1919042"/>
              <a:gd name="connsiteX965" fmla="*/ 794419 w 3304142"/>
              <a:gd name="connsiteY965" fmla="*/ 1612456 h 1919042"/>
              <a:gd name="connsiteX966" fmla="*/ 793083 w 3304142"/>
              <a:gd name="connsiteY966" fmla="*/ 1617972 h 1919042"/>
              <a:gd name="connsiteX967" fmla="*/ 780614 w 3304142"/>
              <a:gd name="connsiteY967" fmla="*/ 1628544 h 1919042"/>
              <a:gd name="connsiteX968" fmla="*/ 776161 w 3304142"/>
              <a:gd name="connsiteY968" fmla="*/ 1628544 h 1919042"/>
              <a:gd name="connsiteX969" fmla="*/ 773044 w 3304142"/>
              <a:gd name="connsiteY969" fmla="*/ 1610617 h 1919042"/>
              <a:gd name="connsiteX970" fmla="*/ 760130 w 3304142"/>
              <a:gd name="connsiteY970" fmla="*/ 1593611 h 1919042"/>
              <a:gd name="connsiteX971" fmla="*/ 744990 w 3304142"/>
              <a:gd name="connsiteY971" fmla="*/ 1579361 h 1919042"/>
              <a:gd name="connsiteX972" fmla="*/ 733858 w 3304142"/>
              <a:gd name="connsiteY972" fmla="*/ 1572007 h 1919042"/>
              <a:gd name="connsiteX973" fmla="*/ 739201 w 3304142"/>
              <a:gd name="connsiteY973" fmla="*/ 1550403 h 1919042"/>
              <a:gd name="connsiteX974" fmla="*/ 738756 w 3304142"/>
              <a:gd name="connsiteY974" fmla="*/ 1534315 h 1919042"/>
              <a:gd name="connsiteX975" fmla="*/ 729405 w 3304142"/>
              <a:gd name="connsiteY975" fmla="*/ 1525122 h 1919042"/>
              <a:gd name="connsiteX976" fmla="*/ 715600 w 3304142"/>
              <a:gd name="connsiteY976" fmla="*/ 1512252 h 1919042"/>
              <a:gd name="connsiteX977" fmla="*/ 711593 w 3304142"/>
              <a:gd name="connsiteY977" fmla="*/ 1515929 h 1919042"/>
              <a:gd name="connsiteX978" fmla="*/ 707140 w 3304142"/>
              <a:gd name="connsiteY978" fmla="*/ 1508115 h 1919042"/>
              <a:gd name="connsiteX979" fmla="*/ 693781 w 3304142"/>
              <a:gd name="connsiteY979" fmla="*/ 1501220 h 1919042"/>
              <a:gd name="connsiteX980" fmla="*/ 683984 w 3304142"/>
              <a:gd name="connsiteY980" fmla="*/ 1483753 h 1919042"/>
              <a:gd name="connsiteX981" fmla="*/ 686211 w 3304142"/>
              <a:gd name="connsiteY981" fmla="*/ 1481915 h 1919042"/>
              <a:gd name="connsiteX982" fmla="*/ 695562 w 3304142"/>
              <a:gd name="connsiteY982" fmla="*/ 1483294 h 1919042"/>
              <a:gd name="connsiteX983" fmla="*/ 707585 w 3304142"/>
              <a:gd name="connsiteY983" fmla="*/ 1472262 h 1919042"/>
              <a:gd name="connsiteX984" fmla="*/ 712038 w 3304142"/>
              <a:gd name="connsiteY984" fmla="*/ 1458933 h 1919042"/>
              <a:gd name="connsiteX985" fmla="*/ 699124 w 3304142"/>
              <a:gd name="connsiteY985" fmla="*/ 1437788 h 1919042"/>
              <a:gd name="connsiteX986" fmla="*/ 687547 w 3304142"/>
              <a:gd name="connsiteY986" fmla="*/ 1429974 h 1919042"/>
              <a:gd name="connsiteX987" fmla="*/ 683984 w 3304142"/>
              <a:gd name="connsiteY987" fmla="*/ 1411588 h 1919042"/>
              <a:gd name="connsiteX988" fmla="*/ 681312 w 3304142"/>
              <a:gd name="connsiteY988" fmla="*/ 1391823 h 1919042"/>
              <a:gd name="connsiteX989" fmla="*/ 677750 w 3304142"/>
              <a:gd name="connsiteY989" fmla="*/ 1368381 h 1919042"/>
              <a:gd name="connsiteX990" fmla="*/ 676859 w 3304142"/>
              <a:gd name="connsiteY990" fmla="*/ 1341722 h 1919042"/>
              <a:gd name="connsiteX991" fmla="*/ 704913 w 3304142"/>
              <a:gd name="connsiteY991" fmla="*/ 1339423 h 1919042"/>
              <a:gd name="connsiteX992" fmla="*/ 736529 w 3304142"/>
              <a:gd name="connsiteY992" fmla="*/ 1336206 h 1919042"/>
              <a:gd name="connsiteX993" fmla="*/ 736530 w 3304142"/>
              <a:gd name="connsiteY993" fmla="*/ 1336205 h 1919042"/>
              <a:gd name="connsiteX994" fmla="*/ 704914 w 3304142"/>
              <a:gd name="connsiteY994" fmla="*/ 1339422 h 1919042"/>
              <a:gd name="connsiteX995" fmla="*/ 676860 w 3304142"/>
              <a:gd name="connsiteY995" fmla="*/ 1341720 h 1919042"/>
              <a:gd name="connsiteX996" fmla="*/ 678196 w 3304142"/>
              <a:gd name="connsiteY996" fmla="*/ 1327012 h 1919042"/>
              <a:gd name="connsiteX997" fmla="*/ 668844 w 3304142"/>
              <a:gd name="connsiteY997" fmla="*/ 1310005 h 1919042"/>
              <a:gd name="connsiteX998" fmla="*/ 659048 w 3304142"/>
              <a:gd name="connsiteY998" fmla="*/ 1306327 h 1919042"/>
              <a:gd name="connsiteX999" fmla="*/ 659493 w 3304142"/>
              <a:gd name="connsiteY999" fmla="*/ 1298054 h 1919042"/>
              <a:gd name="connsiteX1000" fmla="*/ 646579 w 3304142"/>
              <a:gd name="connsiteY1000" fmla="*/ 1296215 h 1919042"/>
              <a:gd name="connsiteX1001" fmla="*/ 641236 w 3304142"/>
              <a:gd name="connsiteY1001" fmla="*/ 1288401 h 1919042"/>
              <a:gd name="connsiteX1002" fmla="*/ 619861 w 3304142"/>
              <a:gd name="connsiteY1002" fmla="*/ 1285643 h 1919042"/>
              <a:gd name="connsiteX1003" fmla="*/ 615854 w 3304142"/>
              <a:gd name="connsiteY1003" fmla="*/ 1280587 h 1919042"/>
              <a:gd name="connsiteX1004" fmla="*/ 619415 w 3304142"/>
              <a:gd name="connsiteY1004" fmla="*/ 1264499 h 1919042"/>
              <a:gd name="connsiteX1005" fmla="*/ 608283 w 3304142"/>
              <a:gd name="connsiteY1005" fmla="*/ 1235081 h 1919042"/>
              <a:gd name="connsiteX1006" fmla="*/ 606056 w 3304142"/>
              <a:gd name="connsiteY1006" fmla="*/ 1194172 h 1919042"/>
              <a:gd name="connsiteX1007" fmla="*/ 610065 w 3304142"/>
              <a:gd name="connsiteY1007" fmla="*/ 1187277 h 1919042"/>
              <a:gd name="connsiteX1008" fmla="*/ 604275 w 3304142"/>
              <a:gd name="connsiteY1008" fmla="*/ 1177625 h 1919042"/>
              <a:gd name="connsiteX1009" fmla="*/ 597596 w 3304142"/>
              <a:gd name="connsiteY1009" fmla="*/ 1152804 h 1919042"/>
              <a:gd name="connsiteX1010" fmla="*/ 605612 w 3304142"/>
              <a:gd name="connsiteY1010" fmla="*/ 1128902 h 1919042"/>
              <a:gd name="connsiteX1011" fmla="*/ 601603 w 3304142"/>
              <a:gd name="connsiteY1011" fmla="*/ 1112814 h 1919042"/>
              <a:gd name="connsiteX1012" fmla="*/ 618971 w 3304142"/>
              <a:gd name="connsiteY1012" fmla="*/ 1088452 h 1919042"/>
              <a:gd name="connsiteX1013" fmla="*/ 631439 w 3304142"/>
              <a:gd name="connsiteY1013" fmla="*/ 1063632 h 1919042"/>
              <a:gd name="connsiteX1014" fmla="*/ 636337 w 3304142"/>
              <a:gd name="connsiteY1014" fmla="*/ 1041109 h 1919042"/>
              <a:gd name="connsiteX1015" fmla="*/ 660829 w 3304142"/>
              <a:gd name="connsiteY1015" fmla="*/ 1013530 h 1919042"/>
              <a:gd name="connsiteX1016" fmla="*/ 678641 w 3304142"/>
              <a:gd name="connsiteY1016" fmla="*/ 987329 h 1919042"/>
              <a:gd name="connsiteX1017" fmla="*/ 696453 w 3304142"/>
              <a:gd name="connsiteY1017" fmla="*/ 961129 h 1919042"/>
              <a:gd name="connsiteX1018" fmla="*/ 715601 w 3304142"/>
              <a:gd name="connsiteY1018" fmla="*/ 922059 h 1919042"/>
              <a:gd name="connsiteX1019" fmla="*/ 723617 w 3304142"/>
              <a:gd name="connsiteY1019" fmla="*/ 897697 h 1919042"/>
              <a:gd name="connsiteX1020" fmla="*/ 725398 w 3304142"/>
              <a:gd name="connsiteY1020" fmla="*/ 884368 h 1919042"/>
              <a:gd name="connsiteX1021" fmla="*/ 731632 w 3304142"/>
              <a:gd name="connsiteY1021" fmla="*/ 878392 h 1919042"/>
              <a:gd name="connsiteX1022" fmla="*/ 757459 w 3304142"/>
              <a:gd name="connsiteY1022" fmla="*/ 888504 h 1919042"/>
              <a:gd name="connsiteX1023" fmla="*/ 753006 w 3304142"/>
              <a:gd name="connsiteY1023" fmla="*/ 915624 h 1919042"/>
              <a:gd name="connsiteX1024" fmla="*/ 762803 w 3304142"/>
              <a:gd name="connsiteY1024" fmla="*/ 907810 h 1919042"/>
              <a:gd name="connsiteX1025" fmla="*/ 773936 w 3304142"/>
              <a:gd name="connsiteY1025" fmla="*/ 884368 h 1919042"/>
              <a:gd name="connsiteX1026" fmla="*/ 781060 w 3304142"/>
              <a:gd name="connsiteY1026" fmla="*/ 860926 h 1919042"/>
              <a:gd name="connsiteX1027" fmla="*/ 777943 w 3304142"/>
              <a:gd name="connsiteY1027" fmla="*/ 860926 h 1919042"/>
              <a:gd name="connsiteX1028" fmla="*/ 753897 w 3304142"/>
              <a:gd name="connsiteY1028" fmla="*/ 832887 h 1919042"/>
              <a:gd name="connsiteX1029" fmla="*/ 746772 w 3304142"/>
              <a:gd name="connsiteY1029" fmla="*/ 820477 h 1919042"/>
              <a:gd name="connsiteX1030" fmla="*/ 715601 w 3304142"/>
              <a:gd name="connsiteY1030" fmla="*/ 808526 h 1919042"/>
              <a:gd name="connsiteX1031" fmla="*/ 721390 w 3304142"/>
              <a:gd name="connsiteY1031" fmla="*/ 783245 h 1919042"/>
              <a:gd name="connsiteX1032" fmla="*/ 737421 w 3304142"/>
              <a:gd name="connsiteY1032" fmla="*/ 766238 h 1919042"/>
              <a:gd name="connsiteX1033" fmla="*/ 719163 w 3304142"/>
              <a:gd name="connsiteY1033" fmla="*/ 753828 h 1919042"/>
              <a:gd name="connsiteX1034" fmla="*/ 732968 w 3304142"/>
              <a:gd name="connsiteY1034" fmla="*/ 731304 h 1919042"/>
              <a:gd name="connsiteX1035" fmla="*/ 723616 w 3304142"/>
              <a:gd name="connsiteY1035" fmla="*/ 711080 h 1919042"/>
              <a:gd name="connsiteX1036" fmla="*/ 734749 w 3304142"/>
              <a:gd name="connsiteY1036" fmla="*/ 696371 h 1919042"/>
              <a:gd name="connsiteX1037" fmla="*/ 757460 w 3304142"/>
              <a:gd name="connsiteY1037" fmla="*/ 683041 h 1919042"/>
              <a:gd name="connsiteX1038" fmla="*/ 771709 w 3304142"/>
              <a:gd name="connsiteY1038" fmla="*/ 665574 h 1919042"/>
              <a:gd name="connsiteX1039" fmla="*/ 751225 w 3304142"/>
              <a:gd name="connsiteY1039" fmla="*/ 648108 h 1919042"/>
              <a:gd name="connsiteX1040" fmla="*/ 757460 w 3304142"/>
              <a:gd name="connsiteY1040" fmla="*/ 616392 h 1919042"/>
              <a:gd name="connsiteX1041" fmla="*/ 762358 w 3304142"/>
              <a:gd name="connsiteY1041" fmla="*/ 597086 h 1919042"/>
              <a:gd name="connsiteX1042" fmla="*/ 755233 w 3304142"/>
              <a:gd name="connsiteY1042" fmla="*/ 584676 h 1919042"/>
              <a:gd name="connsiteX1043" fmla="*/ 751670 w 3304142"/>
              <a:gd name="connsiteY1043" fmla="*/ 573644 h 1919042"/>
              <a:gd name="connsiteX1044" fmla="*/ 754343 w 3304142"/>
              <a:gd name="connsiteY1044" fmla="*/ 559395 h 1919042"/>
              <a:gd name="connsiteX1045" fmla="*/ 754341 w 3304142"/>
              <a:gd name="connsiteY1045" fmla="*/ 559396 h 1919042"/>
              <a:gd name="connsiteX1046" fmla="*/ 751670 w 3304142"/>
              <a:gd name="connsiteY1046" fmla="*/ 573644 h 1919042"/>
              <a:gd name="connsiteX1047" fmla="*/ 755232 w 3304142"/>
              <a:gd name="connsiteY1047" fmla="*/ 584676 h 1919042"/>
              <a:gd name="connsiteX1048" fmla="*/ 762357 w 3304142"/>
              <a:gd name="connsiteY1048" fmla="*/ 597086 h 1919042"/>
              <a:gd name="connsiteX1049" fmla="*/ 757459 w 3304142"/>
              <a:gd name="connsiteY1049" fmla="*/ 616392 h 1919042"/>
              <a:gd name="connsiteX1050" fmla="*/ 751224 w 3304142"/>
              <a:gd name="connsiteY1050" fmla="*/ 648108 h 1919042"/>
              <a:gd name="connsiteX1051" fmla="*/ 771708 w 3304142"/>
              <a:gd name="connsiteY1051" fmla="*/ 665574 h 1919042"/>
              <a:gd name="connsiteX1052" fmla="*/ 757459 w 3304142"/>
              <a:gd name="connsiteY1052" fmla="*/ 683041 h 1919042"/>
              <a:gd name="connsiteX1053" fmla="*/ 734748 w 3304142"/>
              <a:gd name="connsiteY1053" fmla="*/ 696371 h 1919042"/>
              <a:gd name="connsiteX1054" fmla="*/ 732076 w 3304142"/>
              <a:gd name="connsiteY1054" fmla="*/ 686258 h 1919042"/>
              <a:gd name="connsiteX1055" fmla="*/ 720943 w 3304142"/>
              <a:gd name="connsiteY1055" fmla="*/ 677065 h 1919042"/>
              <a:gd name="connsiteX1056" fmla="*/ 735639 w 3304142"/>
              <a:gd name="connsiteY1056" fmla="*/ 653164 h 1919042"/>
              <a:gd name="connsiteX1057" fmla="*/ 728514 w 3304142"/>
              <a:gd name="connsiteY1057" fmla="*/ 630641 h 1919042"/>
              <a:gd name="connsiteX1058" fmla="*/ 740537 w 3304142"/>
              <a:gd name="connsiteY1058" fmla="*/ 604900 h 1919042"/>
              <a:gd name="connsiteX1059" fmla="*/ 722280 w 3304142"/>
              <a:gd name="connsiteY1059" fmla="*/ 603062 h 1919042"/>
              <a:gd name="connsiteX1060" fmla="*/ 690664 w 3304142"/>
              <a:gd name="connsiteY1060" fmla="*/ 602602 h 1919042"/>
              <a:gd name="connsiteX1061" fmla="*/ 673742 w 3304142"/>
              <a:gd name="connsiteY1061" fmla="*/ 594328 h 1919042"/>
              <a:gd name="connsiteX1062" fmla="*/ 659047 w 3304142"/>
              <a:gd name="connsiteY1062" fmla="*/ 566290 h 1919042"/>
              <a:gd name="connsiteX1063" fmla="*/ 644352 w 3304142"/>
              <a:gd name="connsiteY1063" fmla="*/ 561233 h 1919042"/>
              <a:gd name="connsiteX1064" fmla="*/ 618970 w 3304142"/>
              <a:gd name="connsiteY1064" fmla="*/ 551581 h 1919042"/>
              <a:gd name="connsiteX1065" fmla="*/ 588689 w 3304142"/>
              <a:gd name="connsiteY1065" fmla="*/ 553879 h 1919042"/>
              <a:gd name="connsiteX1066" fmla="*/ 561971 w 3304142"/>
              <a:gd name="connsiteY1066" fmla="*/ 541468 h 1919042"/>
              <a:gd name="connsiteX1067" fmla="*/ 549948 w 3304142"/>
              <a:gd name="connsiteY1067" fmla="*/ 529977 h 1919042"/>
              <a:gd name="connsiteX1068" fmla="*/ 521894 w 3304142"/>
              <a:gd name="connsiteY1068" fmla="*/ 535493 h 1919042"/>
              <a:gd name="connsiteX1069" fmla="*/ 506308 w 3304142"/>
              <a:gd name="connsiteY1069" fmla="*/ 554339 h 1919042"/>
              <a:gd name="connsiteX1070" fmla="*/ 493395 w 3304142"/>
              <a:gd name="connsiteY1070" fmla="*/ 556178 h 1919042"/>
              <a:gd name="connsiteX1071" fmla="*/ 464004 w 3304142"/>
              <a:gd name="connsiteY1071" fmla="*/ 561693 h 1919042"/>
              <a:gd name="connsiteX1072" fmla="*/ 436396 w 3304142"/>
              <a:gd name="connsiteY1072" fmla="*/ 570886 h 1919042"/>
              <a:gd name="connsiteX1073" fmla="*/ 407897 w 3304142"/>
              <a:gd name="connsiteY1073" fmla="*/ 576862 h 1919042"/>
              <a:gd name="connsiteX1074" fmla="*/ 422146 w 3304142"/>
              <a:gd name="connsiteY1074" fmla="*/ 560774 h 1919042"/>
              <a:gd name="connsiteX1075" fmla="*/ 459551 w 3304142"/>
              <a:gd name="connsiteY1075" fmla="*/ 534114 h 1919042"/>
              <a:gd name="connsiteX1076" fmla="*/ 489832 w 3304142"/>
              <a:gd name="connsiteY1076" fmla="*/ 525840 h 1919042"/>
              <a:gd name="connsiteX1077" fmla="*/ 491613 w 3304142"/>
              <a:gd name="connsiteY1077" fmla="*/ 519406 h 1919042"/>
              <a:gd name="connsiteX1078" fmla="*/ 449755 w 3304142"/>
              <a:gd name="connsiteY1078" fmla="*/ 534114 h 1919042"/>
              <a:gd name="connsiteX1079" fmla="*/ 416803 w 3304142"/>
              <a:gd name="connsiteY1079" fmla="*/ 552040 h 1919042"/>
              <a:gd name="connsiteX1080" fmla="*/ 366928 w 3304142"/>
              <a:gd name="connsiteY1080" fmla="*/ 571346 h 1919042"/>
              <a:gd name="connsiteX1081" fmla="*/ 367820 w 3304142"/>
              <a:gd name="connsiteY1081" fmla="*/ 584676 h 1919042"/>
              <a:gd name="connsiteX1082" fmla="*/ 327742 w 3304142"/>
              <a:gd name="connsiteY1082" fmla="*/ 603981 h 1919042"/>
              <a:gd name="connsiteX1083" fmla="*/ 293454 w 3304142"/>
              <a:gd name="connsiteY1083" fmla="*/ 615472 h 1919042"/>
              <a:gd name="connsiteX1084" fmla="*/ 264064 w 3304142"/>
              <a:gd name="connsiteY1084" fmla="*/ 624205 h 1919042"/>
              <a:gd name="connsiteX1085" fmla="*/ 246252 w 3304142"/>
              <a:gd name="connsiteY1085" fmla="*/ 636157 h 1919042"/>
              <a:gd name="connsiteX1086" fmla="*/ 199050 w 3304142"/>
              <a:gd name="connsiteY1086" fmla="*/ 650406 h 1919042"/>
              <a:gd name="connsiteX1087" fmla="*/ 179011 w 3304142"/>
              <a:gd name="connsiteY1087" fmla="*/ 663276 h 1919042"/>
              <a:gd name="connsiteX1088" fmla="*/ 142497 w 3304142"/>
              <a:gd name="connsiteY1088" fmla="*/ 675227 h 1919042"/>
              <a:gd name="connsiteX1089" fmla="*/ 130474 w 3304142"/>
              <a:gd name="connsiteY1089" fmla="*/ 673389 h 1919042"/>
              <a:gd name="connsiteX1090" fmla="*/ 102865 w 3304142"/>
              <a:gd name="connsiteY1090" fmla="*/ 680743 h 1919042"/>
              <a:gd name="connsiteX1091" fmla="*/ 71694 w 3304142"/>
              <a:gd name="connsiteY1091" fmla="*/ 690396 h 1919042"/>
              <a:gd name="connsiteX1092" fmla="*/ 44530 w 3304142"/>
              <a:gd name="connsiteY1092" fmla="*/ 699589 h 1919042"/>
              <a:gd name="connsiteX1093" fmla="*/ 0 w 3304142"/>
              <a:gd name="connsiteY1093" fmla="*/ 707863 h 1919042"/>
              <a:gd name="connsiteX1094" fmla="*/ 1781 w 3304142"/>
              <a:gd name="connsiteY1094" fmla="*/ 702806 h 1919042"/>
              <a:gd name="connsiteX1095" fmla="*/ 38296 w 3304142"/>
              <a:gd name="connsiteY1095" fmla="*/ 689936 h 1919042"/>
              <a:gd name="connsiteX1096" fmla="*/ 67686 w 3304142"/>
              <a:gd name="connsiteY1096" fmla="*/ 681203 h 1919042"/>
              <a:gd name="connsiteX1097" fmla="*/ 105982 w 3304142"/>
              <a:gd name="connsiteY1097" fmla="*/ 666034 h 1919042"/>
              <a:gd name="connsiteX1098" fmla="*/ 134927 w 3304142"/>
              <a:gd name="connsiteY1098" fmla="*/ 663276 h 1919042"/>
              <a:gd name="connsiteX1099" fmla="*/ 157192 w 3304142"/>
              <a:gd name="connsiteY1099" fmla="*/ 651785 h 1919042"/>
              <a:gd name="connsiteX1100" fmla="*/ 203503 w 3304142"/>
              <a:gd name="connsiteY1100" fmla="*/ 635238 h 1919042"/>
              <a:gd name="connsiteX1101" fmla="*/ 213745 w 3304142"/>
              <a:gd name="connsiteY1101" fmla="*/ 629722 h 1919042"/>
              <a:gd name="connsiteX1102" fmla="*/ 239127 w 3304142"/>
              <a:gd name="connsiteY1102" fmla="*/ 620069 h 1919042"/>
              <a:gd name="connsiteX1103" fmla="*/ 264955 w 3304142"/>
              <a:gd name="connsiteY1103" fmla="*/ 599385 h 1919042"/>
              <a:gd name="connsiteX1104" fmla="*/ 292563 w 3304142"/>
              <a:gd name="connsiteY1104" fmla="*/ 583297 h 1919042"/>
              <a:gd name="connsiteX1105" fmla="*/ 260056 w 3304142"/>
              <a:gd name="connsiteY1105" fmla="*/ 591571 h 1919042"/>
              <a:gd name="connsiteX1106" fmla="*/ 258721 w 3304142"/>
              <a:gd name="connsiteY1106" fmla="*/ 586514 h 1919042"/>
              <a:gd name="connsiteX1107" fmla="*/ 236900 w 3304142"/>
              <a:gd name="connsiteY1107" fmla="*/ 596626 h 1919042"/>
              <a:gd name="connsiteX1108" fmla="*/ 238682 w 3304142"/>
              <a:gd name="connsiteY1108" fmla="*/ 582837 h 1919042"/>
              <a:gd name="connsiteX1109" fmla="*/ 222651 w 3304142"/>
              <a:gd name="connsiteY1109" fmla="*/ 592490 h 1919042"/>
              <a:gd name="connsiteX1110" fmla="*/ 229776 w 3304142"/>
              <a:gd name="connsiteY1110" fmla="*/ 579160 h 1919042"/>
              <a:gd name="connsiteX1111" fmla="*/ 197269 w 3304142"/>
              <a:gd name="connsiteY1111" fmla="*/ 589732 h 1919042"/>
              <a:gd name="connsiteX1112" fmla="*/ 184800 w 3304142"/>
              <a:gd name="connsiteY1112" fmla="*/ 589732 h 1919042"/>
              <a:gd name="connsiteX1113" fmla="*/ 201276 w 3304142"/>
              <a:gd name="connsiteY1113" fmla="*/ 573644 h 1919042"/>
              <a:gd name="connsiteX1114" fmla="*/ 215971 w 3304142"/>
              <a:gd name="connsiteY1114" fmla="*/ 563532 h 1919042"/>
              <a:gd name="connsiteX1115" fmla="*/ 214190 w 3304142"/>
              <a:gd name="connsiteY1115" fmla="*/ 553879 h 1919042"/>
              <a:gd name="connsiteX1116" fmla="*/ 182128 w 3304142"/>
              <a:gd name="connsiteY1116" fmla="*/ 559395 h 1919042"/>
              <a:gd name="connsiteX1117" fmla="*/ 179457 w 3304142"/>
              <a:gd name="connsiteY1117" fmla="*/ 546525 h 1919042"/>
              <a:gd name="connsiteX1118" fmla="*/ 173668 w 3304142"/>
              <a:gd name="connsiteY1118" fmla="*/ 540090 h 1919042"/>
              <a:gd name="connsiteX1119" fmla="*/ 191480 w 3304142"/>
              <a:gd name="connsiteY1119" fmla="*/ 524921 h 1919042"/>
              <a:gd name="connsiteX1120" fmla="*/ 189699 w 3304142"/>
              <a:gd name="connsiteY1120" fmla="*/ 513430 h 1919042"/>
              <a:gd name="connsiteX1121" fmla="*/ 215971 w 3304142"/>
              <a:gd name="connsiteY1121" fmla="*/ 498261 h 1919042"/>
              <a:gd name="connsiteX1122" fmla="*/ 250260 w 3304142"/>
              <a:gd name="connsiteY1122" fmla="*/ 483093 h 1919042"/>
              <a:gd name="connsiteX1123" fmla="*/ 273861 w 3304142"/>
              <a:gd name="connsiteY1123" fmla="*/ 469763 h 1919042"/>
              <a:gd name="connsiteX1124" fmla="*/ 292118 w 3304142"/>
              <a:gd name="connsiteY1124" fmla="*/ 467924 h 1919042"/>
              <a:gd name="connsiteX1125" fmla="*/ 300133 w 3304142"/>
              <a:gd name="connsiteY1125" fmla="*/ 472061 h 1919042"/>
              <a:gd name="connsiteX1126" fmla="*/ 331750 w 3304142"/>
              <a:gd name="connsiteY1126" fmla="*/ 459191 h 1919042"/>
              <a:gd name="connsiteX1127" fmla="*/ 342882 w 3304142"/>
              <a:gd name="connsiteY1127" fmla="*/ 461489 h 1919042"/>
              <a:gd name="connsiteX1128" fmla="*/ 367820 w 3304142"/>
              <a:gd name="connsiteY1128" fmla="*/ 453215 h 1919042"/>
              <a:gd name="connsiteX1129" fmla="*/ 378952 w 3304142"/>
              <a:gd name="connsiteY1129" fmla="*/ 441265 h 1919042"/>
              <a:gd name="connsiteX1130" fmla="*/ 374054 w 3304142"/>
              <a:gd name="connsiteY1130" fmla="*/ 436668 h 1919042"/>
              <a:gd name="connsiteX1131" fmla="*/ 400772 w 3304142"/>
              <a:gd name="connsiteY1131" fmla="*/ 426555 h 1919042"/>
              <a:gd name="connsiteX1132" fmla="*/ 388303 w 3304142"/>
              <a:gd name="connsiteY1132" fmla="*/ 427015 h 1919042"/>
              <a:gd name="connsiteX1133" fmla="*/ 360695 w 3304142"/>
              <a:gd name="connsiteY1133" fmla="*/ 432531 h 1919042"/>
              <a:gd name="connsiteX1134" fmla="*/ 347781 w 3304142"/>
              <a:gd name="connsiteY1134" fmla="*/ 438507 h 1919042"/>
              <a:gd name="connsiteX1135" fmla="*/ 339766 w 3304142"/>
              <a:gd name="connsiteY1135" fmla="*/ 432531 h 1919042"/>
              <a:gd name="connsiteX1136" fmla="*/ 309039 w 3304142"/>
              <a:gd name="connsiteY1136" fmla="*/ 435748 h 1919042"/>
              <a:gd name="connsiteX1137" fmla="*/ 288556 w 3304142"/>
              <a:gd name="connsiteY1137" fmla="*/ 429314 h 1919042"/>
              <a:gd name="connsiteX1138" fmla="*/ 293899 w 3304142"/>
              <a:gd name="connsiteY1138" fmla="*/ 418741 h 1919042"/>
              <a:gd name="connsiteX1139" fmla="*/ 289446 w 3304142"/>
              <a:gd name="connsiteY1139" fmla="*/ 404033 h 1919042"/>
              <a:gd name="connsiteX1140" fmla="*/ 330414 w 3304142"/>
              <a:gd name="connsiteY1140" fmla="*/ 393001 h 1919042"/>
              <a:gd name="connsiteX1141" fmla="*/ 389194 w 3304142"/>
              <a:gd name="connsiteY1141" fmla="*/ 380590 h 1919042"/>
              <a:gd name="connsiteX1142" fmla="*/ 404779 w 3304142"/>
              <a:gd name="connsiteY1142" fmla="*/ 380590 h 1919042"/>
              <a:gd name="connsiteX1143" fmla="*/ 385632 w 3304142"/>
              <a:gd name="connsiteY1143" fmla="*/ 393461 h 1919042"/>
              <a:gd name="connsiteX1144" fmla="*/ 426599 w 3304142"/>
              <a:gd name="connsiteY1144" fmla="*/ 392542 h 1919042"/>
              <a:gd name="connsiteX1145" fmla="*/ 431943 w 3304142"/>
              <a:gd name="connsiteY1145" fmla="*/ 376454 h 1919042"/>
              <a:gd name="connsiteX1146" fmla="*/ 421701 w 3304142"/>
              <a:gd name="connsiteY1146" fmla="*/ 366801 h 1919042"/>
              <a:gd name="connsiteX1147" fmla="*/ 425263 w 3304142"/>
              <a:gd name="connsiteY1147" fmla="*/ 353931 h 1919042"/>
              <a:gd name="connsiteX1148" fmla="*/ 422146 w 3304142"/>
              <a:gd name="connsiteY1148" fmla="*/ 343359 h 1919042"/>
              <a:gd name="connsiteX1149" fmla="*/ 407451 w 3304142"/>
              <a:gd name="connsiteY1149" fmla="*/ 335545 h 1919042"/>
              <a:gd name="connsiteX1150" fmla="*/ 436396 w 3304142"/>
              <a:gd name="connsiteY1150" fmla="*/ 322215 h 1919042"/>
              <a:gd name="connsiteX1151" fmla="*/ 469794 w 3304142"/>
              <a:gd name="connsiteY1151" fmla="*/ 321296 h 1919042"/>
              <a:gd name="connsiteX1152" fmla="*/ 508980 w 3304142"/>
              <a:gd name="connsiteY1152" fmla="*/ 310264 h 1919042"/>
              <a:gd name="connsiteX1153" fmla="*/ 530355 w 3304142"/>
              <a:gd name="connsiteY1153" fmla="*/ 298313 h 1919042"/>
              <a:gd name="connsiteX1154" fmla="*/ 565534 w 3304142"/>
              <a:gd name="connsiteY1154" fmla="*/ 286362 h 1919042"/>
              <a:gd name="connsiteX1155" fmla="*/ 586908 w 3304142"/>
              <a:gd name="connsiteY1155" fmla="*/ 283604 h 1919042"/>
              <a:gd name="connsiteX1156" fmla="*/ 636782 w 3304142"/>
              <a:gd name="connsiteY1156" fmla="*/ 272572 h 1919042"/>
              <a:gd name="connsiteX1157" fmla="*/ 650587 w 3304142"/>
              <a:gd name="connsiteY1157" fmla="*/ 274411 h 1919042"/>
              <a:gd name="connsiteX1158" fmla="*/ 696898 w 3304142"/>
              <a:gd name="connsiteY1158" fmla="*/ 261541 h 1919042"/>
              <a:gd name="connsiteX1159" fmla="*/ 716491 w 3304142"/>
              <a:gd name="connsiteY1159" fmla="*/ 266597 h 1919042"/>
              <a:gd name="connsiteX1160" fmla="*/ 714264 w 3304142"/>
              <a:gd name="connsiteY1160" fmla="*/ 277629 h 1919042"/>
              <a:gd name="connsiteX1161" fmla="*/ 728959 w 3304142"/>
              <a:gd name="connsiteY1161" fmla="*/ 273032 h 1919042"/>
              <a:gd name="connsiteX1162" fmla="*/ 757013 w 3304142"/>
              <a:gd name="connsiteY1162" fmla="*/ 274411 h 1919042"/>
              <a:gd name="connsiteX1163" fmla="*/ 748553 w 3304142"/>
              <a:gd name="connsiteY1163" fmla="*/ 279927 h 1919042"/>
              <a:gd name="connsiteX1164" fmla="*/ 770372 w 3304142"/>
              <a:gd name="connsiteY1164" fmla="*/ 284063 h 1919042"/>
              <a:gd name="connsiteX1165" fmla="*/ 792193 w 3304142"/>
              <a:gd name="connsiteY1165" fmla="*/ 281765 h 1919042"/>
              <a:gd name="connsiteX1166" fmla="*/ 819801 w 3304142"/>
              <a:gd name="connsiteY1166" fmla="*/ 289120 h 1919042"/>
              <a:gd name="connsiteX1167" fmla="*/ 851863 w 3304142"/>
              <a:gd name="connsiteY1167" fmla="*/ 291878 h 1919042"/>
              <a:gd name="connsiteX1168" fmla="*/ 861659 w 3304142"/>
              <a:gd name="connsiteY1168" fmla="*/ 294636 h 1919042"/>
              <a:gd name="connsiteX1169" fmla="*/ 891049 w 3304142"/>
              <a:gd name="connsiteY1169" fmla="*/ 290958 h 1919042"/>
              <a:gd name="connsiteX1170" fmla="*/ 909306 w 3304142"/>
              <a:gd name="connsiteY1170" fmla="*/ 298313 h 1919042"/>
              <a:gd name="connsiteX1171" fmla="*/ 924892 w 3304142"/>
              <a:gd name="connsiteY1171" fmla="*/ 301530 h 1919042"/>
              <a:gd name="connsiteX1172" fmla="*/ 815348 w 3304142"/>
              <a:gd name="connsiteY1172" fmla="*/ 395300 h 1919042"/>
              <a:gd name="connsiteX1173" fmla="*/ 656820 w 3304142"/>
              <a:gd name="connsiteY1173" fmla="*/ 545606 h 1919042"/>
              <a:gd name="connsiteX1174" fmla="*/ 658964 w 3304142"/>
              <a:gd name="connsiteY1174" fmla="*/ 545711 h 1919042"/>
              <a:gd name="connsiteX1175" fmla="*/ 656821 w 3304142"/>
              <a:gd name="connsiteY1175" fmla="*/ 545606 h 1919042"/>
              <a:gd name="connsiteX1176" fmla="*/ 815349 w 3304142"/>
              <a:gd name="connsiteY1176" fmla="*/ 395300 h 1919042"/>
              <a:gd name="connsiteX1177" fmla="*/ 924893 w 3304142"/>
              <a:gd name="connsiteY1177" fmla="*/ 301531 h 1919042"/>
              <a:gd name="connsiteX1178" fmla="*/ 951611 w 3304142"/>
              <a:gd name="connsiteY1178" fmla="*/ 307506 h 1919042"/>
              <a:gd name="connsiteX1179" fmla="*/ 966306 w 3304142"/>
              <a:gd name="connsiteY1179" fmla="*/ 319458 h 1919042"/>
              <a:gd name="connsiteX1180" fmla="*/ 982782 w 3304142"/>
              <a:gd name="connsiteY1180" fmla="*/ 321756 h 1919042"/>
              <a:gd name="connsiteX1181" fmla="*/ 1010836 w 3304142"/>
              <a:gd name="connsiteY1181" fmla="*/ 311643 h 1919042"/>
              <a:gd name="connsiteX1182" fmla="*/ 1042007 w 3304142"/>
              <a:gd name="connsiteY1182" fmla="*/ 303829 h 1919042"/>
              <a:gd name="connsiteX1183" fmla="*/ 1065608 w 3304142"/>
              <a:gd name="connsiteY1183" fmla="*/ 306587 h 1919042"/>
              <a:gd name="connsiteX1184" fmla="*/ 1105240 w 3304142"/>
              <a:gd name="connsiteY1184" fmla="*/ 296015 h 1919042"/>
              <a:gd name="connsiteX1185" fmla="*/ 1141755 w 3304142"/>
              <a:gd name="connsiteY1185" fmla="*/ 290040 h 1919042"/>
              <a:gd name="connsiteX1186" fmla="*/ 1142646 w 3304142"/>
              <a:gd name="connsiteY1186" fmla="*/ 300152 h 1919042"/>
              <a:gd name="connsiteX1187" fmla="*/ 1162684 w 3304142"/>
              <a:gd name="connsiteY1187" fmla="*/ 294177 h 1919042"/>
              <a:gd name="connsiteX1188" fmla="*/ 1180051 w 3304142"/>
              <a:gd name="connsiteY1188" fmla="*/ 282686 h 1919042"/>
              <a:gd name="connsiteX1189" fmla="*/ 1189403 w 3304142"/>
              <a:gd name="connsiteY1189" fmla="*/ 285443 h 1919042"/>
              <a:gd name="connsiteX1190" fmla="*/ 1195637 w 3304142"/>
              <a:gd name="connsiteY1190" fmla="*/ 307506 h 1919042"/>
              <a:gd name="connsiteX1191" fmla="*/ 1237940 w 3304142"/>
              <a:gd name="connsiteY1191" fmla="*/ 290500 h 1919042"/>
              <a:gd name="connsiteX1192" fmla="*/ 1220574 w 3304142"/>
              <a:gd name="connsiteY1192" fmla="*/ 309345 h 1919042"/>
              <a:gd name="connsiteX1193" fmla="*/ 1247292 w 3304142"/>
              <a:gd name="connsiteY1193" fmla="*/ 305208 h 1919042"/>
              <a:gd name="connsiteX1194" fmla="*/ 1261541 w 3304142"/>
              <a:gd name="connsiteY1194" fmla="*/ 298313 h 1919042"/>
              <a:gd name="connsiteX1195" fmla="*/ 1282026 w 3304142"/>
              <a:gd name="connsiteY1195" fmla="*/ 299693 h 1919042"/>
              <a:gd name="connsiteX1196" fmla="*/ 1299392 w 3304142"/>
              <a:gd name="connsiteY1196" fmla="*/ 309805 h 1919042"/>
              <a:gd name="connsiteX1197" fmla="*/ 1332790 w 3304142"/>
              <a:gd name="connsiteY1197" fmla="*/ 318998 h 1919042"/>
              <a:gd name="connsiteX1198" fmla="*/ 1353719 w 3304142"/>
              <a:gd name="connsiteY1198" fmla="*/ 323134 h 1919042"/>
              <a:gd name="connsiteX1199" fmla="*/ 1373313 w 3304142"/>
              <a:gd name="connsiteY1199" fmla="*/ 321756 h 1919042"/>
              <a:gd name="connsiteX1200" fmla="*/ 1386226 w 3304142"/>
              <a:gd name="connsiteY1200" fmla="*/ 334626 h 1919042"/>
              <a:gd name="connsiteX1201" fmla="*/ 1348376 w 3304142"/>
              <a:gd name="connsiteY1201" fmla="*/ 347037 h 1919042"/>
              <a:gd name="connsiteX1202" fmla="*/ 1376875 w 3304142"/>
              <a:gd name="connsiteY1202" fmla="*/ 352092 h 1919042"/>
              <a:gd name="connsiteX1203" fmla="*/ 1429866 w 3304142"/>
              <a:gd name="connsiteY1203" fmla="*/ 349335 h 1919042"/>
              <a:gd name="connsiteX1204" fmla="*/ 1449459 w 3304142"/>
              <a:gd name="connsiteY1204" fmla="*/ 344738 h 1919042"/>
              <a:gd name="connsiteX1205" fmla="*/ 1455694 w 3304142"/>
              <a:gd name="connsiteY1205" fmla="*/ 359906 h 1919042"/>
              <a:gd name="connsiteX1206" fmla="*/ 1487310 w 3304142"/>
              <a:gd name="connsiteY1206" fmla="*/ 347496 h 1919042"/>
              <a:gd name="connsiteX1207" fmla="*/ 1477959 w 3304142"/>
              <a:gd name="connsiteY1207" fmla="*/ 336465 h 1919042"/>
              <a:gd name="connsiteX1208" fmla="*/ 1497997 w 3304142"/>
              <a:gd name="connsiteY1208" fmla="*/ 328191 h 1919042"/>
              <a:gd name="connsiteX1209" fmla="*/ 1521153 w 3304142"/>
              <a:gd name="connsiteY1209" fmla="*/ 326812 h 1919042"/>
              <a:gd name="connsiteX1210" fmla="*/ 1538520 w 3304142"/>
              <a:gd name="connsiteY1210" fmla="*/ 324513 h 1919042"/>
              <a:gd name="connsiteX1211" fmla="*/ 1547871 w 3304142"/>
              <a:gd name="connsiteY1211" fmla="*/ 330489 h 1919042"/>
              <a:gd name="connsiteX1212" fmla="*/ 1554551 w 3304142"/>
              <a:gd name="connsiteY1212" fmla="*/ 343819 h 1919042"/>
              <a:gd name="connsiteX1213" fmla="*/ 1576816 w 3304142"/>
              <a:gd name="connsiteY1213" fmla="*/ 341980 h 1919042"/>
              <a:gd name="connsiteX1214" fmla="*/ 1600417 w 3304142"/>
              <a:gd name="connsiteY1214" fmla="*/ 353472 h 1919042"/>
              <a:gd name="connsiteX1215" fmla="*/ 1632479 w 3304142"/>
              <a:gd name="connsiteY1215" fmla="*/ 349335 h 1919042"/>
              <a:gd name="connsiteX1216" fmla="*/ 1659197 w 3304142"/>
              <a:gd name="connsiteY1216" fmla="*/ 349794 h 1919042"/>
              <a:gd name="connsiteX1217" fmla="*/ 1669884 w 3304142"/>
              <a:gd name="connsiteY1217" fmla="*/ 334166 h 1919042"/>
              <a:gd name="connsiteX1218" fmla="*/ 1689922 w 3304142"/>
              <a:gd name="connsiteY1218" fmla="*/ 330029 h 1919042"/>
              <a:gd name="connsiteX1219" fmla="*/ 1711743 w 3304142"/>
              <a:gd name="connsiteY1219" fmla="*/ 338303 h 1919042"/>
              <a:gd name="connsiteX1220" fmla="*/ 1692594 w 3304142"/>
              <a:gd name="connsiteY1220" fmla="*/ 362205 h 1919042"/>
              <a:gd name="connsiteX1221" fmla="*/ 1720203 w 3304142"/>
              <a:gd name="connsiteY1221" fmla="*/ 341980 h 1919042"/>
              <a:gd name="connsiteX1222" fmla="*/ 1734453 w 3304142"/>
              <a:gd name="connsiteY1222" fmla="*/ 342899 h 1919042"/>
              <a:gd name="connsiteX1223" fmla="*/ 1762952 w 3304142"/>
              <a:gd name="connsiteY1223" fmla="*/ 317619 h 1919042"/>
              <a:gd name="connsiteX1224" fmla="*/ 1755827 w 3304142"/>
              <a:gd name="connsiteY1224" fmla="*/ 302450 h 1919042"/>
              <a:gd name="connsiteX1225" fmla="*/ 1742914 w 3304142"/>
              <a:gd name="connsiteY1225" fmla="*/ 292338 h 1919042"/>
              <a:gd name="connsiteX1226" fmla="*/ 1767405 w 3304142"/>
              <a:gd name="connsiteY1226" fmla="*/ 265219 h 1919042"/>
              <a:gd name="connsiteX1227" fmla="*/ 1486864 w 3304142"/>
              <a:gd name="connsiteY1227" fmla="*/ 214657 h 1919042"/>
              <a:gd name="connsiteX1228" fmla="*/ 1499333 w 3304142"/>
              <a:gd name="connsiteY1228" fmla="*/ 219253 h 1919042"/>
              <a:gd name="connsiteX1229" fmla="*/ 1478404 w 3304142"/>
              <a:gd name="connsiteY1229" fmla="*/ 230285 h 1919042"/>
              <a:gd name="connsiteX1230" fmla="*/ 1525160 w 3304142"/>
              <a:gd name="connsiteY1230" fmla="*/ 223390 h 1919042"/>
              <a:gd name="connsiteX1231" fmla="*/ 1536738 w 3304142"/>
              <a:gd name="connsiteY1231" fmla="*/ 235341 h 1919042"/>
              <a:gd name="connsiteX1232" fmla="*/ 1569245 w 3304142"/>
              <a:gd name="connsiteY1232" fmla="*/ 222931 h 1919042"/>
              <a:gd name="connsiteX1233" fmla="*/ 1577260 w 3304142"/>
              <a:gd name="connsiteY1233" fmla="*/ 230745 h 1919042"/>
              <a:gd name="connsiteX1234" fmla="*/ 1567464 w 3304142"/>
              <a:gd name="connsiteY1234" fmla="*/ 254187 h 1919042"/>
              <a:gd name="connsiteX1235" fmla="*/ 1586611 w 3304142"/>
              <a:gd name="connsiteY1235" fmla="*/ 244534 h 1919042"/>
              <a:gd name="connsiteX1236" fmla="*/ 1599081 w 3304142"/>
              <a:gd name="connsiteY1236" fmla="*/ 220173 h 1919042"/>
              <a:gd name="connsiteX1237" fmla="*/ 1618228 w 3304142"/>
              <a:gd name="connsiteY1237" fmla="*/ 216495 h 1919042"/>
              <a:gd name="connsiteX1238" fmla="*/ 1631587 w 3304142"/>
              <a:gd name="connsiteY1238" fmla="*/ 220173 h 1919042"/>
              <a:gd name="connsiteX1239" fmla="*/ 1641384 w 3304142"/>
              <a:gd name="connsiteY1239" fmla="*/ 229825 h 1919042"/>
              <a:gd name="connsiteX1240" fmla="*/ 1629360 w 3304142"/>
              <a:gd name="connsiteY1240" fmla="*/ 253267 h 1919042"/>
              <a:gd name="connsiteX1241" fmla="*/ 1618674 w 3304142"/>
              <a:gd name="connsiteY1241" fmla="*/ 270275 h 1919042"/>
              <a:gd name="connsiteX1242" fmla="*/ 1637376 w 3304142"/>
              <a:gd name="connsiteY1242" fmla="*/ 282225 h 1919042"/>
              <a:gd name="connsiteX1243" fmla="*/ 1659641 w 3304142"/>
              <a:gd name="connsiteY1243" fmla="*/ 294177 h 1919042"/>
              <a:gd name="connsiteX1244" fmla="*/ 1648064 w 3304142"/>
              <a:gd name="connsiteY1244" fmla="*/ 304749 h 1919042"/>
              <a:gd name="connsiteX1245" fmla="*/ 1616447 w 3304142"/>
              <a:gd name="connsiteY1245" fmla="*/ 307047 h 1919042"/>
              <a:gd name="connsiteX1246" fmla="*/ 1620009 w 3304142"/>
              <a:gd name="connsiteY1246" fmla="*/ 316240 h 1919042"/>
              <a:gd name="connsiteX1247" fmla="*/ 1605760 w 3304142"/>
              <a:gd name="connsiteY1247" fmla="*/ 325433 h 1919042"/>
              <a:gd name="connsiteX1248" fmla="*/ 1575924 w 3304142"/>
              <a:gd name="connsiteY1248" fmla="*/ 321756 h 1919042"/>
              <a:gd name="connsiteX1249" fmla="*/ 1550542 w 3304142"/>
              <a:gd name="connsiteY1249" fmla="*/ 314861 h 1919042"/>
              <a:gd name="connsiteX1250" fmla="*/ 1527832 w 3304142"/>
              <a:gd name="connsiteY1250" fmla="*/ 316240 h 1919042"/>
              <a:gd name="connsiteX1251" fmla="*/ 1485529 w 3304142"/>
              <a:gd name="connsiteY1251" fmla="*/ 324973 h 1919042"/>
              <a:gd name="connsiteX1252" fmla="*/ 1435209 w 3304142"/>
              <a:gd name="connsiteY1252" fmla="*/ 328650 h 1919042"/>
              <a:gd name="connsiteX1253" fmla="*/ 1400030 w 3304142"/>
              <a:gd name="connsiteY1253" fmla="*/ 330949 h 1919042"/>
              <a:gd name="connsiteX1254" fmla="*/ 1401366 w 3304142"/>
              <a:gd name="connsiteY1254" fmla="*/ 318997 h 1919042"/>
              <a:gd name="connsiteX1255" fmla="*/ 1383109 w 3304142"/>
              <a:gd name="connsiteY1255" fmla="*/ 312563 h 1919042"/>
              <a:gd name="connsiteX1256" fmla="*/ 1363961 w 3304142"/>
              <a:gd name="connsiteY1256" fmla="*/ 315320 h 1919042"/>
              <a:gd name="connsiteX1257" fmla="*/ 1361289 w 3304142"/>
              <a:gd name="connsiteY1257" fmla="*/ 295556 h 1919042"/>
              <a:gd name="connsiteX1258" fmla="*/ 1375984 w 3304142"/>
              <a:gd name="connsiteY1258" fmla="*/ 292797 h 1919042"/>
              <a:gd name="connsiteX1259" fmla="*/ 1408491 w 3304142"/>
              <a:gd name="connsiteY1259" fmla="*/ 288661 h 1919042"/>
              <a:gd name="connsiteX1260" fmla="*/ 1432982 w 3304142"/>
              <a:gd name="connsiteY1260" fmla="*/ 290039 h 1919042"/>
              <a:gd name="connsiteX1261" fmla="*/ 1460592 w 3304142"/>
              <a:gd name="connsiteY1261" fmla="*/ 285443 h 1919042"/>
              <a:gd name="connsiteX1262" fmla="*/ 1431647 w 3304142"/>
              <a:gd name="connsiteY1262" fmla="*/ 279927 h 1919042"/>
              <a:gd name="connsiteX1263" fmla="*/ 1391124 w 3304142"/>
              <a:gd name="connsiteY1263" fmla="*/ 281766 h 1919042"/>
              <a:gd name="connsiteX1264" fmla="*/ 1365742 w 3304142"/>
              <a:gd name="connsiteY1264" fmla="*/ 281306 h 1919042"/>
              <a:gd name="connsiteX1265" fmla="*/ 1365742 w 3304142"/>
              <a:gd name="connsiteY1265" fmla="*/ 272573 h 1919042"/>
              <a:gd name="connsiteX1266" fmla="*/ 1417842 w 3304142"/>
              <a:gd name="connsiteY1266" fmla="*/ 262460 h 1919042"/>
              <a:gd name="connsiteX1267" fmla="*/ 1389789 w 3304142"/>
              <a:gd name="connsiteY1267" fmla="*/ 262920 h 1919042"/>
              <a:gd name="connsiteX1268" fmla="*/ 1365742 w 3304142"/>
              <a:gd name="connsiteY1268" fmla="*/ 256485 h 1919042"/>
              <a:gd name="connsiteX1269" fmla="*/ 1400476 w 3304142"/>
              <a:gd name="connsiteY1269" fmla="*/ 238559 h 1919042"/>
              <a:gd name="connsiteX1270" fmla="*/ 1423631 w 3304142"/>
              <a:gd name="connsiteY1270" fmla="*/ 228906 h 1919042"/>
              <a:gd name="connsiteX1271" fmla="*/ 1667657 w 3304142"/>
              <a:gd name="connsiteY1271" fmla="*/ 206843 h 1919042"/>
              <a:gd name="connsiteX1272" fmla="*/ 1675228 w 3304142"/>
              <a:gd name="connsiteY1272" fmla="*/ 212358 h 1919042"/>
              <a:gd name="connsiteX1273" fmla="*/ 1644056 w 3304142"/>
              <a:gd name="connsiteY1273" fmla="*/ 227987 h 1919042"/>
              <a:gd name="connsiteX1274" fmla="*/ 1633814 w 3304142"/>
              <a:gd name="connsiteY1274" fmla="*/ 211439 h 1919042"/>
              <a:gd name="connsiteX1275" fmla="*/ 1643165 w 3304142"/>
              <a:gd name="connsiteY1275" fmla="*/ 207762 h 1919042"/>
              <a:gd name="connsiteX1276" fmla="*/ 2101381 w 3304142"/>
              <a:gd name="connsiteY1276" fmla="*/ 204085 h 1919042"/>
              <a:gd name="connsiteX1277" fmla="*/ 2138786 w 3304142"/>
              <a:gd name="connsiteY1277" fmla="*/ 206843 h 1919042"/>
              <a:gd name="connsiteX1278" fmla="*/ 2158825 w 3304142"/>
              <a:gd name="connsiteY1278" fmla="*/ 219713 h 1919042"/>
              <a:gd name="connsiteX1279" fmla="*/ 2155708 w 3304142"/>
              <a:gd name="connsiteY1279" fmla="*/ 226148 h 1919042"/>
              <a:gd name="connsiteX1280" fmla="*/ 2137450 w 3304142"/>
              <a:gd name="connsiteY1280" fmla="*/ 225688 h 1919042"/>
              <a:gd name="connsiteX1281" fmla="*/ 2119193 w 3304142"/>
              <a:gd name="connsiteY1281" fmla="*/ 225229 h 1919042"/>
              <a:gd name="connsiteX1282" fmla="*/ 2097373 w 3304142"/>
              <a:gd name="connsiteY1282" fmla="*/ 228447 h 1919042"/>
              <a:gd name="connsiteX1283" fmla="*/ 2093366 w 3304142"/>
              <a:gd name="connsiteY1283" fmla="*/ 226608 h 1919042"/>
              <a:gd name="connsiteX1284" fmla="*/ 2084014 w 3304142"/>
              <a:gd name="connsiteY1284" fmla="*/ 214197 h 1919042"/>
              <a:gd name="connsiteX1285" fmla="*/ 2091584 w 3304142"/>
              <a:gd name="connsiteY1285" fmla="*/ 205923 h 1919042"/>
              <a:gd name="connsiteX1286" fmla="*/ 2007422 w 3304142"/>
              <a:gd name="connsiteY1286" fmla="*/ 203166 h 1919042"/>
              <a:gd name="connsiteX1287" fmla="*/ 1981594 w 3304142"/>
              <a:gd name="connsiteY1287" fmla="*/ 218334 h 1919042"/>
              <a:gd name="connsiteX1288" fmla="*/ 1982930 w 3304142"/>
              <a:gd name="connsiteY1288" fmla="*/ 233043 h 1919042"/>
              <a:gd name="connsiteX1289" fmla="*/ 2014992 w 3304142"/>
              <a:gd name="connsiteY1289" fmla="*/ 214197 h 1919042"/>
              <a:gd name="connsiteX1290" fmla="*/ 2067092 w 3304142"/>
              <a:gd name="connsiteY1290" fmla="*/ 204545 h 1919042"/>
              <a:gd name="connsiteX1291" fmla="*/ 2077334 w 3304142"/>
              <a:gd name="connsiteY1291" fmla="*/ 228907 h 1919042"/>
              <a:gd name="connsiteX1292" fmla="*/ 2063085 w 3304142"/>
              <a:gd name="connsiteY1292" fmla="*/ 244534 h 1919042"/>
              <a:gd name="connsiteX1293" fmla="*/ 2103162 w 3304142"/>
              <a:gd name="connsiteY1293" fmla="*/ 237640 h 1919042"/>
              <a:gd name="connsiteX1294" fmla="*/ 2126763 w 3304142"/>
              <a:gd name="connsiteY1294" fmla="*/ 227987 h 1919042"/>
              <a:gd name="connsiteX1295" fmla="*/ 2157044 w 3304142"/>
              <a:gd name="connsiteY1295" fmla="*/ 239938 h 1919042"/>
              <a:gd name="connsiteX1296" fmla="*/ 2173520 w 3304142"/>
              <a:gd name="connsiteY1296" fmla="*/ 251429 h 1919042"/>
              <a:gd name="connsiteX1297" fmla="*/ 2168621 w 3304142"/>
              <a:gd name="connsiteY1297" fmla="*/ 262001 h 1919042"/>
              <a:gd name="connsiteX1298" fmla="*/ 2205136 w 3304142"/>
              <a:gd name="connsiteY1298" fmla="*/ 256486 h 1919042"/>
              <a:gd name="connsiteX1299" fmla="*/ 2213597 w 3304142"/>
              <a:gd name="connsiteY1299" fmla="*/ 272113 h 1919042"/>
              <a:gd name="connsiteX1300" fmla="*/ 2251002 w 3304142"/>
              <a:gd name="connsiteY1300" fmla="*/ 281766 h 1919042"/>
              <a:gd name="connsiteX1301" fmla="*/ 2260798 w 3304142"/>
              <a:gd name="connsiteY1301" fmla="*/ 291419 h 1919042"/>
              <a:gd name="connsiteX1302" fmla="*/ 2264807 w 3304142"/>
              <a:gd name="connsiteY1302" fmla="*/ 314861 h 1919042"/>
              <a:gd name="connsiteX1303" fmla="*/ 2224284 w 3304142"/>
              <a:gd name="connsiteY1303" fmla="*/ 326352 h 1919042"/>
              <a:gd name="connsiteX1304" fmla="*/ 2258572 w 3304142"/>
              <a:gd name="connsiteY1304" fmla="*/ 342899 h 1919042"/>
              <a:gd name="connsiteX1305" fmla="*/ 2284845 w 3304142"/>
              <a:gd name="connsiteY1305" fmla="*/ 348416 h 1919042"/>
              <a:gd name="connsiteX1306" fmla="*/ 2299540 w 3304142"/>
              <a:gd name="connsiteY1306" fmla="*/ 371398 h 1919042"/>
              <a:gd name="connsiteX1307" fmla="*/ 2328485 w 3304142"/>
              <a:gd name="connsiteY1307" fmla="*/ 373237 h 1919042"/>
              <a:gd name="connsiteX1308" fmla="*/ 2313790 w 3304142"/>
              <a:gd name="connsiteY1308" fmla="*/ 391163 h 1919042"/>
              <a:gd name="connsiteX1309" fmla="*/ 2265251 w 3304142"/>
              <a:gd name="connsiteY1309" fmla="*/ 421040 h 1919042"/>
              <a:gd name="connsiteX1310" fmla="*/ 2247439 w 3304142"/>
              <a:gd name="connsiteY1310" fmla="*/ 410009 h 1919042"/>
              <a:gd name="connsiteX1311" fmla="*/ 2230519 w 3304142"/>
              <a:gd name="connsiteY1311" fmla="*/ 385188 h 1919042"/>
              <a:gd name="connsiteX1312" fmla="*/ 2204245 w 3304142"/>
              <a:gd name="connsiteY1312" fmla="*/ 388405 h 1919042"/>
              <a:gd name="connsiteX1313" fmla="*/ 2194003 w 3304142"/>
              <a:gd name="connsiteY1313" fmla="*/ 403574 h 1919042"/>
              <a:gd name="connsiteX1314" fmla="*/ 2206027 w 3304142"/>
              <a:gd name="connsiteY1314" fmla="*/ 418282 h 1919042"/>
              <a:gd name="connsiteX1315" fmla="*/ 2226065 w 3304142"/>
              <a:gd name="connsiteY1315" fmla="*/ 430233 h 1919042"/>
              <a:gd name="connsiteX1316" fmla="*/ 2230519 w 3304142"/>
              <a:gd name="connsiteY1316" fmla="*/ 437128 h 1919042"/>
              <a:gd name="connsiteX1317" fmla="*/ 2230073 w 3304142"/>
              <a:gd name="connsiteY1317" fmla="*/ 463328 h 1919042"/>
              <a:gd name="connsiteX1318" fmla="*/ 2214042 w 3304142"/>
              <a:gd name="connsiteY1318" fmla="*/ 482173 h 1919042"/>
              <a:gd name="connsiteX1319" fmla="*/ 2193113 w 3304142"/>
              <a:gd name="connsiteY1319" fmla="*/ 474820 h 1919042"/>
              <a:gd name="connsiteX1320" fmla="*/ 2154817 w 3304142"/>
              <a:gd name="connsiteY1320" fmla="*/ 454135 h 1919042"/>
              <a:gd name="connsiteX1321" fmla="*/ 2170848 w 3304142"/>
              <a:gd name="connsiteY1321" fmla="*/ 476658 h 1919042"/>
              <a:gd name="connsiteX1322" fmla="*/ 2183316 w 3304142"/>
              <a:gd name="connsiteY1322" fmla="*/ 492746 h 1919042"/>
              <a:gd name="connsiteX1323" fmla="*/ 2181980 w 3304142"/>
              <a:gd name="connsiteY1323" fmla="*/ 501939 h 1919042"/>
              <a:gd name="connsiteX1324" fmla="*/ 2133443 w 3304142"/>
              <a:gd name="connsiteY1324" fmla="*/ 491367 h 1919042"/>
              <a:gd name="connsiteX1325" fmla="*/ 2099599 w 3304142"/>
              <a:gd name="connsiteY1325" fmla="*/ 475739 h 1919042"/>
              <a:gd name="connsiteX1326" fmla="*/ 2082678 w 3304142"/>
              <a:gd name="connsiteY1326" fmla="*/ 463328 h 1919042"/>
              <a:gd name="connsiteX1327" fmla="*/ 2093365 w 3304142"/>
              <a:gd name="connsiteY1327" fmla="*/ 455514 h 1919042"/>
              <a:gd name="connsiteX1328" fmla="*/ 2071991 w 3304142"/>
              <a:gd name="connsiteY1328" fmla="*/ 442184 h 1919042"/>
              <a:gd name="connsiteX1329" fmla="*/ 2051062 w 3304142"/>
              <a:gd name="connsiteY1329" fmla="*/ 429774 h 1919042"/>
              <a:gd name="connsiteX1330" fmla="*/ 2047054 w 3304142"/>
              <a:gd name="connsiteY1330" fmla="*/ 437128 h 1919042"/>
              <a:gd name="connsiteX1331" fmla="*/ 1988720 w 3304142"/>
              <a:gd name="connsiteY1331" fmla="*/ 441265 h 1919042"/>
              <a:gd name="connsiteX1332" fmla="*/ 1978032 w 3304142"/>
              <a:gd name="connsiteY1332" fmla="*/ 432531 h 1919042"/>
              <a:gd name="connsiteX1333" fmla="*/ 2002079 w 3304142"/>
              <a:gd name="connsiteY1333" fmla="*/ 413226 h 1919042"/>
              <a:gd name="connsiteX1334" fmla="*/ 2038148 w 3304142"/>
              <a:gd name="connsiteY1334" fmla="*/ 412767 h 1919042"/>
              <a:gd name="connsiteX1335" fmla="*/ 2079561 w 3304142"/>
              <a:gd name="connsiteY1335" fmla="*/ 409549 h 1919042"/>
              <a:gd name="connsiteX1336" fmla="*/ 2078670 w 3304142"/>
              <a:gd name="connsiteY1336" fmla="*/ 400356 h 1919042"/>
              <a:gd name="connsiteX1337" fmla="*/ 2092475 w 3304142"/>
              <a:gd name="connsiteY1337" fmla="*/ 387486 h 1919042"/>
              <a:gd name="connsiteX1338" fmla="*/ 2131661 w 3304142"/>
              <a:gd name="connsiteY1338" fmla="*/ 362664 h 1919042"/>
              <a:gd name="connsiteX1339" fmla="*/ 2133443 w 3304142"/>
              <a:gd name="connsiteY1339" fmla="*/ 351173 h 1919042"/>
              <a:gd name="connsiteX1340" fmla="*/ 2131216 w 3304142"/>
              <a:gd name="connsiteY1340" fmla="*/ 342899 h 1919042"/>
              <a:gd name="connsiteX1341" fmla="*/ 2110287 w 3304142"/>
              <a:gd name="connsiteY1341" fmla="*/ 330489 h 1919042"/>
              <a:gd name="connsiteX1342" fmla="*/ 2078670 w 3304142"/>
              <a:gd name="connsiteY1342" fmla="*/ 322215 h 1919042"/>
              <a:gd name="connsiteX1343" fmla="*/ 2094256 w 3304142"/>
              <a:gd name="connsiteY1343" fmla="*/ 315780 h 1919042"/>
              <a:gd name="connsiteX1344" fmla="*/ 2085350 w 3304142"/>
              <a:gd name="connsiteY1344" fmla="*/ 300152 h 1919042"/>
              <a:gd name="connsiteX1345" fmla="*/ 2070210 w 3304142"/>
              <a:gd name="connsiteY1345" fmla="*/ 298773 h 1919042"/>
              <a:gd name="connsiteX1346" fmla="*/ 2061749 w 3304142"/>
              <a:gd name="connsiteY1346" fmla="*/ 290499 h 1919042"/>
              <a:gd name="connsiteX1347" fmla="*/ 2047054 w 3304142"/>
              <a:gd name="connsiteY1347" fmla="*/ 297854 h 1919042"/>
              <a:gd name="connsiteX1348" fmla="*/ 2011875 w 3304142"/>
              <a:gd name="connsiteY1348" fmla="*/ 301072 h 1919042"/>
              <a:gd name="connsiteX1349" fmla="*/ 1949533 w 3304142"/>
              <a:gd name="connsiteY1349" fmla="*/ 295556 h 1919042"/>
              <a:gd name="connsiteX1350" fmla="*/ 1916581 w 3304142"/>
              <a:gd name="connsiteY1350" fmla="*/ 288201 h 1919042"/>
              <a:gd name="connsiteX1351" fmla="*/ 1890308 w 3304142"/>
              <a:gd name="connsiteY1351" fmla="*/ 284524 h 1919042"/>
              <a:gd name="connsiteX1352" fmla="*/ 1881847 w 3304142"/>
              <a:gd name="connsiteY1352" fmla="*/ 275791 h 1919042"/>
              <a:gd name="connsiteX1353" fmla="*/ 1909901 w 3304142"/>
              <a:gd name="connsiteY1353" fmla="*/ 264759 h 1919042"/>
              <a:gd name="connsiteX1354" fmla="*/ 1884518 w 3304142"/>
              <a:gd name="connsiteY1354" fmla="*/ 264759 h 1919042"/>
              <a:gd name="connsiteX1355" fmla="*/ 1899214 w 3304142"/>
              <a:gd name="connsiteY1355" fmla="*/ 240398 h 1919042"/>
              <a:gd name="connsiteX1356" fmla="*/ 1930830 w 3304142"/>
              <a:gd name="connsiteY1356" fmla="*/ 219254 h 1919042"/>
              <a:gd name="connsiteX1357" fmla="*/ 1957548 w 3304142"/>
              <a:gd name="connsiteY1357" fmla="*/ 209601 h 1919042"/>
              <a:gd name="connsiteX1358" fmla="*/ 1757163 w 3304142"/>
              <a:gd name="connsiteY1358" fmla="*/ 202246 h 1919042"/>
              <a:gd name="connsiteX1359" fmla="*/ 1773194 w 3304142"/>
              <a:gd name="connsiteY1359" fmla="*/ 207302 h 1919042"/>
              <a:gd name="connsiteX1360" fmla="*/ 1807036 w 3304142"/>
              <a:gd name="connsiteY1360" fmla="*/ 204084 h 1919042"/>
              <a:gd name="connsiteX1361" fmla="*/ 1804810 w 3304142"/>
              <a:gd name="connsiteY1361" fmla="*/ 210979 h 1919042"/>
              <a:gd name="connsiteX1362" fmla="*/ 1777647 w 3304142"/>
              <a:gd name="connsiteY1362" fmla="*/ 222470 h 1919042"/>
              <a:gd name="connsiteX1363" fmla="*/ 1794568 w 3304142"/>
              <a:gd name="connsiteY1363" fmla="*/ 232583 h 1919042"/>
              <a:gd name="connsiteX1364" fmla="*/ 1771412 w 3304142"/>
              <a:gd name="connsiteY1364" fmla="*/ 254187 h 1919042"/>
              <a:gd name="connsiteX1365" fmla="*/ 1734007 w 3304142"/>
              <a:gd name="connsiteY1365" fmla="*/ 263380 h 1919042"/>
              <a:gd name="connsiteX1366" fmla="*/ 1718867 w 3304142"/>
              <a:gd name="connsiteY1366" fmla="*/ 261541 h 1919042"/>
              <a:gd name="connsiteX1367" fmla="*/ 1714859 w 3304142"/>
              <a:gd name="connsiteY1367" fmla="*/ 252348 h 1919042"/>
              <a:gd name="connsiteX1368" fmla="*/ 1688586 w 3304142"/>
              <a:gd name="connsiteY1368" fmla="*/ 233962 h 1919042"/>
              <a:gd name="connsiteX1369" fmla="*/ 1696156 w 3304142"/>
              <a:gd name="connsiteY1369" fmla="*/ 226148 h 1919042"/>
              <a:gd name="connsiteX1370" fmla="*/ 1729108 w 3304142"/>
              <a:gd name="connsiteY1370" fmla="*/ 228906 h 1919042"/>
              <a:gd name="connsiteX1371" fmla="*/ 1725101 w 3304142"/>
              <a:gd name="connsiteY1371" fmla="*/ 213737 h 1919042"/>
              <a:gd name="connsiteX1372" fmla="*/ 1864926 w 3304142"/>
              <a:gd name="connsiteY1372" fmla="*/ 195352 h 1919042"/>
              <a:gd name="connsiteX1373" fmla="*/ 1900105 w 3304142"/>
              <a:gd name="connsiteY1373" fmla="*/ 196271 h 1919042"/>
              <a:gd name="connsiteX1374" fmla="*/ 1927714 w 3304142"/>
              <a:gd name="connsiteY1374" fmla="*/ 201787 h 1919042"/>
              <a:gd name="connsiteX1375" fmla="*/ 1882738 w 3304142"/>
              <a:gd name="connsiteY1375" fmla="*/ 222931 h 1919042"/>
              <a:gd name="connsiteX1376" fmla="*/ 1857801 w 3304142"/>
              <a:gd name="connsiteY1376" fmla="*/ 227528 h 1919042"/>
              <a:gd name="connsiteX1377" fmla="*/ 1823068 w 3304142"/>
              <a:gd name="connsiteY1377" fmla="*/ 245454 h 1919042"/>
              <a:gd name="connsiteX1378" fmla="*/ 1803474 w 3304142"/>
              <a:gd name="connsiteY1378" fmla="*/ 244535 h 1919042"/>
              <a:gd name="connsiteX1379" fmla="*/ 1811490 w 3304142"/>
              <a:gd name="connsiteY1379" fmla="*/ 223391 h 1919042"/>
              <a:gd name="connsiteX1380" fmla="*/ 1823068 w 3304142"/>
              <a:gd name="connsiteY1380" fmla="*/ 211900 h 1919042"/>
              <a:gd name="connsiteX1381" fmla="*/ 1841770 w 3304142"/>
              <a:gd name="connsiteY1381" fmla="*/ 201787 h 1919042"/>
              <a:gd name="connsiteX1382" fmla="*/ 1408937 w 3304142"/>
              <a:gd name="connsiteY1382" fmla="*/ 187997 h 1919042"/>
              <a:gd name="connsiteX1383" fmla="*/ 1427640 w 3304142"/>
              <a:gd name="connsiteY1383" fmla="*/ 193053 h 1919042"/>
              <a:gd name="connsiteX1384" fmla="*/ 1469943 w 3304142"/>
              <a:gd name="connsiteY1384" fmla="*/ 194432 h 1919042"/>
              <a:gd name="connsiteX1385" fmla="*/ 1478404 w 3304142"/>
              <a:gd name="connsiteY1385" fmla="*/ 200867 h 1919042"/>
              <a:gd name="connsiteX1386" fmla="*/ 1485529 w 3304142"/>
              <a:gd name="connsiteY1386" fmla="*/ 210979 h 1919042"/>
              <a:gd name="connsiteX1387" fmla="*/ 1456584 w 3304142"/>
              <a:gd name="connsiteY1387" fmla="*/ 216955 h 1919042"/>
              <a:gd name="connsiteX1388" fmla="*/ 1394687 w 3304142"/>
              <a:gd name="connsiteY1388" fmla="*/ 233502 h 1919042"/>
              <a:gd name="connsiteX1389" fmla="*/ 1353719 w 3304142"/>
              <a:gd name="connsiteY1389" fmla="*/ 250509 h 1919042"/>
              <a:gd name="connsiteX1390" fmla="*/ 1342142 w 3304142"/>
              <a:gd name="connsiteY1390" fmla="*/ 260621 h 1919042"/>
              <a:gd name="connsiteX1391" fmla="*/ 1282026 w 3304142"/>
              <a:gd name="connsiteY1391" fmla="*/ 272572 h 1919042"/>
              <a:gd name="connsiteX1392" fmla="*/ 1284697 w 3304142"/>
              <a:gd name="connsiteY1392" fmla="*/ 262001 h 1919042"/>
              <a:gd name="connsiteX1393" fmla="*/ 1257979 w 3304142"/>
              <a:gd name="connsiteY1393" fmla="*/ 249130 h 1919042"/>
              <a:gd name="connsiteX1394" fmla="*/ 1277573 w 3304142"/>
              <a:gd name="connsiteY1394" fmla="*/ 239018 h 1919042"/>
              <a:gd name="connsiteX1395" fmla="*/ 1310971 w 3304142"/>
              <a:gd name="connsiteY1395" fmla="*/ 221551 h 1919042"/>
              <a:gd name="connsiteX1396" fmla="*/ 1344813 w 3304142"/>
              <a:gd name="connsiteY1396" fmla="*/ 205923 h 1919042"/>
              <a:gd name="connsiteX1397" fmla="*/ 1346595 w 3304142"/>
              <a:gd name="connsiteY1397" fmla="*/ 191674 h 1919042"/>
              <a:gd name="connsiteX1398" fmla="*/ 1894761 w 3304142"/>
              <a:gd name="connsiteY1398" fmla="*/ 160418 h 1919042"/>
              <a:gd name="connsiteX1399" fmla="*/ 1900996 w 3304142"/>
              <a:gd name="connsiteY1399" fmla="*/ 168692 h 1919042"/>
              <a:gd name="connsiteX1400" fmla="*/ 1899660 w 3304142"/>
              <a:gd name="connsiteY1400" fmla="*/ 176046 h 1919042"/>
              <a:gd name="connsiteX1401" fmla="*/ 1881402 w 3304142"/>
              <a:gd name="connsiteY1401" fmla="*/ 184780 h 1919042"/>
              <a:gd name="connsiteX1402" fmla="*/ 1858247 w 3304142"/>
              <a:gd name="connsiteY1402" fmla="*/ 182941 h 1919042"/>
              <a:gd name="connsiteX1403" fmla="*/ 1843997 w 3304142"/>
              <a:gd name="connsiteY1403" fmla="*/ 176966 h 1919042"/>
              <a:gd name="connsiteX1404" fmla="*/ 1864036 w 3304142"/>
              <a:gd name="connsiteY1404" fmla="*/ 166853 h 1919042"/>
              <a:gd name="connsiteX1405" fmla="*/ 1860473 w 3304142"/>
              <a:gd name="connsiteY1405" fmla="*/ 136056 h 1919042"/>
              <a:gd name="connsiteX1406" fmla="*/ 1861363 w 3304142"/>
              <a:gd name="connsiteY1406" fmla="*/ 146628 h 1919042"/>
              <a:gd name="connsiteX1407" fmla="*/ 1848895 w 3304142"/>
              <a:gd name="connsiteY1407" fmla="*/ 158119 h 1919042"/>
              <a:gd name="connsiteX1408" fmla="*/ 1823068 w 3304142"/>
              <a:gd name="connsiteY1408" fmla="*/ 175586 h 1919042"/>
              <a:gd name="connsiteX1409" fmla="*/ 1792341 w 3304142"/>
              <a:gd name="connsiteY1409" fmla="*/ 177885 h 1919042"/>
              <a:gd name="connsiteX1410" fmla="*/ 1778092 w 3304142"/>
              <a:gd name="connsiteY1410" fmla="*/ 174207 h 1919042"/>
              <a:gd name="connsiteX1411" fmla="*/ 1793232 w 3304142"/>
              <a:gd name="connsiteY1411" fmla="*/ 160877 h 1919042"/>
              <a:gd name="connsiteX1412" fmla="*/ 1763842 w 3304142"/>
              <a:gd name="connsiteY1412" fmla="*/ 162256 h 1919042"/>
              <a:gd name="connsiteX1413" fmla="*/ 1782990 w 3304142"/>
              <a:gd name="connsiteY1413" fmla="*/ 144789 h 1919042"/>
              <a:gd name="connsiteX1414" fmla="*/ 1799911 w 3304142"/>
              <a:gd name="connsiteY1414" fmla="*/ 145709 h 1919042"/>
              <a:gd name="connsiteX1415" fmla="*/ 1834200 w 3304142"/>
              <a:gd name="connsiteY1415" fmla="*/ 137894 h 1919042"/>
              <a:gd name="connsiteX1416" fmla="*/ 1856020 w 3304142"/>
              <a:gd name="connsiteY1416" fmla="*/ 139273 h 1919042"/>
              <a:gd name="connsiteX1417" fmla="*/ 1679236 w 3304142"/>
              <a:gd name="connsiteY1417" fmla="*/ 134677 h 1919042"/>
              <a:gd name="connsiteX1418" fmla="*/ 1693039 w 3304142"/>
              <a:gd name="connsiteY1418" fmla="*/ 136975 h 1919042"/>
              <a:gd name="connsiteX1419" fmla="*/ 1685024 w 3304142"/>
              <a:gd name="connsiteY1419" fmla="*/ 148006 h 1919042"/>
              <a:gd name="connsiteX1420" fmla="*/ 1681907 w 3304142"/>
              <a:gd name="connsiteY1420" fmla="*/ 155821 h 1919042"/>
              <a:gd name="connsiteX1421" fmla="*/ 1701501 w 3304142"/>
              <a:gd name="connsiteY1421" fmla="*/ 152144 h 1919042"/>
              <a:gd name="connsiteX1422" fmla="*/ 1717531 w 3304142"/>
              <a:gd name="connsiteY1422" fmla="*/ 153063 h 1919042"/>
              <a:gd name="connsiteX1423" fmla="*/ 1707289 w 3304142"/>
              <a:gd name="connsiteY1423" fmla="*/ 164554 h 1919042"/>
              <a:gd name="connsiteX1424" fmla="*/ 1684578 w 3304142"/>
              <a:gd name="connsiteY1424" fmla="*/ 175126 h 1919042"/>
              <a:gd name="connsiteX1425" fmla="*/ 1622681 w 3304142"/>
              <a:gd name="connsiteY1425" fmla="*/ 178804 h 1919042"/>
              <a:gd name="connsiteX1426" fmla="*/ 1567910 w 3304142"/>
              <a:gd name="connsiteY1426" fmla="*/ 188916 h 1919042"/>
              <a:gd name="connsiteX1427" fmla="*/ 1541192 w 3304142"/>
              <a:gd name="connsiteY1427" fmla="*/ 189375 h 1919042"/>
              <a:gd name="connsiteX1428" fmla="*/ 1547871 w 3304142"/>
              <a:gd name="connsiteY1428" fmla="*/ 182021 h 1919042"/>
              <a:gd name="connsiteX1429" fmla="*/ 1595518 w 3304142"/>
              <a:gd name="connsiteY1429" fmla="*/ 171449 h 1919042"/>
              <a:gd name="connsiteX1430" fmla="*/ 1515809 w 3304142"/>
              <a:gd name="connsiteY1430" fmla="*/ 174207 h 1919042"/>
              <a:gd name="connsiteX1431" fmla="*/ 1497106 w 3304142"/>
              <a:gd name="connsiteY1431" fmla="*/ 170070 h 1919042"/>
              <a:gd name="connsiteX1432" fmla="*/ 1549206 w 3304142"/>
              <a:gd name="connsiteY1432" fmla="*/ 148006 h 1919042"/>
              <a:gd name="connsiteX1433" fmla="*/ 1573253 w 3304142"/>
              <a:gd name="connsiteY1433" fmla="*/ 141572 h 1919042"/>
              <a:gd name="connsiteX1434" fmla="*/ 1610214 w 3304142"/>
              <a:gd name="connsiteY1434" fmla="*/ 149386 h 1919042"/>
              <a:gd name="connsiteX1435" fmla="*/ 1623127 w 3304142"/>
              <a:gd name="connsiteY1435" fmla="*/ 162716 h 1919042"/>
              <a:gd name="connsiteX1436" fmla="*/ 1650291 w 3304142"/>
              <a:gd name="connsiteY1436" fmla="*/ 164554 h 1919042"/>
              <a:gd name="connsiteX1437" fmla="*/ 1653407 w 3304142"/>
              <a:gd name="connsiteY1437" fmla="*/ 142951 h 1919042"/>
              <a:gd name="connsiteX1438" fmla="*/ 1900996 w 3304142"/>
              <a:gd name="connsiteY1438" fmla="*/ 126404 h 1919042"/>
              <a:gd name="connsiteX1439" fmla="*/ 1933057 w 3304142"/>
              <a:gd name="connsiteY1439" fmla="*/ 127783 h 1919042"/>
              <a:gd name="connsiteX1440" fmla="*/ 1943300 w 3304142"/>
              <a:gd name="connsiteY1440" fmla="*/ 135137 h 1919042"/>
              <a:gd name="connsiteX1441" fmla="*/ 1976252 w 3304142"/>
              <a:gd name="connsiteY1441" fmla="*/ 135137 h 1919042"/>
              <a:gd name="connsiteX1442" fmla="*/ 1982486 w 3304142"/>
              <a:gd name="connsiteY1442" fmla="*/ 142492 h 1919042"/>
              <a:gd name="connsiteX1443" fmla="*/ 1970018 w 3304142"/>
              <a:gd name="connsiteY1443" fmla="*/ 150766 h 1919042"/>
              <a:gd name="connsiteX1444" fmla="*/ 1983822 w 3304142"/>
              <a:gd name="connsiteY1444" fmla="*/ 155821 h 1919042"/>
              <a:gd name="connsiteX1445" fmla="*/ 1989165 w 3304142"/>
              <a:gd name="connsiteY1445" fmla="*/ 161338 h 1919042"/>
              <a:gd name="connsiteX1446" fmla="*/ 2010985 w 3304142"/>
              <a:gd name="connsiteY1446" fmla="*/ 162257 h 1919042"/>
              <a:gd name="connsiteX1447" fmla="*/ 2033695 w 3304142"/>
              <a:gd name="connsiteY1447" fmla="*/ 164095 h 1919042"/>
              <a:gd name="connsiteX1448" fmla="*/ 2065312 w 3304142"/>
              <a:gd name="connsiteY1448" fmla="*/ 159499 h 1919042"/>
              <a:gd name="connsiteX1449" fmla="*/ 2101382 w 3304142"/>
              <a:gd name="connsiteY1449" fmla="*/ 157200 h 1919042"/>
              <a:gd name="connsiteX1450" fmla="*/ 2127209 w 3304142"/>
              <a:gd name="connsiteY1450" fmla="*/ 159039 h 1919042"/>
              <a:gd name="connsiteX1451" fmla="*/ 2137451 w 3304142"/>
              <a:gd name="connsiteY1451" fmla="*/ 167772 h 1919042"/>
              <a:gd name="connsiteX1452" fmla="*/ 2132998 w 3304142"/>
              <a:gd name="connsiteY1452" fmla="*/ 176965 h 1919042"/>
              <a:gd name="connsiteX1453" fmla="*/ 2116968 w 3304142"/>
              <a:gd name="connsiteY1453" fmla="*/ 183400 h 1919042"/>
              <a:gd name="connsiteX1454" fmla="*/ 2087132 w 3304142"/>
              <a:gd name="connsiteY1454" fmla="*/ 188457 h 1919042"/>
              <a:gd name="connsiteX1455" fmla="*/ 2067984 w 3304142"/>
              <a:gd name="connsiteY1455" fmla="*/ 185239 h 1919042"/>
              <a:gd name="connsiteX1456" fmla="*/ 2015438 w 3304142"/>
              <a:gd name="connsiteY1456" fmla="*/ 188917 h 1919042"/>
              <a:gd name="connsiteX1457" fmla="*/ 1979814 w 3304142"/>
              <a:gd name="connsiteY1457" fmla="*/ 189376 h 1919042"/>
              <a:gd name="connsiteX1458" fmla="*/ 1954877 w 3304142"/>
              <a:gd name="connsiteY1458" fmla="*/ 186618 h 1919042"/>
              <a:gd name="connsiteX1459" fmla="*/ 1916581 w 3304142"/>
              <a:gd name="connsiteY1459" fmla="*/ 179264 h 1919042"/>
              <a:gd name="connsiteX1460" fmla="*/ 1923706 w 3304142"/>
              <a:gd name="connsiteY1460" fmla="*/ 166393 h 1919042"/>
              <a:gd name="connsiteX1461" fmla="*/ 1933057 w 3304142"/>
              <a:gd name="connsiteY1461" fmla="*/ 155362 h 1919042"/>
              <a:gd name="connsiteX1462" fmla="*/ 1926823 w 3304142"/>
              <a:gd name="connsiteY1462" fmla="*/ 145250 h 1919042"/>
              <a:gd name="connsiteX1463" fmla="*/ 1895652 w 3304142"/>
              <a:gd name="connsiteY1463" fmla="*/ 142492 h 1919042"/>
              <a:gd name="connsiteX1464" fmla="*/ 1884074 w 3304142"/>
              <a:gd name="connsiteY1464" fmla="*/ 135597 h 1919042"/>
              <a:gd name="connsiteX1465" fmla="*/ 1595963 w 3304142"/>
              <a:gd name="connsiteY1465" fmla="*/ 115832 h 1919042"/>
              <a:gd name="connsiteX1466" fmla="*/ 1570136 w 3304142"/>
              <a:gd name="connsiteY1466" fmla="*/ 132839 h 1919042"/>
              <a:gd name="connsiteX1467" fmla="*/ 1546534 w 3304142"/>
              <a:gd name="connsiteY1467" fmla="*/ 140653 h 1919042"/>
              <a:gd name="connsiteX1468" fmla="*/ 1529613 w 3304142"/>
              <a:gd name="connsiteY1468" fmla="*/ 141572 h 1919042"/>
              <a:gd name="connsiteX1469" fmla="*/ 1485528 w 3304142"/>
              <a:gd name="connsiteY1469" fmla="*/ 151225 h 1919042"/>
              <a:gd name="connsiteX1470" fmla="*/ 1453912 w 3304142"/>
              <a:gd name="connsiteY1470" fmla="*/ 154902 h 1919042"/>
              <a:gd name="connsiteX1471" fmla="*/ 1437881 w 3304142"/>
              <a:gd name="connsiteY1471" fmla="*/ 149845 h 1919042"/>
              <a:gd name="connsiteX1472" fmla="*/ 1489981 w 3304142"/>
              <a:gd name="connsiteY1472" fmla="*/ 132839 h 1919042"/>
              <a:gd name="connsiteX1473" fmla="*/ 1544308 w 3304142"/>
              <a:gd name="connsiteY1473" fmla="*/ 118590 h 1919042"/>
              <a:gd name="connsiteX1474" fmla="*/ 1568799 w 3304142"/>
              <a:gd name="connsiteY1474" fmla="*/ 119049 h 1919042"/>
              <a:gd name="connsiteX1475" fmla="*/ 1923260 w 3304142"/>
              <a:gd name="connsiteY1475" fmla="*/ 111695 h 1919042"/>
              <a:gd name="connsiteX1476" fmla="*/ 1955323 w 3304142"/>
              <a:gd name="connsiteY1476" fmla="*/ 112155 h 1919042"/>
              <a:gd name="connsiteX1477" fmla="*/ 1962447 w 3304142"/>
              <a:gd name="connsiteY1477" fmla="*/ 115831 h 1919042"/>
              <a:gd name="connsiteX1478" fmla="*/ 1957549 w 3304142"/>
              <a:gd name="connsiteY1478" fmla="*/ 118590 h 1919042"/>
              <a:gd name="connsiteX1479" fmla="*/ 1949533 w 3304142"/>
              <a:gd name="connsiteY1479" fmla="*/ 119050 h 1919042"/>
              <a:gd name="connsiteX1480" fmla="*/ 1920143 w 3304142"/>
              <a:gd name="connsiteY1480" fmla="*/ 117671 h 1919042"/>
              <a:gd name="connsiteX1481" fmla="*/ 1691258 w 3304142"/>
              <a:gd name="connsiteY1481" fmla="*/ 104800 h 1919042"/>
              <a:gd name="connsiteX1482" fmla="*/ 1709516 w 3304142"/>
              <a:gd name="connsiteY1482" fmla="*/ 108017 h 1919042"/>
              <a:gd name="connsiteX1483" fmla="*/ 1695711 w 3304142"/>
              <a:gd name="connsiteY1483" fmla="*/ 114453 h 1919042"/>
              <a:gd name="connsiteX1484" fmla="*/ 1656525 w 3304142"/>
              <a:gd name="connsiteY1484" fmla="*/ 120888 h 1919042"/>
              <a:gd name="connsiteX1485" fmla="*/ 1641830 w 3304142"/>
              <a:gd name="connsiteY1485" fmla="*/ 113993 h 1919042"/>
              <a:gd name="connsiteX1486" fmla="*/ 1664540 w 3304142"/>
              <a:gd name="connsiteY1486" fmla="*/ 107098 h 1919042"/>
              <a:gd name="connsiteX1487" fmla="*/ 1708179 w 3304142"/>
              <a:gd name="connsiteY1487" fmla="*/ 90091 h 1919042"/>
              <a:gd name="connsiteX1488" fmla="*/ 1715749 w 3304142"/>
              <a:gd name="connsiteY1488" fmla="*/ 91010 h 1919042"/>
              <a:gd name="connsiteX1489" fmla="*/ 1730444 w 3304142"/>
              <a:gd name="connsiteY1489" fmla="*/ 95147 h 1919042"/>
              <a:gd name="connsiteX1490" fmla="*/ 1705062 w 3304142"/>
              <a:gd name="connsiteY1490" fmla="*/ 99284 h 1919042"/>
              <a:gd name="connsiteX1491" fmla="*/ 1678344 w 3304142"/>
              <a:gd name="connsiteY1491" fmla="*/ 99284 h 1919042"/>
              <a:gd name="connsiteX1492" fmla="*/ 1682797 w 3304142"/>
              <a:gd name="connsiteY1492" fmla="*/ 96066 h 1919042"/>
              <a:gd name="connsiteX1493" fmla="*/ 1914800 w 3304142"/>
              <a:gd name="connsiteY1493" fmla="*/ 89632 h 1919042"/>
              <a:gd name="connsiteX1494" fmla="*/ 1934393 w 3304142"/>
              <a:gd name="connsiteY1494" fmla="*/ 90551 h 1919042"/>
              <a:gd name="connsiteX1495" fmla="*/ 1941964 w 3304142"/>
              <a:gd name="connsiteY1495" fmla="*/ 91930 h 1919042"/>
              <a:gd name="connsiteX1496" fmla="*/ 1952205 w 3304142"/>
              <a:gd name="connsiteY1496" fmla="*/ 99285 h 1919042"/>
              <a:gd name="connsiteX1497" fmla="*/ 1938846 w 3304142"/>
              <a:gd name="connsiteY1497" fmla="*/ 106638 h 1919042"/>
              <a:gd name="connsiteX1498" fmla="*/ 1909456 w 3304142"/>
              <a:gd name="connsiteY1498" fmla="*/ 111235 h 1919042"/>
              <a:gd name="connsiteX1499" fmla="*/ 1902331 w 3304142"/>
              <a:gd name="connsiteY1499" fmla="*/ 106179 h 1919042"/>
              <a:gd name="connsiteX1500" fmla="*/ 1905003 w 3304142"/>
              <a:gd name="connsiteY1500" fmla="*/ 98365 h 1919042"/>
              <a:gd name="connsiteX1501" fmla="*/ 1817278 w 3304142"/>
              <a:gd name="connsiteY1501" fmla="*/ 80439 h 1919042"/>
              <a:gd name="connsiteX1502" fmla="*/ 1844442 w 3304142"/>
              <a:gd name="connsiteY1502" fmla="*/ 83197 h 1919042"/>
              <a:gd name="connsiteX1503" fmla="*/ 1877840 w 3304142"/>
              <a:gd name="connsiteY1503" fmla="*/ 91011 h 1919042"/>
              <a:gd name="connsiteX1504" fmla="*/ 1877394 w 3304142"/>
              <a:gd name="connsiteY1504" fmla="*/ 101123 h 1919042"/>
              <a:gd name="connsiteX1505" fmla="*/ 1872496 w 3304142"/>
              <a:gd name="connsiteY1505" fmla="*/ 109856 h 1919042"/>
              <a:gd name="connsiteX1506" fmla="*/ 1848895 w 3304142"/>
              <a:gd name="connsiteY1506" fmla="*/ 107558 h 1919042"/>
              <a:gd name="connsiteX1507" fmla="*/ 1831083 w 3304142"/>
              <a:gd name="connsiteY1507" fmla="*/ 100663 h 1919042"/>
              <a:gd name="connsiteX1508" fmla="*/ 1796349 w 3304142"/>
              <a:gd name="connsiteY1508" fmla="*/ 99744 h 1919042"/>
              <a:gd name="connsiteX1509" fmla="*/ 1819950 w 3304142"/>
              <a:gd name="connsiteY1509" fmla="*/ 93768 h 1919042"/>
              <a:gd name="connsiteX1510" fmla="*/ 1807482 w 3304142"/>
              <a:gd name="connsiteY1510" fmla="*/ 88713 h 1919042"/>
              <a:gd name="connsiteX1511" fmla="*/ 2071991 w 3304142"/>
              <a:gd name="connsiteY1511" fmla="*/ 41828 h 1919042"/>
              <a:gd name="connsiteX1512" fmla="*/ 2079116 w 3304142"/>
              <a:gd name="connsiteY1512" fmla="*/ 51940 h 1919042"/>
              <a:gd name="connsiteX1513" fmla="*/ 2100045 w 3304142"/>
              <a:gd name="connsiteY1513" fmla="*/ 56077 h 1919042"/>
              <a:gd name="connsiteX1514" fmla="*/ 2121420 w 3304142"/>
              <a:gd name="connsiteY1514" fmla="*/ 60214 h 1919042"/>
              <a:gd name="connsiteX1515" fmla="*/ 2118303 w 3304142"/>
              <a:gd name="connsiteY1515" fmla="*/ 73084 h 1919042"/>
              <a:gd name="connsiteX1516" fmla="*/ 2130326 w 3304142"/>
              <a:gd name="connsiteY1516" fmla="*/ 79979 h 1919042"/>
              <a:gd name="connsiteX1517" fmla="*/ 2101382 w 3304142"/>
              <a:gd name="connsiteY1517" fmla="*/ 85955 h 1919042"/>
              <a:gd name="connsiteX1518" fmla="*/ 2054179 w 3304142"/>
              <a:gd name="connsiteY1518" fmla="*/ 102043 h 1919042"/>
              <a:gd name="connsiteX1519" fmla="*/ 2023899 w 3304142"/>
              <a:gd name="connsiteY1519" fmla="*/ 103421 h 1919042"/>
              <a:gd name="connsiteX1520" fmla="*/ 1993619 w 3304142"/>
              <a:gd name="connsiteY1520" fmla="*/ 100663 h 1919042"/>
              <a:gd name="connsiteX1521" fmla="*/ 1986494 w 3304142"/>
              <a:gd name="connsiteY1521" fmla="*/ 91930 h 1919042"/>
              <a:gd name="connsiteX1522" fmla="*/ 1995845 w 3304142"/>
              <a:gd name="connsiteY1522" fmla="*/ 84576 h 1919042"/>
              <a:gd name="connsiteX1523" fmla="*/ 2014993 w 3304142"/>
              <a:gd name="connsiteY1523" fmla="*/ 79060 h 1919042"/>
              <a:gd name="connsiteX1524" fmla="*/ 1985603 w 3304142"/>
              <a:gd name="connsiteY1524" fmla="*/ 79060 h 1919042"/>
              <a:gd name="connsiteX1525" fmla="*/ 1976697 w 3304142"/>
              <a:gd name="connsiteY1525" fmla="*/ 72165 h 1919042"/>
              <a:gd name="connsiteX1526" fmla="*/ 1978478 w 3304142"/>
              <a:gd name="connsiteY1526" fmla="*/ 63431 h 1919042"/>
              <a:gd name="connsiteX1527" fmla="*/ 2000298 w 3304142"/>
              <a:gd name="connsiteY1527" fmla="*/ 54698 h 1919042"/>
              <a:gd name="connsiteX1528" fmla="*/ 2018555 w 3304142"/>
              <a:gd name="connsiteY1528" fmla="*/ 48723 h 1919042"/>
              <a:gd name="connsiteX1529" fmla="*/ 2036367 w 3304142"/>
              <a:gd name="connsiteY1529" fmla="*/ 47344 h 1919042"/>
              <a:gd name="connsiteX1530" fmla="*/ 2035031 w 3304142"/>
              <a:gd name="connsiteY1530" fmla="*/ 42747 h 1919042"/>
              <a:gd name="connsiteX1531" fmla="*/ 2408640 w 3304142"/>
              <a:gd name="connsiteY1531" fmla="*/ 6895 h 1919042"/>
              <a:gd name="connsiteX1532" fmla="*/ 2439811 w 3304142"/>
              <a:gd name="connsiteY1532" fmla="*/ 7814 h 1919042"/>
              <a:gd name="connsiteX1533" fmla="*/ 2470982 w 3304142"/>
              <a:gd name="connsiteY1533" fmla="*/ 8733 h 1919042"/>
              <a:gd name="connsiteX1534" fmla="*/ 2509723 w 3304142"/>
              <a:gd name="connsiteY1534" fmla="*/ 10112 h 1919042"/>
              <a:gd name="connsiteX1535" fmla="*/ 2539559 w 3304142"/>
              <a:gd name="connsiteY1535" fmla="*/ 12411 h 1919042"/>
              <a:gd name="connsiteX1536" fmla="*/ 2562714 w 3304142"/>
              <a:gd name="connsiteY1536" fmla="*/ 17007 h 1919042"/>
              <a:gd name="connsiteX1537" fmla="*/ 2557816 w 3304142"/>
              <a:gd name="connsiteY1537" fmla="*/ 21604 h 1919042"/>
              <a:gd name="connsiteX1538" fmla="*/ 2514177 w 3304142"/>
              <a:gd name="connsiteY1538" fmla="*/ 29417 h 1919042"/>
              <a:gd name="connsiteX1539" fmla="*/ 2474099 w 3304142"/>
              <a:gd name="connsiteY1539" fmla="*/ 33095 h 1919042"/>
              <a:gd name="connsiteX1540" fmla="*/ 2456287 w 3304142"/>
              <a:gd name="connsiteY1540" fmla="*/ 37232 h 1919042"/>
              <a:gd name="connsiteX1541" fmla="*/ 2489685 w 3304142"/>
              <a:gd name="connsiteY1541" fmla="*/ 37232 h 1919042"/>
              <a:gd name="connsiteX1542" fmla="*/ 2442928 w 3304142"/>
              <a:gd name="connsiteY1542" fmla="*/ 48723 h 1919042"/>
              <a:gd name="connsiteX1543" fmla="*/ 2412648 w 3304142"/>
              <a:gd name="connsiteY1543" fmla="*/ 54239 h 1919042"/>
              <a:gd name="connsiteX1544" fmla="*/ 2371234 w 3304142"/>
              <a:gd name="connsiteY1544" fmla="*/ 70327 h 1919042"/>
              <a:gd name="connsiteX1545" fmla="*/ 2335165 w 3304142"/>
              <a:gd name="connsiteY1545" fmla="*/ 73544 h 1919042"/>
              <a:gd name="connsiteX1546" fmla="*/ 2321361 w 3304142"/>
              <a:gd name="connsiteY1546" fmla="*/ 78141 h 1919042"/>
              <a:gd name="connsiteX1547" fmla="*/ 2271041 w 3304142"/>
              <a:gd name="connsiteY1547" fmla="*/ 79979 h 1919042"/>
              <a:gd name="connsiteX1548" fmla="*/ 2290635 w 3304142"/>
              <a:gd name="connsiteY1548" fmla="*/ 82737 h 1919042"/>
              <a:gd name="connsiteX1549" fmla="*/ 2275940 w 3304142"/>
              <a:gd name="connsiteY1549" fmla="*/ 86415 h 1919042"/>
              <a:gd name="connsiteX1550" fmla="*/ 2279057 w 3304142"/>
              <a:gd name="connsiteY1550" fmla="*/ 96987 h 1919042"/>
              <a:gd name="connsiteX1551" fmla="*/ 2256792 w 3304142"/>
              <a:gd name="connsiteY1551" fmla="*/ 104341 h 1919042"/>
              <a:gd name="connsiteX1552" fmla="*/ 2226066 w 3304142"/>
              <a:gd name="connsiteY1552" fmla="*/ 110316 h 1919042"/>
              <a:gd name="connsiteX1553" fmla="*/ 2210481 w 3304142"/>
              <a:gd name="connsiteY1553" fmla="*/ 118590 h 1919042"/>
              <a:gd name="connsiteX1554" fmla="*/ 2181090 w 3304142"/>
              <a:gd name="connsiteY1554" fmla="*/ 125485 h 1919042"/>
              <a:gd name="connsiteX1555" fmla="*/ 2178864 w 3304142"/>
              <a:gd name="connsiteY1555" fmla="*/ 130541 h 1919042"/>
              <a:gd name="connsiteX1556" fmla="*/ 2207809 w 3304142"/>
              <a:gd name="connsiteY1556" fmla="*/ 129622 h 1919042"/>
              <a:gd name="connsiteX1557" fmla="*/ 2202910 w 3304142"/>
              <a:gd name="connsiteY1557" fmla="*/ 135137 h 1919042"/>
              <a:gd name="connsiteX1558" fmla="*/ 2146357 w 3304142"/>
              <a:gd name="connsiteY1558" fmla="*/ 148468 h 1919042"/>
              <a:gd name="connsiteX1559" fmla="*/ 2108506 w 3304142"/>
              <a:gd name="connsiteY1559" fmla="*/ 142032 h 1919042"/>
              <a:gd name="connsiteX1560" fmla="*/ 2056406 w 3304142"/>
              <a:gd name="connsiteY1560" fmla="*/ 145709 h 1919042"/>
              <a:gd name="connsiteX1561" fmla="*/ 2034141 w 3304142"/>
              <a:gd name="connsiteY1561" fmla="*/ 142952 h 1919042"/>
              <a:gd name="connsiteX1562" fmla="*/ 2003860 w 3304142"/>
              <a:gd name="connsiteY1562" fmla="*/ 141573 h 1919042"/>
              <a:gd name="connsiteX1563" fmla="*/ 2013212 w 3304142"/>
              <a:gd name="connsiteY1563" fmla="*/ 131001 h 1919042"/>
              <a:gd name="connsiteX1564" fmla="*/ 2048836 w 3304142"/>
              <a:gd name="connsiteY1564" fmla="*/ 125944 h 1919042"/>
              <a:gd name="connsiteX1565" fmla="*/ 2057742 w 3304142"/>
              <a:gd name="connsiteY1565" fmla="*/ 110316 h 1919042"/>
              <a:gd name="connsiteX1566" fmla="*/ 2069319 w 3304142"/>
              <a:gd name="connsiteY1566" fmla="*/ 108937 h 1919042"/>
              <a:gd name="connsiteX1567" fmla="*/ 2102717 w 3304142"/>
              <a:gd name="connsiteY1567" fmla="*/ 118130 h 1919042"/>
              <a:gd name="connsiteX1568" fmla="*/ 2095147 w 3304142"/>
              <a:gd name="connsiteY1568" fmla="*/ 104341 h 1919042"/>
              <a:gd name="connsiteX1569" fmla="*/ 2073328 w 3304142"/>
              <a:gd name="connsiteY1569" fmla="*/ 100204 h 1919042"/>
              <a:gd name="connsiteX1570" fmla="*/ 2095593 w 3304142"/>
              <a:gd name="connsiteY1570" fmla="*/ 91930 h 1919042"/>
              <a:gd name="connsiteX1571" fmla="*/ 2129435 w 3304142"/>
              <a:gd name="connsiteY1571" fmla="*/ 86874 h 1919042"/>
              <a:gd name="connsiteX1572" fmla="*/ 2141904 w 3304142"/>
              <a:gd name="connsiteY1572" fmla="*/ 79520 h 1919042"/>
              <a:gd name="connsiteX1573" fmla="*/ 2128545 w 3304142"/>
              <a:gd name="connsiteY1573" fmla="*/ 71706 h 1919042"/>
              <a:gd name="connsiteX1574" fmla="*/ 2133443 w 3304142"/>
              <a:gd name="connsiteY1574" fmla="*/ 61593 h 1919042"/>
              <a:gd name="connsiteX1575" fmla="*/ 2175301 w 3304142"/>
              <a:gd name="connsiteY1575" fmla="*/ 62053 h 1919042"/>
              <a:gd name="connsiteX1576" fmla="*/ 2185098 w 3304142"/>
              <a:gd name="connsiteY1576" fmla="*/ 64351 h 1919042"/>
              <a:gd name="connsiteX1577" fmla="*/ 2217605 w 3304142"/>
              <a:gd name="connsiteY1577" fmla="*/ 56997 h 1919042"/>
              <a:gd name="connsiteX1578" fmla="*/ 2185098 w 3304142"/>
              <a:gd name="connsiteY1578" fmla="*/ 54698 h 1919042"/>
              <a:gd name="connsiteX1579" fmla="*/ 2128990 w 3304142"/>
              <a:gd name="connsiteY1579" fmla="*/ 56077 h 1919042"/>
              <a:gd name="connsiteX1580" fmla="*/ 2109397 w 3304142"/>
              <a:gd name="connsiteY1580" fmla="*/ 49643 h 1919042"/>
              <a:gd name="connsiteX1581" fmla="*/ 2105835 w 3304142"/>
              <a:gd name="connsiteY1581" fmla="*/ 41829 h 1919042"/>
              <a:gd name="connsiteX1582" fmla="*/ 2094702 w 3304142"/>
              <a:gd name="connsiteY1582" fmla="*/ 36312 h 1919042"/>
              <a:gd name="connsiteX1583" fmla="*/ 2099600 w 3304142"/>
              <a:gd name="connsiteY1583" fmla="*/ 30337 h 1919042"/>
              <a:gd name="connsiteX1584" fmla="*/ 2126318 w 3304142"/>
              <a:gd name="connsiteY1584" fmla="*/ 26660 h 1919042"/>
              <a:gd name="connsiteX1585" fmla="*/ 2145021 w 3304142"/>
              <a:gd name="connsiteY1585" fmla="*/ 26200 h 1919042"/>
              <a:gd name="connsiteX1586" fmla="*/ 2177974 w 3304142"/>
              <a:gd name="connsiteY1586" fmla="*/ 23443 h 1919042"/>
              <a:gd name="connsiteX1587" fmla="*/ 2208254 w 3304142"/>
              <a:gd name="connsiteY1587" fmla="*/ 16548 h 1919042"/>
              <a:gd name="connsiteX1588" fmla="*/ 2225621 w 3304142"/>
              <a:gd name="connsiteY1588" fmla="*/ 17467 h 1919042"/>
              <a:gd name="connsiteX1589" fmla="*/ 2236308 w 3304142"/>
              <a:gd name="connsiteY1589" fmla="*/ 22523 h 1919042"/>
              <a:gd name="connsiteX1590" fmla="*/ 2258573 w 3304142"/>
              <a:gd name="connsiteY1590" fmla="*/ 13330 h 1919042"/>
              <a:gd name="connsiteX1591" fmla="*/ 2281729 w 3304142"/>
              <a:gd name="connsiteY1591" fmla="*/ 10572 h 1919042"/>
              <a:gd name="connsiteX1592" fmla="*/ 2310674 w 3304142"/>
              <a:gd name="connsiteY1592" fmla="*/ 8733 h 1919042"/>
              <a:gd name="connsiteX1593" fmla="*/ 2356985 w 3304142"/>
              <a:gd name="connsiteY1593" fmla="*/ 7814 h 1919042"/>
              <a:gd name="connsiteX1594" fmla="*/ 2362774 w 3304142"/>
              <a:gd name="connsiteY1594" fmla="*/ 9653 h 1919042"/>
              <a:gd name="connsiteX1595" fmla="*/ 2973283 w 3304142"/>
              <a:gd name="connsiteY1595" fmla="*/ 0 h 1919042"/>
              <a:gd name="connsiteX1596" fmla="*/ 3090397 w 3304142"/>
              <a:gd name="connsiteY1596" fmla="*/ 1838 h 1919042"/>
              <a:gd name="connsiteX1597" fmla="*/ 3179013 w 3304142"/>
              <a:gd name="connsiteY1597" fmla="*/ 15628 h 1919042"/>
              <a:gd name="connsiteX1598" fmla="*/ 3149178 w 3304142"/>
              <a:gd name="connsiteY1598" fmla="*/ 22063 h 1919042"/>
              <a:gd name="connsiteX1599" fmla="*/ 3091288 w 3304142"/>
              <a:gd name="connsiteY1599" fmla="*/ 22982 h 1919042"/>
              <a:gd name="connsiteX1600" fmla="*/ 3008907 w 3304142"/>
              <a:gd name="connsiteY1600" fmla="*/ 24821 h 1919042"/>
              <a:gd name="connsiteX1601" fmla="*/ 3015141 w 3304142"/>
              <a:gd name="connsiteY1601" fmla="*/ 28039 h 1919042"/>
              <a:gd name="connsiteX1602" fmla="*/ 3069914 w 3304142"/>
              <a:gd name="connsiteY1602" fmla="*/ 25741 h 1919042"/>
              <a:gd name="connsiteX1603" fmla="*/ 3113108 w 3304142"/>
              <a:gd name="connsiteY1603" fmla="*/ 32175 h 1919042"/>
              <a:gd name="connsiteX1604" fmla="*/ 3144279 w 3304142"/>
              <a:gd name="connsiteY1604" fmla="*/ 26660 h 1919042"/>
              <a:gd name="connsiteX1605" fmla="*/ 3154966 w 3304142"/>
              <a:gd name="connsiteY1605" fmla="*/ 33095 h 1919042"/>
              <a:gd name="connsiteX1606" fmla="*/ 3134927 w 3304142"/>
              <a:gd name="connsiteY1606" fmla="*/ 44127 h 1919042"/>
              <a:gd name="connsiteX1607" fmla="*/ 3175896 w 3304142"/>
              <a:gd name="connsiteY1607" fmla="*/ 36772 h 1919042"/>
              <a:gd name="connsiteX1608" fmla="*/ 3252042 w 3304142"/>
              <a:gd name="connsiteY1608" fmla="*/ 29877 h 1919042"/>
              <a:gd name="connsiteX1609" fmla="*/ 3296572 w 3304142"/>
              <a:gd name="connsiteY1609" fmla="*/ 33555 h 1919042"/>
              <a:gd name="connsiteX1610" fmla="*/ 3304142 w 3304142"/>
              <a:gd name="connsiteY1610" fmla="*/ 41368 h 1919042"/>
              <a:gd name="connsiteX1611" fmla="*/ 3238238 w 3304142"/>
              <a:gd name="connsiteY1611" fmla="*/ 54698 h 1919042"/>
              <a:gd name="connsiteX1612" fmla="*/ 3228441 w 3304142"/>
              <a:gd name="connsiteY1612" fmla="*/ 59294 h 1919042"/>
              <a:gd name="connsiteX1613" fmla="*/ 3177677 w 3304142"/>
              <a:gd name="connsiteY1613" fmla="*/ 62972 h 1919042"/>
              <a:gd name="connsiteX1614" fmla="*/ 3213746 w 3304142"/>
              <a:gd name="connsiteY1614" fmla="*/ 63891 h 1919042"/>
              <a:gd name="connsiteX1615" fmla="*/ 3191926 w 3304142"/>
              <a:gd name="connsiteY1615" fmla="*/ 78600 h 1919042"/>
              <a:gd name="connsiteX1616" fmla="*/ 3175896 w 3304142"/>
              <a:gd name="connsiteY1616" fmla="*/ 91930 h 1919042"/>
              <a:gd name="connsiteX1617" fmla="*/ 3170552 w 3304142"/>
              <a:gd name="connsiteY1617" fmla="*/ 115832 h 1919042"/>
              <a:gd name="connsiteX1618" fmla="*/ 3187028 w 3304142"/>
              <a:gd name="connsiteY1618" fmla="*/ 130540 h 1919042"/>
              <a:gd name="connsiteX1619" fmla="*/ 3160755 w 3304142"/>
              <a:gd name="connsiteY1619" fmla="*/ 131000 h 1919042"/>
              <a:gd name="connsiteX1620" fmla="*/ 3131810 w 3304142"/>
              <a:gd name="connsiteY1620" fmla="*/ 138355 h 1919042"/>
              <a:gd name="connsiteX1621" fmla="*/ 3159865 w 3304142"/>
              <a:gd name="connsiteY1621" fmla="*/ 150305 h 1919042"/>
              <a:gd name="connsiteX1622" fmla="*/ 3159419 w 3304142"/>
              <a:gd name="connsiteY1622" fmla="*/ 169611 h 1919042"/>
              <a:gd name="connsiteX1623" fmla="*/ 3140716 w 3304142"/>
              <a:gd name="connsiteY1623" fmla="*/ 171909 h 1919042"/>
              <a:gd name="connsiteX1624" fmla="*/ 3158974 w 3304142"/>
              <a:gd name="connsiteY1624" fmla="*/ 191674 h 1919042"/>
              <a:gd name="connsiteX1625" fmla="*/ 3120233 w 3304142"/>
              <a:gd name="connsiteY1625" fmla="*/ 193513 h 1919042"/>
              <a:gd name="connsiteX1626" fmla="*/ 3138045 w 3304142"/>
              <a:gd name="connsiteY1626" fmla="*/ 202706 h 1919042"/>
              <a:gd name="connsiteX1627" fmla="*/ 3130920 w 3304142"/>
              <a:gd name="connsiteY1627" fmla="*/ 210979 h 1919042"/>
              <a:gd name="connsiteX1628" fmla="*/ 3105538 w 3304142"/>
              <a:gd name="connsiteY1628" fmla="*/ 214657 h 1919042"/>
              <a:gd name="connsiteX1629" fmla="*/ 3081046 w 3304142"/>
              <a:gd name="connsiteY1629" fmla="*/ 215116 h 1919042"/>
              <a:gd name="connsiteX1630" fmla="*/ 3099749 w 3304142"/>
              <a:gd name="connsiteY1630" fmla="*/ 230744 h 1919042"/>
              <a:gd name="connsiteX1631" fmla="*/ 3097522 w 3304142"/>
              <a:gd name="connsiteY1631" fmla="*/ 241776 h 1919042"/>
              <a:gd name="connsiteX1632" fmla="*/ 3065015 w 3304142"/>
              <a:gd name="connsiteY1632" fmla="*/ 231663 h 1919042"/>
              <a:gd name="connsiteX1633" fmla="*/ 3054328 w 3304142"/>
              <a:gd name="connsiteY1633" fmla="*/ 238099 h 1919042"/>
              <a:gd name="connsiteX1634" fmla="*/ 3076593 w 3304142"/>
              <a:gd name="connsiteY1634" fmla="*/ 244075 h 1919042"/>
              <a:gd name="connsiteX1635" fmla="*/ 3097077 w 3304142"/>
              <a:gd name="connsiteY1635" fmla="*/ 258783 h 1919042"/>
              <a:gd name="connsiteX1636" fmla="*/ 3099749 w 3304142"/>
              <a:gd name="connsiteY1636" fmla="*/ 278548 h 1919042"/>
              <a:gd name="connsiteX1637" fmla="*/ 3066797 w 3304142"/>
              <a:gd name="connsiteY1637" fmla="*/ 283145 h 1919042"/>
              <a:gd name="connsiteX1638" fmla="*/ 3054773 w 3304142"/>
              <a:gd name="connsiteY1638" fmla="*/ 273492 h 1919042"/>
              <a:gd name="connsiteX1639" fmla="*/ 3036070 w 3304142"/>
              <a:gd name="connsiteY1639" fmla="*/ 259702 h 1919042"/>
              <a:gd name="connsiteX1640" fmla="*/ 3038297 w 3304142"/>
              <a:gd name="connsiteY1640" fmla="*/ 276250 h 1919042"/>
              <a:gd name="connsiteX1641" fmla="*/ 3014251 w 3304142"/>
              <a:gd name="connsiteY1641" fmla="*/ 289120 h 1919042"/>
              <a:gd name="connsiteX1642" fmla="*/ 3061898 w 3304142"/>
              <a:gd name="connsiteY1642" fmla="*/ 290040 h 1919042"/>
              <a:gd name="connsiteX1643" fmla="*/ 3086390 w 3304142"/>
              <a:gd name="connsiteY1643" fmla="*/ 291418 h 1919042"/>
              <a:gd name="connsiteX1644" fmla="*/ 3033399 w 3304142"/>
              <a:gd name="connsiteY1644" fmla="*/ 313022 h 1919042"/>
              <a:gd name="connsiteX1645" fmla="*/ 2979072 w 3304142"/>
              <a:gd name="connsiteY1645" fmla="*/ 332787 h 1919042"/>
              <a:gd name="connsiteX1646" fmla="*/ 2922518 w 3304142"/>
              <a:gd name="connsiteY1646" fmla="*/ 341060 h 1919042"/>
              <a:gd name="connsiteX1647" fmla="*/ 2902035 w 3304142"/>
              <a:gd name="connsiteY1647" fmla="*/ 341520 h 1919042"/>
              <a:gd name="connsiteX1648" fmla="*/ 2880215 w 3304142"/>
              <a:gd name="connsiteY1648" fmla="*/ 351173 h 1919042"/>
              <a:gd name="connsiteX1649" fmla="*/ 2846817 w 3304142"/>
              <a:gd name="connsiteY1649" fmla="*/ 377832 h 1919042"/>
              <a:gd name="connsiteX1650" fmla="*/ 2801396 w 3304142"/>
              <a:gd name="connsiteY1650" fmla="*/ 395759 h 1919042"/>
              <a:gd name="connsiteX1651" fmla="*/ 2788037 w 3304142"/>
              <a:gd name="connsiteY1651" fmla="*/ 397138 h 1919042"/>
              <a:gd name="connsiteX1652" fmla="*/ 2760873 w 3304142"/>
              <a:gd name="connsiteY1652" fmla="*/ 403113 h 1919042"/>
              <a:gd name="connsiteX1653" fmla="*/ 2731484 w 3304142"/>
              <a:gd name="connsiteY1653" fmla="*/ 409549 h 1919042"/>
              <a:gd name="connsiteX1654" fmla="*/ 2710109 w 3304142"/>
              <a:gd name="connsiteY1654" fmla="*/ 425177 h 1919042"/>
              <a:gd name="connsiteX1655" fmla="*/ 2703875 w 3304142"/>
              <a:gd name="connsiteY1655" fmla="*/ 443563 h 1919042"/>
              <a:gd name="connsiteX1656" fmla="*/ 2688735 w 3304142"/>
              <a:gd name="connsiteY1656" fmla="*/ 461030 h 1919042"/>
              <a:gd name="connsiteX1657" fmla="*/ 2650439 w 3304142"/>
              <a:gd name="connsiteY1657" fmla="*/ 482173 h 1919042"/>
              <a:gd name="connsiteX1658" fmla="*/ 2651774 w 3304142"/>
              <a:gd name="connsiteY1658" fmla="*/ 502857 h 1919042"/>
              <a:gd name="connsiteX1659" fmla="*/ 2635744 w 3304142"/>
              <a:gd name="connsiteY1659" fmla="*/ 524921 h 1919042"/>
              <a:gd name="connsiteX1660" fmla="*/ 2617486 w 3304142"/>
              <a:gd name="connsiteY1660" fmla="*/ 551121 h 1919042"/>
              <a:gd name="connsiteX1661" fmla="*/ 2588542 w 3304142"/>
              <a:gd name="connsiteY1661" fmla="*/ 552960 h 1919042"/>
              <a:gd name="connsiteX1662" fmla="*/ 2566276 w 3304142"/>
              <a:gd name="connsiteY1662" fmla="*/ 530896 h 1919042"/>
              <a:gd name="connsiteX1663" fmla="*/ 2526199 w 3304142"/>
              <a:gd name="connsiteY1663" fmla="*/ 530436 h 1919042"/>
              <a:gd name="connsiteX1664" fmla="*/ 2511950 w 3304142"/>
              <a:gd name="connsiteY1664" fmla="*/ 515728 h 1919042"/>
              <a:gd name="connsiteX1665" fmla="*/ 2508387 w 3304142"/>
              <a:gd name="connsiteY1665" fmla="*/ 489988 h 1919042"/>
              <a:gd name="connsiteX1666" fmla="*/ 2487013 w 3304142"/>
              <a:gd name="connsiteY1666" fmla="*/ 456892 h 1919042"/>
              <a:gd name="connsiteX1667" fmla="*/ 2483896 w 3304142"/>
              <a:gd name="connsiteY1667" fmla="*/ 439885 h 1919042"/>
              <a:gd name="connsiteX1668" fmla="*/ 2490575 w 3304142"/>
              <a:gd name="connsiteY1668" fmla="*/ 416444 h 1919042"/>
              <a:gd name="connsiteX1669" fmla="*/ 2474099 w 3304142"/>
              <a:gd name="connsiteY1669" fmla="*/ 393001 h 1919042"/>
              <a:gd name="connsiteX1670" fmla="*/ 2488794 w 3304142"/>
              <a:gd name="connsiteY1670" fmla="*/ 374155 h 1919042"/>
              <a:gd name="connsiteX1671" fmla="*/ 2480333 w 3304142"/>
              <a:gd name="connsiteY1671" fmla="*/ 364962 h 1919042"/>
              <a:gd name="connsiteX1672" fmla="*/ 2511504 w 3304142"/>
              <a:gd name="connsiteY1672" fmla="*/ 335545 h 1919042"/>
              <a:gd name="connsiteX1673" fmla="*/ 2543566 w 3304142"/>
              <a:gd name="connsiteY1673" fmla="*/ 325892 h 1919042"/>
              <a:gd name="connsiteX1674" fmla="*/ 2555144 w 3304142"/>
              <a:gd name="connsiteY1674" fmla="*/ 315780 h 1919042"/>
              <a:gd name="connsiteX1675" fmla="*/ 2567613 w 3304142"/>
              <a:gd name="connsiteY1675" fmla="*/ 296474 h 1919042"/>
              <a:gd name="connsiteX1676" fmla="*/ 2543121 w 3304142"/>
              <a:gd name="connsiteY1676" fmla="*/ 305208 h 1919042"/>
              <a:gd name="connsiteX1677" fmla="*/ 2531543 w 3304142"/>
              <a:gd name="connsiteY1677" fmla="*/ 308885 h 1919042"/>
              <a:gd name="connsiteX1678" fmla="*/ 2513286 w 3304142"/>
              <a:gd name="connsiteY1678" fmla="*/ 312102 h 1919042"/>
              <a:gd name="connsiteX1679" fmla="*/ 2494583 w 3304142"/>
              <a:gd name="connsiteY1679" fmla="*/ 304288 h 1919042"/>
              <a:gd name="connsiteX1680" fmla="*/ 2501263 w 3304142"/>
              <a:gd name="connsiteY1680" fmla="*/ 287281 h 1919042"/>
              <a:gd name="connsiteX1681" fmla="*/ 2514622 w 3304142"/>
              <a:gd name="connsiteY1681" fmla="*/ 274411 h 1919042"/>
              <a:gd name="connsiteX1682" fmla="*/ 2531543 w 3304142"/>
              <a:gd name="connsiteY1682" fmla="*/ 273952 h 1919042"/>
              <a:gd name="connsiteX1683" fmla="*/ 2565386 w 3304142"/>
              <a:gd name="connsiteY1683" fmla="*/ 280847 h 1919042"/>
              <a:gd name="connsiteX1684" fmla="*/ 2541785 w 3304142"/>
              <a:gd name="connsiteY1684" fmla="*/ 265218 h 1919042"/>
              <a:gd name="connsiteX1685" fmla="*/ 2529762 w 3304142"/>
              <a:gd name="connsiteY1685" fmla="*/ 256944 h 1919042"/>
              <a:gd name="connsiteX1686" fmla="*/ 2510169 w 3304142"/>
              <a:gd name="connsiteY1686" fmla="*/ 260162 h 1919042"/>
              <a:gd name="connsiteX1687" fmla="*/ 2498591 w 3304142"/>
              <a:gd name="connsiteY1687" fmla="*/ 254187 h 1919042"/>
              <a:gd name="connsiteX1688" fmla="*/ 2529762 w 3304142"/>
              <a:gd name="connsiteY1688" fmla="*/ 232123 h 1919042"/>
              <a:gd name="connsiteX1689" fmla="*/ 2523973 w 3304142"/>
              <a:gd name="connsiteY1689" fmla="*/ 222930 h 1919042"/>
              <a:gd name="connsiteX1690" fmla="*/ 2519075 w 3304142"/>
              <a:gd name="connsiteY1690" fmla="*/ 206843 h 1919042"/>
              <a:gd name="connsiteX1691" fmla="*/ 2512840 w 3304142"/>
              <a:gd name="connsiteY1691" fmla="*/ 182022 h 1919042"/>
              <a:gd name="connsiteX1692" fmla="*/ 2496810 w 3304142"/>
              <a:gd name="connsiteY1692" fmla="*/ 173288 h 1919042"/>
              <a:gd name="connsiteX1693" fmla="*/ 2503044 w 3304142"/>
              <a:gd name="connsiteY1693" fmla="*/ 163636 h 1919042"/>
              <a:gd name="connsiteX1694" fmla="*/ 2466974 w 3304142"/>
              <a:gd name="connsiteY1694" fmla="*/ 150305 h 1919042"/>
              <a:gd name="connsiteX1695" fmla="*/ 2432686 w 3304142"/>
              <a:gd name="connsiteY1695" fmla="*/ 148467 h 1919042"/>
              <a:gd name="connsiteX1696" fmla="*/ 2387711 w 3304142"/>
              <a:gd name="connsiteY1696" fmla="*/ 149386 h 1919042"/>
              <a:gd name="connsiteX1697" fmla="*/ 2345407 w 3304142"/>
              <a:gd name="connsiteY1697" fmla="*/ 151225 h 1919042"/>
              <a:gd name="connsiteX1698" fmla="*/ 2331602 w 3304142"/>
              <a:gd name="connsiteY1698" fmla="*/ 143871 h 1919042"/>
              <a:gd name="connsiteX1699" fmla="*/ 2314681 w 3304142"/>
              <a:gd name="connsiteY1699" fmla="*/ 129621 h 1919042"/>
              <a:gd name="connsiteX1700" fmla="*/ 2363664 w 3304142"/>
              <a:gd name="connsiteY1700" fmla="*/ 122726 h 1919042"/>
              <a:gd name="connsiteX1701" fmla="*/ 2397507 w 3304142"/>
              <a:gd name="connsiteY1701" fmla="*/ 121807 h 1919042"/>
              <a:gd name="connsiteX1702" fmla="*/ 2332493 w 3304142"/>
              <a:gd name="connsiteY1702" fmla="*/ 115832 h 1919042"/>
              <a:gd name="connsiteX1703" fmla="*/ 2303548 w 3304142"/>
              <a:gd name="connsiteY1703" fmla="*/ 107099 h 1919042"/>
              <a:gd name="connsiteX1704" fmla="*/ 2313345 w 3304142"/>
              <a:gd name="connsiteY1704" fmla="*/ 98825 h 1919042"/>
              <a:gd name="connsiteX1705" fmla="*/ 2383258 w 3304142"/>
              <a:gd name="connsiteY1705" fmla="*/ 88713 h 1919042"/>
              <a:gd name="connsiteX1706" fmla="*/ 2450053 w 3304142"/>
              <a:gd name="connsiteY1706" fmla="*/ 78600 h 1919042"/>
              <a:gd name="connsiteX1707" fmla="*/ 2462521 w 3304142"/>
              <a:gd name="connsiteY1707" fmla="*/ 71246 h 1919042"/>
              <a:gd name="connsiteX1708" fmla="*/ 2426452 w 3304142"/>
              <a:gd name="connsiteY1708" fmla="*/ 63891 h 1919042"/>
              <a:gd name="connsiteX1709" fmla="*/ 2446935 w 3304142"/>
              <a:gd name="connsiteY1709" fmla="*/ 56077 h 1919042"/>
              <a:gd name="connsiteX1710" fmla="*/ 2512395 w 3304142"/>
              <a:gd name="connsiteY1710" fmla="*/ 42748 h 1919042"/>
              <a:gd name="connsiteX1711" fmla="*/ 2536441 w 3304142"/>
              <a:gd name="connsiteY1711" fmla="*/ 40908 h 1919042"/>
              <a:gd name="connsiteX1712" fmla="*/ 2537332 w 3304142"/>
              <a:gd name="connsiteY1712" fmla="*/ 32635 h 1919042"/>
              <a:gd name="connsiteX1713" fmla="*/ 2577409 w 3304142"/>
              <a:gd name="connsiteY1713" fmla="*/ 27579 h 1919042"/>
              <a:gd name="connsiteX1714" fmla="*/ 2626392 w 3304142"/>
              <a:gd name="connsiteY1714" fmla="*/ 24821 h 1919042"/>
              <a:gd name="connsiteX1715" fmla="*/ 2672704 w 3304142"/>
              <a:gd name="connsiteY1715" fmla="*/ 24821 h 1919042"/>
              <a:gd name="connsiteX1716" fmla="*/ 2685172 w 3304142"/>
              <a:gd name="connsiteY1716" fmla="*/ 30337 h 1919042"/>
              <a:gd name="connsiteX1717" fmla="*/ 2732374 w 3304142"/>
              <a:gd name="connsiteY1717" fmla="*/ 20224 h 1919042"/>
              <a:gd name="connsiteX1718" fmla="*/ 2763991 w 3304142"/>
              <a:gd name="connsiteY1718" fmla="*/ 27119 h 1919042"/>
              <a:gd name="connsiteX1719" fmla="*/ 2784475 w 3304142"/>
              <a:gd name="connsiteY1719" fmla="*/ 28498 h 1919042"/>
              <a:gd name="connsiteX1720" fmla="*/ 2812083 w 3304142"/>
              <a:gd name="connsiteY1720" fmla="*/ 34474 h 1919042"/>
              <a:gd name="connsiteX1721" fmla="*/ 2782248 w 3304142"/>
              <a:gd name="connsiteY1721" fmla="*/ 24821 h 1919042"/>
              <a:gd name="connsiteX1722" fmla="*/ 2789373 w 3304142"/>
              <a:gd name="connsiteY1722" fmla="*/ 17007 h 1919042"/>
              <a:gd name="connsiteX1723" fmla="*/ 2845926 w 3304142"/>
              <a:gd name="connsiteY1723" fmla="*/ 6895 h 1919042"/>
              <a:gd name="connsiteX1724" fmla="*/ 2897582 w 3304142"/>
              <a:gd name="connsiteY1724" fmla="*/ 7814 h 1919042"/>
              <a:gd name="connsiteX1725" fmla="*/ 2920292 w 3304142"/>
              <a:gd name="connsiteY1725" fmla="*/ 1379 h 1919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</a:cxnLst>
            <a:rect l="l" t="t" r="r" b="b"/>
            <a:pathLst>
              <a:path w="3304142" h="1919042">
                <a:moveTo>
                  <a:pt x="1186730" y="1851933"/>
                </a:moveTo>
                <a:lnTo>
                  <a:pt x="1186730" y="1851935"/>
                </a:lnTo>
                <a:lnTo>
                  <a:pt x="1189847" y="1857450"/>
                </a:lnTo>
                <a:lnTo>
                  <a:pt x="1189847" y="1857449"/>
                </a:lnTo>
                <a:close/>
                <a:moveTo>
                  <a:pt x="1287941" y="1837978"/>
                </a:moveTo>
                <a:lnTo>
                  <a:pt x="1275791" y="1849175"/>
                </a:lnTo>
                <a:lnTo>
                  <a:pt x="1262877" y="1857449"/>
                </a:lnTo>
                <a:lnTo>
                  <a:pt x="1260651" y="1862965"/>
                </a:lnTo>
                <a:lnTo>
                  <a:pt x="1260651" y="1862965"/>
                </a:lnTo>
                <a:lnTo>
                  <a:pt x="1262877" y="1857449"/>
                </a:lnTo>
                <a:lnTo>
                  <a:pt x="1275791" y="1849175"/>
                </a:lnTo>
                <a:close/>
                <a:moveTo>
                  <a:pt x="1213003" y="1793099"/>
                </a:moveTo>
                <a:lnTo>
                  <a:pt x="1221018" y="1802752"/>
                </a:lnTo>
                <a:lnTo>
                  <a:pt x="1229479" y="1809647"/>
                </a:lnTo>
                <a:lnTo>
                  <a:pt x="1231705" y="1816082"/>
                </a:lnTo>
                <a:lnTo>
                  <a:pt x="1235268" y="1817921"/>
                </a:lnTo>
                <a:lnTo>
                  <a:pt x="1233487" y="1828032"/>
                </a:lnTo>
                <a:lnTo>
                  <a:pt x="1233487" y="1828032"/>
                </a:lnTo>
                <a:lnTo>
                  <a:pt x="1235269" y="1817920"/>
                </a:lnTo>
                <a:lnTo>
                  <a:pt x="1231706" y="1816080"/>
                </a:lnTo>
                <a:lnTo>
                  <a:pt x="1229480" y="1809646"/>
                </a:lnTo>
                <a:lnTo>
                  <a:pt x="1221019" y="1802751"/>
                </a:lnTo>
                <a:lnTo>
                  <a:pt x="1213004" y="1793099"/>
                </a:lnTo>
                <a:close/>
                <a:moveTo>
                  <a:pt x="1226362" y="1776092"/>
                </a:moveTo>
                <a:lnTo>
                  <a:pt x="1224136" y="1792639"/>
                </a:lnTo>
                <a:lnTo>
                  <a:pt x="1224136" y="1792639"/>
                </a:lnTo>
                <a:lnTo>
                  <a:pt x="1226363" y="1776092"/>
                </a:lnTo>
                <a:close/>
                <a:moveTo>
                  <a:pt x="1273120" y="1771955"/>
                </a:moveTo>
                <a:lnTo>
                  <a:pt x="1273119" y="1771956"/>
                </a:lnTo>
                <a:lnTo>
                  <a:pt x="1272673" y="1776551"/>
                </a:lnTo>
                <a:lnTo>
                  <a:pt x="1272674" y="1776551"/>
                </a:lnTo>
                <a:lnTo>
                  <a:pt x="1269557" y="1799993"/>
                </a:lnTo>
                <a:lnTo>
                  <a:pt x="1263768" y="1833087"/>
                </a:lnTo>
                <a:lnTo>
                  <a:pt x="1269557" y="1799993"/>
                </a:lnTo>
                <a:lnTo>
                  <a:pt x="1272674" y="1776550"/>
                </a:lnTo>
                <a:close/>
                <a:moveTo>
                  <a:pt x="1291376" y="1756327"/>
                </a:moveTo>
                <a:lnTo>
                  <a:pt x="1282220" y="1771071"/>
                </a:lnTo>
                <a:lnTo>
                  <a:pt x="1291376" y="1756327"/>
                </a:lnTo>
                <a:close/>
                <a:moveTo>
                  <a:pt x="1823061" y="1755407"/>
                </a:moveTo>
                <a:lnTo>
                  <a:pt x="1825288" y="1755867"/>
                </a:lnTo>
                <a:lnTo>
                  <a:pt x="1827959" y="1756326"/>
                </a:lnTo>
                <a:lnTo>
                  <a:pt x="1830631" y="1756326"/>
                </a:lnTo>
                <a:lnTo>
                  <a:pt x="1831967" y="1756786"/>
                </a:lnTo>
                <a:lnTo>
                  <a:pt x="1834639" y="1756326"/>
                </a:lnTo>
                <a:lnTo>
                  <a:pt x="1835975" y="1756786"/>
                </a:lnTo>
                <a:lnTo>
                  <a:pt x="1837756" y="1756326"/>
                </a:lnTo>
                <a:lnTo>
                  <a:pt x="1838647" y="1756786"/>
                </a:lnTo>
                <a:lnTo>
                  <a:pt x="1840873" y="1756326"/>
                </a:lnTo>
                <a:lnTo>
                  <a:pt x="1842654" y="1756786"/>
                </a:lnTo>
                <a:lnTo>
                  <a:pt x="1843990" y="1756786"/>
                </a:lnTo>
                <a:lnTo>
                  <a:pt x="1847553" y="1757705"/>
                </a:lnTo>
                <a:lnTo>
                  <a:pt x="1847553" y="1756786"/>
                </a:lnTo>
                <a:lnTo>
                  <a:pt x="1850225" y="1757705"/>
                </a:lnTo>
                <a:lnTo>
                  <a:pt x="1850670" y="1757245"/>
                </a:lnTo>
                <a:lnTo>
                  <a:pt x="1854233" y="1757705"/>
                </a:lnTo>
                <a:lnTo>
                  <a:pt x="1855123" y="1758625"/>
                </a:lnTo>
                <a:lnTo>
                  <a:pt x="1856014" y="1758625"/>
                </a:lnTo>
                <a:lnTo>
                  <a:pt x="1858686" y="1760004"/>
                </a:lnTo>
                <a:lnTo>
                  <a:pt x="1859576" y="1759544"/>
                </a:lnTo>
                <a:lnTo>
                  <a:pt x="1859131" y="1762762"/>
                </a:lnTo>
                <a:lnTo>
                  <a:pt x="1860022" y="1764140"/>
                </a:lnTo>
                <a:lnTo>
                  <a:pt x="1856014" y="1765519"/>
                </a:lnTo>
                <a:lnTo>
                  <a:pt x="1854678" y="1767358"/>
                </a:lnTo>
                <a:lnTo>
                  <a:pt x="1853342" y="1770116"/>
                </a:lnTo>
                <a:lnTo>
                  <a:pt x="1852006" y="1771035"/>
                </a:lnTo>
                <a:lnTo>
                  <a:pt x="1850670" y="1771495"/>
                </a:lnTo>
                <a:lnTo>
                  <a:pt x="1848889" y="1771495"/>
                </a:lnTo>
                <a:lnTo>
                  <a:pt x="1846217" y="1771955"/>
                </a:lnTo>
                <a:lnTo>
                  <a:pt x="1844881" y="1772874"/>
                </a:lnTo>
                <a:lnTo>
                  <a:pt x="1841764" y="1772414"/>
                </a:lnTo>
                <a:lnTo>
                  <a:pt x="1840873" y="1771495"/>
                </a:lnTo>
                <a:lnTo>
                  <a:pt x="1838647" y="1772414"/>
                </a:lnTo>
                <a:lnTo>
                  <a:pt x="1837311" y="1771035"/>
                </a:lnTo>
                <a:lnTo>
                  <a:pt x="1834194" y="1771955"/>
                </a:lnTo>
                <a:lnTo>
                  <a:pt x="1830186" y="1771495"/>
                </a:lnTo>
                <a:lnTo>
                  <a:pt x="1828850" y="1771955"/>
                </a:lnTo>
                <a:lnTo>
                  <a:pt x="1826178" y="1772414"/>
                </a:lnTo>
                <a:lnTo>
                  <a:pt x="1825288" y="1772874"/>
                </a:lnTo>
                <a:lnTo>
                  <a:pt x="1824397" y="1771955"/>
                </a:lnTo>
                <a:lnTo>
                  <a:pt x="1822616" y="1771495"/>
                </a:lnTo>
                <a:lnTo>
                  <a:pt x="1821280" y="1772414"/>
                </a:lnTo>
                <a:lnTo>
                  <a:pt x="1818608" y="1771955"/>
                </a:lnTo>
                <a:lnTo>
                  <a:pt x="1819944" y="1768737"/>
                </a:lnTo>
                <a:lnTo>
                  <a:pt x="1819944" y="1766898"/>
                </a:lnTo>
                <a:lnTo>
                  <a:pt x="1820835" y="1765060"/>
                </a:lnTo>
                <a:lnTo>
                  <a:pt x="1819944" y="1762302"/>
                </a:lnTo>
                <a:lnTo>
                  <a:pt x="1819053" y="1761842"/>
                </a:lnTo>
                <a:lnTo>
                  <a:pt x="1818608" y="1760004"/>
                </a:lnTo>
                <a:lnTo>
                  <a:pt x="1820389" y="1759084"/>
                </a:lnTo>
                <a:lnTo>
                  <a:pt x="1821280" y="1758625"/>
                </a:lnTo>
                <a:lnTo>
                  <a:pt x="1821280" y="1756326"/>
                </a:lnTo>
                <a:close/>
                <a:moveTo>
                  <a:pt x="1557222" y="1755406"/>
                </a:moveTo>
                <a:lnTo>
                  <a:pt x="1563011" y="1756325"/>
                </a:lnTo>
                <a:lnTo>
                  <a:pt x="1579487" y="1759083"/>
                </a:lnTo>
                <a:lnTo>
                  <a:pt x="1591510" y="1765978"/>
                </a:lnTo>
                <a:lnTo>
                  <a:pt x="1595072" y="1774252"/>
                </a:lnTo>
                <a:lnTo>
                  <a:pt x="1577260" y="1774711"/>
                </a:lnTo>
                <a:lnTo>
                  <a:pt x="1569245" y="1779768"/>
                </a:lnTo>
                <a:lnTo>
                  <a:pt x="1555886" y="1774711"/>
                </a:lnTo>
                <a:lnTo>
                  <a:pt x="1542972" y="1764139"/>
                </a:lnTo>
                <a:lnTo>
                  <a:pt x="1546535" y="1757244"/>
                </a:lnTo>
                <a:close/>
                <a:moveTo>
                  <a:pt x="1711846" y="1739000"/>
                </a:moveTo>
                <a:lnTo>
                  <a:pt x="1709515" y="1747592"/>
                </a:lnTo>
                <a:lnTo>
                  <a:pt x="1703727" y="1751974"/>
                </a:lnTo>
                <a:lnTo>
                  <a:pt x="1709516" y="1747593"/>
                </a:lnTo>
                <a:close/>
                <a:moveTo>
                  <a:pt x="1676118" y="1714498"/>
                </a:moveTo>
                <a:lnTo>
                  <a:pt x="1691258" y="1715417"/>
                </a:lnTo>
                <a:lnTo>
                  <a:pt x="1712187" y="1720473"/>
                </a:lnTo>
                <a:lnTo>
                  <a:pt x="1712187" y="1720473"/>
                </a:lnTo>
                <a:lnTo>
                  <a:pt x="1715750" y="1715417"/>
                </a:lnTo>
                <a:lnTo>
                  <a:pt x="1734898" y="1715417"/>
                </a:lnTo>
                <a:lnTo>
                  <a:pt x="1749147" y="1722771"/>
                </a:lnTo>
                <a:lnTo>
                  <a:pt x="1755827" y="1722312"/>
                </a:lnTo>
                <a:lnTo>
                  <a:pt x="1758944" y="1732884"/>
                </a:lnTo>
                <a:lnTo>
                  <a:pt x="1772749" y="1731964"/>
                </a:lnTo>
                <a:lnTo>
                  <a:pt x="1770968" y="1740698"/>
                </a:lnTo>
                <a:lnTo>
                  <a:pt x="1782100" y="1742077"/>
                </a:lnTo>
                <a:lnTo>
                  <a:pt x="1793233" y="1752648"/>
                </a:lnTo>
                <a:lnTo>
                  <a:pt x="1782991" y="1764600"/>
                </a:lnTo>
                <a:lnTo>
                  <a:pt x="1771413" y="1758165"/>
                </a:lnTo>
                <a:lnTo>
                  <a:pt x="1759835" y="1759543"/>
                </a:lnTo>
                <a:lnTo>
                  <a:pt x="1751819" y="1758165"/>
                </a:lnTo>
                <a:lnTo>
                  <a:pt x="1746921" y="1763681"/>
                </a:lnTo>
                <a:lnTo>
                  <a:pt x="1737124" y="1765519"/>
                </a:lnTo>
                <a:lnTo>
                  <a:pt x="1734007" y="1758165"/>
                </a:lnTo>
                <a:lnTo>
                  <a:pt x="1725546" y="1762302"/>
                </a:lnTo>
                <a:lnTo>
                  <a:pt x="1713523" y="1782526"/>
                </a:lnTo>
                <a:lnTo>
                  <a:pt x="1707734" y="1777930"/>
                </a:lnTo>
                <a:lnTo>
                  <a:pt x="1707289" y="1769656"/>
                </a:lnTo>
                <a:lnTo>
                  <a:pt x="1708625" y="1761383"/>
                </a:lnTo>
                <a:lnTo>
                  <a:pt x="1702836" y="1752648"/>
                </a:lnTo>
                <a:lnTo>
                  <a:pt x="1702836" y="1752649"/>
                </a:lnTo>
                <a:lnTo>
                  <a:pt x="1708625" y="1761382"/>
                </a:lnTo>
                <a:lnTo>
                  <a:pt x="1707289" y="1769656"/>
                </a:lnTo>
                <a:lnTo>
                  <a:pt x="1691258" y="1764599"/>
                </a:lnTo>
                <a:lnTo>
                  <a:pt x="1679235" y="1766439"/>
                </a:lnTo>
                <a:lnTo>
                  <a:pt x="1664095" y="1764599"/>
                </a:lnTo>
                <a:lnTo>
                  <a:pt x="1652072" y="1770116"/>
                </a:lnTo>
                <a:lnTo>
                  <a:pt x="1639603" y="1760923"/>
                </a:lnTo>
                <a:lnTo>
                  <a:pt x="1642720" y="1751270"/>
                </a:lnTo>
                <a:lnTo>
                  <a:pt x="1665431" y="1755406"/>
                </a:lnTo>
                <a:lnTo>
                  <a:pt x="1683688" y="1757705"/>
                </a:lnTo>
                <a:lnTo>
                  <a:pt x="1693484" y="1751270"/>
                </a:lnTo>
                <a:lnTo>
                  <a:pt x="1683243" y="1738399"/>
                </a:lnTo>
                <a:lnTo>
                  <a:pt x="1685024" y="1726908"/>
                </a:lnTo>
                <a:lnTo>
                  <a:pt x="1669438" y="1722312"/>
                </a:lnTo>
                <a:close/>
                <a:moveTo>
                  <a:pt x="1462817" y="1617511"/>
                </a:moveTo>
                <a:lnTo>
                  <a:pt x="1483747" y="1619809"/>
                </a:lnTo>
                <a:lnTo>
                  <a:pt x="1503340" y="1620269"/>
                </a:lnTo>
                <a:lnTo>
                  <a:pt x="1525160" y="1630381"/>
                </a:lnTo>
                <a:lnTo>
                  <a:pt x="1533621" y="1640953"/>
                </a:lnTo>
                <a:lnTo>
                  <a:pt x="1556776" y="1637735"/>
                </a:lnTo>
                <a:lnTo>
                  <a:pt x="1564792" y="1644630"/>
                </a:lnTo>
                <a:lnTo>
                  <a:pt x="1583494" y="1663016"/>
                </a:lnTo>
                <a:lnTo>
                  <a:pt x="1597744" y="1676346"/>
                </a:lnTo>
                <a:lnTo>
                  <a:pt x="1605759" y="1675886"/>
                </a:lnTo>
                <a:lnTo>
                  <a:pt x="1620009" y="1681862"/>
                </a:lnTo>
                <a:lnTo>
                  <a:pt x="1617338" y="1690136"/>
                </a:lnTo>
                <a:lnTo>
                  <a:pt x="1635150" y="1691515"/>
                </a:lnTo>
                <a:lnTo>
                  <a:pt x="1652516" y="1703465"/>
                </a:lnTo>
                <a:lnTo>
                  <a:pt x="1648954" y="1710360"/>
                </a:lnTo>
                <a:lnTo>
                  <a:pt x="1632032" y="1714038"/>
                </a:lnTo>
                <a:lnTo>
                  <a:pt x="1615111" y="1715417"/>
                </a:lnTo>
                <a:lnTo>
                  <a:pt x="1598634" y="1713118"/>
                </a:lnTo>
                <a:lnTo>
                  <a:pt x="1562565" y="1715876"/>
                </a:lnTo>
                <a:lnTo>
                  <a:pt x="1581268" y="1699788"/>
                </a:lnTo>
                <a:lnTo>
                  <a:pt x="1571916" y="1691974"/>
                </a:lnTo>
                <a:lnTo>
                  <a:pt x="1555886" y="1690136"/>
                </a:lnTo>
                <a:lnTo>
                  <a:pt x="1548316" y="1681402"/>
                </a:lnTo>
                <a:lnTo>
                  <a:pt x="1544753" y="1664855"/>
                </a:lnTo>
                <a:lnTo>
                  <a:pt x="1530504" y="1665774"/>
                </a:lnTo>
                <a:lnTo>
                  <a:pt x="1508239" y="1657960"/>
                </a:lnTo>
                <a:lnTo>
                  <a:pt x="1501559" y="1651525"/>
                </a:lnTo>
                <a:lnTo>
                  <a:pt x="1469942" y="1646928"/>
                </a:lnTo>
                <a:lnTo>
                  <a:pt x="1461927" y="1641413"/>
                </a:lnTo>
                <a:lnTo>
                  <a:pt x="1472169" y="1634059"/>
                </a:lnTo>
                <a:lnTo>
                  <a:pt x="1448123" y="1632680"/>
                </a:lnTo>
                <a:lnTo>
                  <a:pt x="1428529" y="1647848"/>
                </a:lnTo>
                <a:lnTo>
                  <a:pt x="1418287" y="1648307"/>
                </a:lnTo>
                <a:lnTo>
                  <a:pt x="1413834" y="1655662"/>
                </a:lnTo>
                <a:lnTo>
                  <a:pt x="1401366" y="1658879"/>
                </a:lnTo>
                <a:lnTo>
                  <a:pt x="1391124" y="1655662"/>
                </a:lnTo>
                <a:lnTo>
                  <a:pt x="1405374" y="1646928"/>
                </a:lnTo>
                <a:lnTo>
                  <a:pt x="1412053" y="1635897"/>
                </a:lnTo>
                <a:lnTo>
                  <a:pt x="1424076" y="1629462"/>
                </a:lnTo>
                <a:lnTo>
                  <a:pt x="1437435" y="1623946"/>
                </a:lnTo>
                <a:lnTo>
                  <a:pt x="1456583" y="1621188"/>
                </a:lnTo>
                <a:close/>
                <a:moveTo>
                  <a:pt x="733441" y="1340811"/>
                </a:moveTo>
                <a:lnTo>
                  <a:pt x="732522" y="1342181"/>
                </a:lnTo>
                <a:lnTo>
                  <a:pt x="763693" y="1356430"/>
                </a:lnTo>
                <a:lnTo>
                  <a:pt x="812231" y="1377115"/>
                </a:lnTo>
                <a:lnTo>
                  <a:pt x="860323" y="1377115"/>
                </a:lnTo>
                <a:lnTo>
                  <a:pt x="879471" y="1377115"/>
                </a:lnTo>
                <a:lnTo>
                  <a:pt x="879472" y="1377113"/>
                </a:lnTo>
                <a:lnTo>
                  <a:pt x="860324" y="1377113"/>
                </a:lnTo>
                <a:lnTo>
                  <a:pt x="812231" y="1377113"/>
                </a:lnTo>
                <a:lnTo>
                  <a:pt x="763694" y="1356429"/>
                </a:lnTo>
                <a:lnTo>
                  <a:pt x="732523" y="1342180"/>
                </a:lnTo>
                <a:close/>
                <a:moveTo>
                  <a:pt x="1750929" y="999281"/>
                </a:moveTo>
                <a:lnTo>
                  <a:pt x="1742023" y="1003417"/>
                </a:lnTo>
                <a:lnTo>
                  <a:pt x="1733562" y="1009393"/>
                </a:lnTo>
                <a:lnTo>
                  <a:pt x="1725547" y="1004337"/>
                </a:lnTo>
                <a:lnTo>
                  <a:pt x="1704617" y="1008014"/>
                </a:lnTo>
                <a:lnTo>
                  <a:pt x="1687251" y="1012151"/>
                </a:lnTo>
                <a:lnTo>
                  <a:pt x="1678790" y="1015828"/>
                </a:lnTo>
                <a:lnTo>
                  <a:pt x="1668548" y="1025481"/>
                </a:lnTo>
                <a:lnTo>
                  <a:pt x="1676563" y="1028698"/>
                </a:lnTo>
                <a:lnTo>
                  <a:pt x="1684133" y="1026860"/>
                </a:lnTo>
                <a:lnTo>
                  <a:pt x="1685469" y="1026860"/>
                </a:lnTo>
                <a:lnTo>
                  <a:pt x="1685469" y="1026859"/>
                </a:lnTo>
                <a:lnTo>
                  <a:pt x="1697492" y="1023182"/>
                </a:lnTo>
                <a:lnTo>
                  <a:pt x="1714859" y="1024561"/>
                </a:lnTo>
                <a:lnTo>
                  <a:pt x="1732671" y="1026859"/>
                </a:lnTo>
                <a:lnTo>
                  <a:pt x="1753155" y="1017207"/>
                </a:lnTo>
                <a:lnTo>
                  <a:pt x="1755827" y="1005715"/>
                </a:lnTo>
                <a:lnTo>
                  <a:pt x="1754936" y="1001579"/>
                </a:lnTo>
                <a:lnTo>
                  <a:pt x="1754937" y="1001578"/>
                </a:lnTo>
                <a:lnTo>
                  <a:pt x="1754937" y="1001119"/>
                </a:lnTo>
                <a:close/>
                <a:moveTo>
                  <a:pt x="1605315" y="931252"/>
                </a:moveTo>
                <a:lnTo>
                  <a:pt x="1599081" y="935390"/>
                </a:lnTo>
                <a:lnTo>
                  <a:pt x="1599081" y="935390"/>
                </a:lnTo>
                <a:lnTo>
                  <a:pt x="1605760" y="946881"/>
                </a:lnTo>
                <a:lnTo>
                  <a:pt x="1584830" y="949638"/>
                </a:lnTo>
                <a:lnTo>
                  <a:pt x="1584386" y="949638"/>
                </a:lnTo>
                <a:lnTo>
                  <a:pt x="1567910" y="946421"/>
                </a:lnTo>
                <a:lnTo>
                  <a:pt x="1547871" y="951936"/>
                </a:lnTo>
                <a:lnTo>
                  <a:pt x="1531394" y="954694"/>
                </a:lnTo>
                <a:lnTo>
                  <a:pt x="1510465" y="973540"/>
                </a:lnTo>
                <a:lnTo>
                  <a:pt x="1497106" y="984112"/>
                </a:lnTo>
                <a:lnTo>
                  <a:pt x="1498888" y="987329"/>
                </a:lnTo>
                <a:lnTo>
                  <a:pt x="1523379" y="968484"/>
                </a:lnTo>
                <a:lnTo>
                  <a:pt x="1526496" y="968484"/>
                </a:lnTo>
                <a:lnTo>
                  <a:pt x="1505567" y="991007"/>
                </a:lnTo>
                <a:lnTo>
                  <a:pt x="1492653" y="1011232"/>
                </a:lnTo>
                <a:lnTo>
                  <a:pt x="1481521" y="1027779"/>
                </a:lnTo>
                <a:lnTo>
                  <a:pt x="1478849" y="1042028"/>
                </a:lnTo>
                <a:lnTo>
                  <a:pt x="1475287" y="1048923"/>
                </a:lnTo>
                <a:lnTo>
                  <a:pt x="1472614" y="1056737"/>
                </a:lnTo>
                <a:lnTo>
                  <a:pt x="1473060" y="1071905"/>
                </a:lnTo>
                <a:lnTo>
                  <a:pt x="1474396" y="1074204"/>
                </a:lnTo>
                <a:lnTo>
                  <a:pt x="1482411" y="1073744"/>
                </a:lnTo>
                <a:lnTo>
                  <a:pt x="1489536" y="1070526"/>
                </a:lnTo>
                <a:lnTo>
                  <a:pt x="1495770" y="1066849"/>
                </a:lnTo>
                <a:lnTo>
                  <a:pt x="1510465" y="1052600"/>
                </a:lnTo>
                <a:lnTo>
                  <a:pt x="1518481" y="1033294"/>
                </a:lnTo>
                <a:lnTo>
                  <a:pt x="1518035" y="1015368"/>
                </a:lnTo>
                <a:lnTo>
                  <a:pt x="1524270" y="1002958"/>
                </a:lnTo>
                <a:lnTo>
                  <a:pt x="1535847" y="988708"/>
                </a:lnTo>
                <a:lnTo>
                  <a:pt x="1545199" y="978596"/>
                </a:lnTo>
                <a:lnTo>
                  <a:pt x="1557222" y="971701"/>
                </a:lnTo>
                <a:lnTo>
                  <a:pt x="1555441" y="981354"/>
                </a:lnTo>
                <a:lnTo>
                  <a:pt x="1565237" y="967105"/>
                </a:lnTo>
                <a:lnTo>
                  <a:pt x="1571027" y="964347"/>
                </a:lnTo>
                <a:lnTo>
                  <a:pt x="1578597" y="953315"/>
                </a:lnTo>
                <a:lnTo>
                  <a:pt x="1595518" y="959291"/>
                </a:lnTo>
                <a:lnTo>
                  <a:pt x="1607987" y="970322"/>
                </a:lnTo>
                <a:lnTo>
                  <a:pt x="1604424" y="983653"/>
                </a:lnTo>
                <a:lnTo>
                  <a:pt x="1597299" y="996982"/>
                </a:lnTo>
                <a:lnTo>
                  <a:pt x="1580377" y="1008473"/>
                </a:lnTo>
                <a:lnTo>
                  <a:pt x="1578597" y="1015828"/>
                </a:lnTo>
                <a:lnTo>
                  <a:pt x="1583050" y="1015828"/>
                </a:lnTo>
                <a:lnTo>
                  <a:pt x="1602198" y="1003417"/>
                </a:lnTo>
                <a:lnTo>
                  <a:pt x="1609322" y="1006175"/>
                </a:lnTo>
                <a:lnTo>
                  <a:pt x="1607096" y="1023182"/>
                </a:lnTo>
                <a:lnTo>
                  <a:pt x="1603979" y="1035133"/>
                </a:lnTo>
                <a:lnTo>
                  <a:pt x="1587503" y="1051221"/>
                </a:lnTo>
                <a:lnTo>
                  <a:pt x="1578597" y="1061333"/>
                </a:lnTo>
                <a:lnTo>
                  <a:pt x="1566573" y="1072365"/>
                </a:lnTo>
                <a:lnTo>
                  <a:pt x="1578597" y="1078340"/>
                </a:lnTo>
                <a:lnTo>
                  <a:pt x="1589729" y="1080179"/>
                </a:lnTo>
                <a:lnTo>
                  <a:pt x="1607541" y="1076042"/>
                </a:lnTo>
                <a:lnTo>
                  <a:pt x="1624017" y="1068228"/>
                </a:lnTo>
                <a:lnTo>
                  <a:pt x="1637376" y="1064092"/>
                </a:lnTo>
                <a:lnTo>
                  <a:pt x="1657860" y="1055818"/>
                </a:lnTo>
                <a:lnTo>
                  <a:pt x="1683688" y="1038351"/>
                </a:lnTo>
                <a:lnTo>
                  <a:pt x="1684133" y="1035593"/>
                </a:lnTo>
                <a:lnTo>
                  <a:pt x="1662759" y="1038811"/>
                </a:lnTo>
                <a:lnTo>
                  <a:pt x="1650291" y="1042488"/>
                </a:lnTo>
                <a:lnTo>
                  <a:pt x="1642721" y="1047084"/>
                </a:lnTo>
                <a:lnTo>
                  <a:pt x="1631143" y="1044327"/>
                </a:lnTo>
                <a:lnTo>
                  <a:pt x="1624017" y="1045706"/>
                </a:lnTo>
                <a:lnTo>
                  <a:pt x="1611104" y="1053979"/>
                </a:lnTo>
                <a:lnTo>
                  <a:pt x="1590620" y="1063172"/>
                </a:lnTo>
                <a:lnTo>
                  <a:pt x="1578597" y="1061334"/>
                </a:lnTo>
                <a:lnTo>
                  <a:pt x="1587503" y="1051221"/>
                </a:lnTo>
                <a:lnTo>
                  <a:pt x="1603979" y="1035134"/>
                </a:lnTo>
                <a:lnTo>
                  <a:pt x="1622237" y="1025481"/>
                </a:lnTo>
                <a:lnTo>
                  <a:pt x="1627135" y="1017207"/>
                </a:lnTo>
                <a:lnTo>
                  <a:pt x="1631143" y="1003417"/>
                </a:lnTo>
                <a:lnTo>
                  <a:pt x="1648064" y="987329"/>
                </a:lnTo>
                <a:lnTo>
                  <a:pt x="1652072" y="968943"/>
                </a:lnTo>
                <a:lnTo>
                  <a:pt x="1656970" y="986870"/>
                </a:lnTo>
                <a:lnTo>
                  <a:pt x="1673892" y="991007"/>
                </a:lnTo>
                <a:lnTo>
                  <a:pt x="1684579" y="981355"/>
                </a:lnTo>
                <a:lnTo>
                  <a:pt x="1678345" y="959291"/>
                </a:lnTo>
                <a:lnTo>
                  <a:pt x="1674337" y="950098"/>
                </a:lnTo>
                <a:lnTo>
                  <a:pt x="1656525" y="944583"/>
                </a:lnTo>
                <a:lnTo>
                  <a:pt x="1639603" y="941364"/>
                </a:lnTo>
                <a:lnTo>
                  <a:pt x="1622237" y="941364"/>
                </a:lnTo>
                <a:lnTo>
                  <a:pt x="1607097" y="937688"/>
                </a:lnTo>
                <a:close/>
                <a:moveTo>
                  <a:pt x="2060859" y="917463"/>
                </a:moveTo>
                <a:lnTo>
                  <a:pt x="2064421" y="931252"/>
                </a:lnTo>
                <a:lnTo>
                  <a:pt x="2079561" y="935389"/>
                </a:lnTo>
                <a:lnTo>
                  <a:pt x="2100491" y="934470"/>
                </a:lnTo>
                <a:lnTo>
                  <a:pt x="2085796" y="946421"/>
                </a:lnTo>
                <a:lnTo>
                  <a:pt x="2076890" y="948259"/>
                </a:lnTo>
                <a:lnTo>
                  <a:pt x="2052398" y="935849"/>
                </a:lnTo>
                <a:lnTo>
                  <a:pt x="2049726" y="926196"/>
                </a:lnTo>
                <a:close/>
                <a:moveTo>
                  <a:pt x="1948198" y="905512"/>
                </a:moveTo>
                <a:lnTo>
                  <a:pt x="1953096" y="912866"/>
                </a:lnTo>
                <a:lnTo>
                  <a:pt x="1953096" y="912866"/>
                </a:lnTo>
                <a:close/>
                <a:moveTo>
                  <a:pt x="1450171" y="881391"/>
                </a:moveTo>
                <a:lnTo>
                  <a:pt x="1457919" y="885287"/>
                </a:lnTo>
                <a:lnTo>
                  <a:pt x="1457920" y="885287"/>
                </a:lnTo>
                <a:close/>
                <a:moveTo>
                  <a:pt x="1544754" y="862765"/>
                </a:moveTo>
                <a:lnTo>
                  <a:pt x="1538075" y="866442"/>
                </a:lnTo>
                <a:lnTo>
                  <a:pt x="1530059" y="873337"/>
                </a:lnTo>
                <a:lnTo>
                  <a:pt x="1515364" y="877933"/>
                </a:lnTo>
                <a:lnTo>
                  <a:pt x="1501559" y="889424"/>
                </a:lnTo>
                <a:lnTo>
                  <a:pt x="1501559" y="889424"/>
                </a:lnTo>
                <a:lnTo>
                  <a:pt x="1474396" y="898617"/>
                </a:lnTo>
                <a:lnTo>
                  <a:pt x="1453466" y="910108"/>
                </a:lnTo>
                <a:lnTo>
                  <a:pt x="1432983" y="922519"/>
                </a:lnTo>
                <a:lnTo>
                  <a:pt x="1430756" y="926655"/>
                </a:lnTo>
                <a:lnTo>
                  <a:pt x="1456138" y="920680"/>
                </a:lnTo>
                <a:lnTo>
                  <a:pt x="1465490" y="930333"/>
                </a:lnTo>
                <a:lnTo>
                  <a:pt x="1485974" y="923438"/>
                </a:lnTo>
                <a:lnTo>
                  <a:pt x="1507794" y="913785"/>
                </a:lnTo>
                <a:lnTo>
                  <a:pt x="1531840" y="904133"/>
                </a:lnTo>
                <a:lnTo>
                  <a:pt x="1518035" y="919301"/>
                </a:lnTo>
                <a:lnTo>
                  <a:pt x="1529168" y="922978"/>
                </a:lnTo>
                <a:lnTo>
                  <a:pt x="1540300" y="934010"/>
                </a:lnTo>
                <a:lnTo>
                  <a:pt x="1563011" y="927575"/>
                </a:lnTo>
                <a:lnTo>
                  <a:pt x="1585722" y="925276"/>
                </a:lnTo>
                <a:lnTo>
                  <a:pt x="1587057" y="933550"/>
                </a:lnTo>
                <a:lnTo>
                  <a:pt x="1593736" y="934469"/>
                </a:lnTo>
                <a:lnTo>
                  <a:pt x="1593737" y="934470"/>
                </a:lnTo>
                <a:lnTo>
                  <a:pt x="1602198" y="924817"/>
                </a:lnTo>
                <a:lnTo>
                  <a:pt x="1594182" y="921140"/>
                </a:lnTo>
                <a:lnTo>
                  <a:pt x="1602644" y="910109"/>
                </a:lnTo>
                <a:lnTo>
                  <a:pt x="1597299" y="901835"/>
                </a:lnTo>
                <a:lnTo>
                  <a:pt x="1604870" y="893561"/>
                </a:lnTo>
                <a:lnTo>
                  <a:pt x="1581714" y="889424"/>
                </a:lnTo>
                <a:lnTo>
                  <a:pt x="1581269" y="872877"/>
                </a:lnTo>
                <a:lnTo>
                  <a:pt x="1577706" y="869199"/>
                </a:lnTo>
                <a:lnTo>
                  <a:pt x="1563011" y="868280"/>
                </a:lnTo>
                <a:close/>
                <a:moveTo>
                  <a:pt x="1404929" y="849894"/>
                </a:moveTo>
                <a:lnTo>
                  <a:pt x="1400921" y="865522"/>
                </a:lnTo>
                <a:lnTo>
                  <a:pt x="1400922" y="865522"/>
                </a:lnTo>
                <a:lnTo>
                  <a:pt x="1404929" y="849894"/>
                </a:lnTo>
                <a:close/>
                <a:moveTo>
                  <a:pt x="2084905" y="833346"/>
                </a:moveTo>
                <a:lnTo>
                  <a:pt x="2111178" y="840701"/>
                </a:lnTo>
                <a:lnTo>
                  <a:pt x="2129880" y="852651"/>
                </a:lnTo>
                <a:lnTo>
                  <a:pt x="2128544" y="857708"/>
                </a:lnTo>
                <a:lnTo>
                  <a:pt x="2117857" y="858167"/>
                </a:lnTo>
                <a:lnTo>
                  <a:pt x="2092030" y="849434"/>
                </a:lnTo>
                <a:lnTo>
                  <a:pt x="2076444" y="835644"/>
                </a:lnTo>
                <a:close/>
                <a:moveTo>
                  <a:pt x="694227" y="810364"/>
                </a:moveTo>
                <a:lnTo>
                  <a:pt x="712484" y="816340"/>
                </a:lnTo>
                <a:lnTo>
                  <a:pt x="723171" y="820936"/>
                </a:lnTo>
                <a:lnTo>
                  <a:pt x="741428" y="823694"/>
                </a:lnTo>
                <a:lnTo>
                  <a:pt x="742319" y="833806"/>
                </a:lnTo>
                <a:lnTo>
                  <a:pt x="744100" y="847136"/>
                </a:lnTo>
                <a:lnTo>
                  <a:pt x="758350" y="859087"/>
                </a:lnTo>
                <a:lnTo>
                  <a:pt x="757460" y="874715"/>
                </a:lnTo>
                <a:lnTo>
                  <a:pt x="743655" y="878852"/>
                </a:lnTo>
                <a:lnTo>
                  <a:pt x="715601" y="865982"/>
                </a:lnTo>
                <a:lnTo>
                  <a:pt x="715601" y="855869"/>
                </a:lnTo>
                <a:lnTo>
                  <a:pt x="702687" y="845757"/>
                </a:lnTo>
                <a:lnTo>
                  <a:pt x="704023" y="837483"/>
                </a:lnTo>
                <a:lnTo>
                  <a:pt x="684875" y="832427"/>
                </a:lnTo>
                <a:lnTo>
                  <a:pt x="687547" y="816799"/>
                </a:lnTo>
                <a:close/>
                <a:moveTo>
                  <a:pt x="2281729" y="786003"/>
                </a:moveTo>
                <a:lnTo>
                  <a:pt x="2291080" y="786922"/>
                </a:lnTo>
                <a:lnTo>
                  <a:pt x="2284400" y="794736"/>
                </a:lnTo>
                <a:lnTo>
                  <a:pt x="2267478" y="812663"/>
                </a:lnTo>
                <a:lnTo>
                  <a:pt x="2245213" y="837484"/>
                </a:lnTo>
                <a:lnTo>
                  <a:pt x="2262581" y="827831"/>
                </a:lnTo>
                <a:lnTo>
                  <a:pt x="2275494" y="834266"/>
                </a:lnTo>
                <a:lnTo>
                  <a:pt x="2264807" y="843919"/>
                </a:lnTo>
                <a:lnTo>
                  <a:pt x="2281729" y="851733"/>
                </a:lnTo>
                <a:lnTo>
                  <a:pt x="2294197" y="844838"/>
                </a:lnTo>
                <a:lnTo>
                  <a:pt x="2313345" y="853571"/>
                </a:lnTo>
                <a:lnTo>
                  <a:pt x="2300876" y="874716"/>
                </a:lnTo>
                <a:lnTo>
                  <a:pt x="2317798" y="869659"/>
                </a:lnTo>
                <a:lnTo>
                  <a:pt x="2316462" y="884828"/>
                </a:lnTo>
                <a:lnTo>
                  <a:pt x="2318688" y="902754"/>
                </a:lnTo>
                <a:lnTo>
                  <a:pt x="2302658" y="928495"/>
                </a:lnTo>
                <a:lnTo>
                  <a:pt x="2291970" y="929414"/>
                </a:lnTo>
                <a:lnTo>
                  <a:pt x="2279057" y="923898"/>
                </a:lnTo>
                <a:lnTo>
                  <a:pt x="2290189" y="900456"/>
                </a:lnTo>
                <a:lnTo>
                  <a:pt x="2284846" y="896779"/>
                </a:lnTo>
                <a:lnTo>
                  <a:pt x="2252338" y="921600"/>
                </a:lnTo>
                <a:lnTo>
                  <a:pt x="2238979" y="920681"/>
                </a:lnTo>
                <a:lnTo>
                  <a:pt x="2258572" y="906891"/>
                </a:lnTo>
                <a:lnTo>
                  <a:pt x="2238979" y="899997"/>
                </a:lnTo>
                <a:lnTo>
                  <a:pt x="2214488" y="901835"/>
                </a:lnTo>
                <a:lnTo>
                  <a:pt x="2171739" y="900916"/>
                </a:lnTo>
                <a:lnTo>
                  <a:pt x="2170848" y="892642"/>
                </a:lnTo>
                <a:lnTo>
                  <a:pt x="2187770" y="882070"/>
                </a:lnTo>
                <a:lnTo>
                  <a:pt x="2180200" y="874716"/>
                </a:lnTo>
                <a:lnTo>
                  <a:pt x="2204246" y="857249"/>
                </a:lnTo>
                <a:lnTo>
                  <a:pt x="2240760" y="811744"/>
                </a:lnTo>
                <a:lnTo>
                  <a:pt x="2259464" y="795656"/>
                </a:lnTo>
                <a:close/>
                <a:moveTo>
                  <a:pt x="664391" y="714297"/>
                </a:moveTo>
                <a:lnTo>
                  <a:pt x="671071" y="717974"/>
                </a:lnTo>
                <a:lnTo>
                  <a:pt x="693336" y="715676"/>
                </a:lnTo>
                <a:lnTo>
                  <a:pt x="661273" y="747391"/>
                </a:lnTo>
                <a:lnTo>
                  <a:pt x="662609" y="770374"/>
                </a:lnTo>
                <a:lnTo>
                  <a:pt x="654149" y="770374"/>
                </a:lnTo>
                <a:lnTo>
                  <a:pt x="651032" y="757504"/>
                </a:lnTo>
                <a:lnTo>
                  <a:pt x="653258" y="744174"/>
                </a:lnTo>
                <a:lnTo>
                  <a:pt x="649696" y="735441"/>
                </a:lnTo>
                <a:lnTo>
                  <a:pt x="655485" y="723030"/>
                </a:lnTo>
                <a:close/>
                <a:moveTo>
                  <a:pt x="343329" y="609037"/>
                </a:moveTo>
                <a:lnTo>
                  <a:pt x="354907" y="610875"/>
                </a:lnTo>
                <a:lnTo>
                  <a:pt x="354907" y="619609"/>
                </a:lnTo>
                <a:lnTo>
                  <a:pt x="323736" y="632479"/>
                </a:lnTo>
                <a:lnTo>
                  <a:pt x="292564" y="643051"/>
                </a:lnTo>
                <a:lnTo>
                  <a:pt x="289002" y="635697"/>
                </a:lnTo>
                <a:lnTo>
                  <a:pt x="299244" y="622826"/>
                </a:lnTo>
                <a:lnTo>
                  <a:pt x="327743" y="613173"/>
                </a:lnTo>
                <a:close/>
                <a:moveTo>
                  <a:pt x="675523" y="546525"/>
                </a:moveTo>
                <a:lnTo>
                  <a:pt x="687991" y="553879"/>
                </a:lnTo>
                <a:lnTo>
                  <a:pt x="690218" y="565830"/>
                </a:lnTo>
                <a:lnTo>
                  <a:pt x="691554" y="583297"/>
                </a:lnTo>
                <a:lnTo>
                  <a:pt x="691555" y="583297"/>
                </a:lnTo>
                <a:lnTo>
                  <a:pt x="690219" y="565830"/>
                </a:lnTo>
                <a:lnTo>
                  <a:pt x="687992" y="553880"/>
                </a:lnTo>
                <a:close/>
                <a:moveTo>
                  <a:pt x="146950" y="543307"/>
                </a:moveTo>
                <a:lnTo>
                  <a:pt x="160309" y="546065"/>
                </a:lnTo>
                <a:lnTo>
                  <a:pt x="150067" y="556177"/>
                </a:lnTo>
                <a:lnTo>
                  <a:pt x="132700" y="560314"/>
                </a:lnTo>
                <a:lnTo>
                  <a:pt x="125131" y="555258"/>
                </a:lnTo>
                <a:lnTo>
                  <a:pt x="121568" y="547903"/>
                </a:lnTo>
                <a:close/>
                <a:moveTo>
                  <a:pt x="1916581" y="489987"/>
                </a:moveTo>
                <a:lnTo>
                  <a:pt x="1924151" y="490447"/>
                </a:lnTo>
                <a:lnTo>
                  <a:pt x="1926378" y="495962"/>
                </a:lnTo>
                <a:lnTo>
                  <a:pt x="1910347" y="509752"/>
                </a:lnTo>
                <a:lnTo>
                  <a:pt x="1902776" y="507453"/>
                </a:lnTo>
                <a:lnTo>
                  <a:pt x="1902331" y="499640"/>
                </a:lnTo>
                <a:lnTo>
                  <a:pt x="1904113" y="497801"/>
                </a:lnTo>
                <a:close/>
                <a:moveTo>
                  <a:pt x="1860028" y="475739"/>
                </a:moveTo>
                <a:lnTo>
                  <a:pt x="1886746" y="476199"/>
                </a:lnTo>
                <a:lnTo>
                  <a:pt x="1883184" y="481254"/>
                </a:lnTo>
                <a:lnTo>
                  <a:pt x="1851122" y="495963"/>
                </a:lnTo>
                <a:lnTo>
                  <a:pt x="1837763" y="495044"/>
                </a:lnTo>
                <a:lnTo>
                  <a:pt x="1837763" y="488149"/>
                </a:lnTo>
                <a:close/>
                <a:moveTo>
                  <a:pt x="155411" y="453215"/>
                </a:moveTo>
                <a:lnTo>
                  <a:pt x="160754" y="457811"/>
                </a:lnTo>
                <a:lnTo>
                  <a:pt x="176340" y="455513"/>
                </a:lnTo>
                <a:lnTo>
                  <a:pt x="183464" y="462408"/>
                </a:lnTo>
                <a:lnTo>
                  <a:pt x="198159" y="465625"/>
                </a:lnTo>
                <a:lnTo>
                  <a:pt x="192816" y="468842"/>
                </a:lnTo>
                <a:lnTo>
                  <a:pt x="170996" y="474359"/>
                </a:lnTo>
                <a:lnTo>
                  <a:pt x="163425" y="468383"/>
                </a:lnTo>
                <a:lnTo>
                  <a:pt x="162090" y="463787"/>
                </a:lnTo>
                <a:lnTo>
                  <a:pt x="142942" y="465166"/>
                </a:lnTo>
                <a:lnTo>
                  <a:pt x="141606" y="462868"/>
                </a:lnTo>
                <a:close/>
                <a:moveTo>
                  <a:pt x="1856911" y="402194"/>
                </a:moveTo>
                <a:lnTo>
                  <a:pt x="1869379" y="404032"/>
                </a:lnTo>
                <a:lnTo>
                  <a:pt x="1865372" y="415523"/>
                </a:lnTo>
                <a:lnTo>
                  <a:pt x="1877395" y="411387"/>
                </a:lnTo>
                <a:lnTo>
                  <a:pt x="1884074" y="418282"/>
                </a:lnTo>
                <a:lnTo>
                  <a:pt x="1899660" y="427475"/>
                </a:lnTo>
                <a:lnTo>
                  <a:pt x="1916582" y="435289"/>
                </a:lnTo>
                <a:lnTo>
                  <a:pt x="1910347" y="447699"/>
                </a:lnTo>
                <a:lnTo>
                  <a:pt x="1925933" y="445861"/>
                </a:lnTo>
                <a:lnTo>
                  <a:pt x="1934394" y="454594"/>
                </a:lnTo>
                <a:lnTo>
                  <a:pt x="1912129" y="462868"/>
                </a:lnTo>
                <a:lnTo>
                  <a:pt x="1885855" y="456433"/>
                </a:lnTo>
                <a:lnTo>
                  <a:pt x="1882293" y="444482"/>
                </a:lnTo>
                <a:lnTo>
                  <a:pt x="1854239" y="458731"/>
                </a:lnTo>
                <a:lnTo>
                  <a:pt x="1817724" y="472061"/>
                </a:lnTo>
                <a:lnTo>
                  <a:pt x="1820841" y="456892"/>
                </a:lnTo>
                <a:lnTo>
                  <a:pt x="1792787" y="459190"/>
                </a:lnTo>
                <a:lnTo>
                  <a:pt x="1818169" y="446321"/>
                </a:lnTo>
                <a:lnTo>
                  <a:pt x="1834201" y="425636"/>
                </a:lnTo>
                <a:close/>
                <a:moveTo>
                  <a:pt x="3186137" y="381969"/>
                </a:moveTo>
                <a:lnTo>
                  <a:pt x="3217308" y="383807"/>
                </a:lnTo>
                <a:lnTo>
                  <a:pt x="3211074" y="400355"/>
                </a:lnTo>
                <a:lnTo>
                  <a:pt x="3230667" y="417822"/>
                </a:lnTo>
                <a:lnTo>
                  <a:pt x="3203504" y="437587"/>
                </a:lnTo>
                <a:lnTo>
                  <a:pt x="3145170" y="455513"/>
                </a:lnTo>
                <a:lnTo>
                  <a:pt x="3127803" y="460570"/>
                </a:lnTo>
                <a:lnTo>
                  <a:pt x="3102866" y="456432"/>
                </a:lnTo>
                <a:lnTo>
                  <a:pt x="3049875" y="448158"/>
                </a:lnTo>
                <a:lnTo>
                  <a:pt x="3071250" y="436667"/>
                </a:lnTo>
                <a:lnTo>
                  <a:pt x="3031173" y="424257"/>
                </a:lnTo>
                <a:lnTo>
                  <a:pt x="3066351" y="419201"/>
                </a:lnTo>
                <a:lnTo>
                  <a:pt x="3066797" y="411386"/>
                </a:lnTo>
                <a:lnTo>
                  <a:pt x="3027610" y="405411"/>
                </a:lnTo>
                <a:lnTo>
                  <a:pt x="3043641" y="388404"/>
                </a:lnTo>
                <a:lnTo>
                  <a:pt x="3073031" y="384727"/>
                </a:lnTo>
                <a:lnTo>
                  <a:pt x="3099749" y="402193"/>
                </a:lnTo>
                <a:lnTo>
                  <a:pt x="3130920" y="388404"/>
                </a:lnTo>
                <a:lnTo>
                  <a:pt x="3153631" y="395298"/>
                </a:lnTo>
                <a:close/>
                <a:moveTo>
                  <a:pt x="2086686" y="337383"/>
                </a:moveTo>
                <a:lnTo>
                  <a:pt x="2096928" y="344278"/>
                </a:lnTo>
                <a:lnTo>
                  <a:pt x="2090248" y="354850"/>
                </a:lnTo>
                <a:lnTo>
                  <a:pt x="2086240" y="358527"/>
                </a:lnTo>
                <a:lnTo>
                  <a:pt x="2069319" y="365881"/>
                </a:lnTo>
                <a:lnTo>
                  <a:pt x="2047499" y="367260"/>
                </a:lnTo>
                <a:lnTo>
                  <a:pt x="2050616" y="354850"/>
                </a:lnTo>
                <a:lnTo>
                  <a:pt x="2067538" y="340600"/>
                </a:lnTo>
                <a:close/>
                <a:moveTo>
                  <a:pt x="1712187" y="290958"/>
                </a:moveTo>
                <a:lnTo>
                  <a:pt x="1725546" y="297853"/>
                </a:lnTo>
                <a:lnTo>
                  <a:pt x="1732671" y="302449"/>
                </a:lnTo>
                <a:lnTo>
                  <a:pt x="1734452" y="307046"/>
                </a:lnTo>
                <a:lnTo>
                  <a:pt x="1737569" y="316699"/>
                </a:lnTo>
                <a:lnTo>
                  <a:pt x="1719312" y="325432"/>
                </a:lnTo>
                <a:lnTo>
                  <a:pt x="1700609" y="318077"/>
                </a:lnTo>
                <a:lnTo>
                  <a:pt x="1683242" y="320375"/>
                </a:lnTo>
                <a:lnTo>
                  <a:pt x="1668102" y="309344"/>
                </a:lnTo>
                <a:lnTo>
                  <a:pt x="1690367" y="301530"/>
                </a:lnTo>
                <a:close/>
                <a:moveTo>
                  <a:pt x="1803920" y="247752"/>
                </a:moveTo>
                <a:lnTo>
                  <a:pt x="1823959" y="251888"/>
                </a:lnTo>
                <a:lnTo>
                  <a:pt x="1832865" y="262461"/>
                </a:lnTo>
                <a:lnTo>
                  <a:pt x="1834646" y="290040"/>
                </a:lnTo>
                <a:lnTo>
                  <a:pt x="1808818" y="301991"/>
                </a:lnTo>
                <a:lnTo>
                  <a:pt x="1838654" y="307047"/>
                </a:lnTo>
                <a:lnTo>
                  <a:pt x="1819060" y="332327"/>
                </a:lnTo>
                <a:lnTo>
                  <a:pt x="1858692" y="313022"/>
                </a:lnTo>
                <a:lnTo>
                  <a:pt x="1868489" y="329110"/>
                </a:lnTo>
                <a:lnTo>
                  <a:pt x="1849341" y="347496"/>
                </a:lnTo>
                <a:lnTo>
                  <a:pt x="1855130" y="364503"/>
                </a:lnTo>
                <a:lnTo>
                  <a:pt x="1887637" y="346577"/>
                </a:lnTo>
                <a:lnTo>
                  <a:pt x="1916582" y="324513"/>
                </a:lnTo>
                <a:lnTo>
                  <a:pt x="1937511" y="297394"/>
                </a:lnTo>
                <a:lnTo>
                  <a:pt x="1962002" y="299233"/>
                </a:lnTo>
                <a:lnTo>
                  <a:pt x="1986048" y="302910"/>
                </a:lnTo>
                <a:lnTo>
                  <a:pt x="2002079" y="315320"/>
                </a:lnTo>
                <a:lnTo>
                  <a:pt x="1994509" y="327731"/>
                </a:lnTo>
                <a:lnTo>
                  <a:pt x="1971799" y="341061"/>
                </a:lnTo>
                <a:lnTo>
                  <a:pt x="1975806" y="354391"/>
                </a:lnTo>
                <a:lnTo>
                  <a:pt x="1965119" y="366801"/>
                </a:lnTo>
                <a:lnTo>
                  <a:pt x="1916582" y="384728"/>
                </a:lnTo>
                <a:lnTo>
                  <a:pt x="1887637" y="388864"/>
                </a:lnTo>
                <a:lnTo>
                  <a:pt x="1873387" y="381051"/>
                </a:lnTo>
                <a:lnTo>
                  <a:pt x="1858692" y="393921"/>
                </a:lnTo>
                <a:lnTo>
                  <a:pt x="1825740" y="415524"/>
                </a:lnTo>
                <a:lnTo>
                  <a:pt x="1812380" y="427016"/>
                </a:lnTo>
                <a:lnTo>
                  <a:pt x="1778092" y="444483"/>
                </a:lnTo>
                <a:lnTo>
                  <a:pt x="1749148" y="446321"/>
                </a:lnTo>
                <a:lnTo>
                  <a:pt x="1726437" y="457353"/>
                </a:lnTo>
                <a:lnTo>
                  <a:pt x="1713523" y="474819"/>
                </a:lnTo>
                <a:lnTo>
                  <a:pt x="1688141" y="478037"/>
                </a:lnTo>
                <a:lnTo>
                  <a:pt x="1649400" y="499641"/>
                </a:lnTo>
                <a:lnTo>
                  <a:pt x="1607541" y="529518"/>
                </a:lnTo>
                <a:lnTo>
                  <a:pt x="1585276" y="550661"/>
                </a:lnTo>
                <a:lnTo>
                  <a:pt x="1563457" y="582378"/>
                </a:lnTo>
                <a:lnTo>
                  <a:pt x="1590175" y="586974"/>
                </a:lnTo>
                <a:lnTo>
                  <a:pt x="1583495" y="612255"/>
                </a:lnTo>
                <a:lnTo>
                  <a:pt x="1579933" y="633398"/>
                </a:lnTo>
                <a:lnTo>
                  <a:pt x="1612440" y="627883"/>
                </a:lnTo>
                <a:lnTo>
                  <a:pt x="1643611" y="639834"/>
                </a:lnTo>
                <a:lnTo>
                  <a:pt x="1658306" y="650406"/>
                </a:lnTo>
                <a:lnTo>
                  <a:pt x="1665876" y="663276"/>
                </a:lnTo>
                <a:lnTo>
                  <a:pt x="1687696" y="671090"/>
                </a:lnTo>
                <a:lnTo>
                  <a:pt x="1703727" y="682582"/>
                </a:lnTo>
                <a:lnTo>
                  <a:pt x="1737570" y="684420"/>
                </a:lnTo>
                <a:lnTo>
                  <a:pt x="1758944" y="687178"/>
                </a:lnTo>
                <a:lnTo>
                  <a:pt x="1742914" y="711080"/>
                </a:lnTo>
                <a:lnTo>
                  <a:pt x="1735343" y="739118"/>
                </a:lnTo>
                <a:lnTo>
                  <a:pt x="1735789" y="770834"/>
                </a:lnTo>
                <a:lnTo>
                  <a:pt x="1755382" y="797954"/>
                </a:lnTo>
                <a:lnTo>
                  <a:pt x="1776311" y="788761"/>
                </a:lnTo>
                <a:lnTo>
                  <a:pt x="1801248" y="759343"/>
                </a:lnTo>
                <a:lnTo>
                  <a:pt x="1811490" y="715216"/>
                </a:lnTo>
                <a:lnTo>
                  <a:pt x="1803920" y="700508"/>
                </a:lnTo>
                <a:lnTo>
                  <a:pt x="1843997" y="687178"/>
                </a:lnTo>
                <a:lnTo>
                  <a:pt x="1877395" y="667872"/>
                </a:lnTo>
                <a:lnTo>
                  <a:pt x="1898770" y="648567"/>
                </a:lnTo>
                <a:lnTo>
                  <a:pt x="1906340" y="630181"/>
                </a:lnTo>
                <a:lnTo>
                  <a:pt x="1904558" y="606739"/>
                </a:lnTo>
                <a:lnTo>
                  <a:pt x="1890308" y="586055"/>
                </a:lnTo>
                <a:lnTo>
                  <a:pt x="1929941" y="557556"/>
                </a:lnTo>
                <a:lnTo>
                  <a:pt x="1934394" y="533195"/>
                </a:lnTo>
                <a:lnTo>
                  <a:pt x="1951760" y="491827"/>
                </a:lnTo>
                <a:lnTo>
                  <a:pt x="1968682" y="485391"/>
                </a:lnTo>
                <a:lnTo>
                  <a:pt x="1998517" y="492746"/>
                </a:lnTo>
                <a:lnTo>
                  <a:pt x="2017219" y="495503"/>
                </a:lnTo>
                <a:lnTo>
                  <a:pt x="2037258" y="488149"/>
                </a:lnTo>
                <a:lnTo>
                  <a:pt x="2051063" y="497342"/>
                </a:lnTo>
                <a:lnTo>
                  <a:pt x="2067093" y="512970"/>
                </a:lnTo>
                <a:lnTo>
                  <a:pt x="2067984" y="523082"/>
                </a:lnTo>
                <a:lnTo>
                  <a:pt x="2102272" y="525381"/>
                </a:lnTo>
                <a:lnTo>
                  <a:pt x="2090694" y="547904"/>
                </a:lnTo>
                <a:lnTo>
                  <a:pt x="2080452" y="581918"/>
                </a:lnTo>
                <a:lnTo>
                  <a:pt x="2097374" y="586514"/>
                </a:lnTo>
                <a:lnTo>
                  <a:pt x="2104499" y="602602"/>
                </a:lnTo>
                <a:lnTo>
                  <a:pt x="2141014" y="587433"/>
                </a:lnTo>
                <a:lnTo>
                  <a:pt x="2174411" y="557097"/>
                </a:lnTo>
                <a:lnTo>
                  <a:pt x="2193114" y="544686"/>
                </a:lnTo>
                <a:lnTo>
                  <a:pt x="2198012" y="569047"/>
                </a:lnTo>
                <a:lnTo>
                  <a:pt x="2209590" y="603521"/>
                </a:lnTo>
                <a:lnTo>
                  <a:pt x="2218496" y="636617"/>
                </a:lnTo>
                <a:lnTo>
                  <a:pt x="2203356" y="654083"/>
                </a:lnTo>
                <a:lnTo>
                  <a:pt x="2224731" y="669711"/>
                </a:lnTo>
                <a:lnTo>
                  <a:pt x="2237644" y="685339"/>
                </a:lnTo>
                <a:lnTo>
                  <a:pt x="2268370" y="692694"/>
                </a:lnTo>
                <a:lnTo>
                  <a:pt x="2279057" y="701427"/>
                </a:lnTo>
                <a:lnTo>
                  <a:pt x="2279057" y="725329"/>
                </a:lnTo>
                <a:lnTo>
                  <a:pt x="2294197" y="729006"/>
                </a:lnTo>
                <a:lnTo>
                  <a:pt x="2299096" y="739578"/>
                </a:lnTo>
                <a:lnTo>
                  <a:pt x="2290190" y="771294"/>
                </a:lnTo>
                <a:lnTo>
                  <a:pt x="2271042" y="781866"/>
                </a:lnTo>
                <a:lnTo>
                  <a:pt x="2252339" y="791978"/>
                </a:lnTo>
                <a:lnTo>
                  <a:pt x="2213152" y="802091"/>
                </a:lnTo>
                <a:lnTo>
                  <a:pt x="2177974" y="825073"/>
                </a:lnTo>
                <a:lnTo>
                  <a:pt x="2139678" y="830129"/>
                </a:lnTo>
                <a:lnTo>
                  <a:pt x="2094702" y="823694"/>
                </a:lnTo>
                <a:lnTo>
                  <a:pt x="2062195" y="823694"/>
                </a:lnTo>
                <a:lnTo>
                  <a:pt x="2038594" y="825533"/>
                </a:lnTo>
                <a:lnTo>
                  <a:pt x="2013212" y="846217"/>
                </a:lnTo>
                <a:lnTo>
                  <a:pt x="1980259" y="859087"/>
                </a:lnTo>
                <a:lnTo>
                  <a:pt x="1935284" y="896778"/>
                </a:lnTo>
                <a:lnTo>
                  <a:pt x="1900105" y="923438"/>
                </a:lnTo>
                <a:lnTo>
                  <a:pt x="1921035" y="918842"/>
                </a:lnTo>
                <a:lnTo>
                  <a:pt x="1969572" y="880691"/>
                </a:lnTo>
                <a:lnTo>
                  <a:pt x="2024345" y="856789"/>
                </a:lnTo>
                <a:lnTo>
                  <a:pt x="2058187" y="854031"/>
                </a:lnTo>
                <a:lnTo>
                  <a:pt x="2072882" y="868280"/>
                </a:lnTo>
                <a:lnTo>
                  <a:pt x="2045719" y="887585"/>
                </a:lnTo>
                <a:lnTo>
                  <a:pt x="2043047" y="918382"/>
                </a:lnTo>
                <a:lnTo>
                  <a:pt x="2043493" y="940445"/>
                </a:lnTo>
                <a:lnTo>
                  <a:pt x="2068429" y="954695"/>
                </a:lnTo>
                <a:lnTo>
                  <a:pt x="2106726" y="950557"/>
                </a:lnTo>
                <a:lnTo>
                  <a:pt x="2138787" y="917923"/>
                </a:lnTo>
                <a:lnTo>
                  <a:pt x="2134334" y="939066"/>
                </a:lnTo>
                <a:lnTo>
                  <a:pt x="2145467" y="949638"/>
                </a:lnTo>
                <a:lnTo>
                  <a:pt x="2112515" y="968484"/>
                </a:lnTo>
                <a:lnTo>
                  <a:pt x="2057297" y="985951"/>
                </a:lnTo>
                <a:lnTo>
                  <a:pt x="2031469" y="997442"/>
                </a:lnTo>
                <a:lnTo>
                  <a:pt x="1999407" y="1018586"/>
                </a:lnTo>
                <a:lnTo>
                  <a:pt x="1982931" y="1016288"/>
                </a:lnTo>
                <a:lnTo>
                  <a:pt x="1989611" y="991926"/>
                </a:lnTo>
                <a:lnTo>
                  <a:pt x="2035922" y="967565"/>
                </a:lnTo>
                <a:lnTo>
                  <a:pt x="1999853" y="968484"/>
                </a:lnTo>
                <a:lnTo>
                  <a:pt x="1973580" y="972162"/>
                </a:lnTo>
                <a:lnTo>
                  <a:pt x="1963783" y="955614"/>
                </a:lnTo>
                <a:lnTo>
                  <a:pt x="1976697" y="916544"/>
                </a:lnTo>
                <a:lnTo>
                  <a:pt x="1969572" y="908270"/>
                </a:lnTo>
                <a:lnTo>
                  <a:pt x="1976696" y="916543"/>
                </a:lnTo>
                <a:lnTo>
                  <a:pt x="1963783" y="955614"/>
                </a:lnTo>
                <a:lnTo>
                  <a:pt x="1973579" y="972161"/>
                </a:lnTo>
                <a:lnTo>
                  <a:pt x="1974470" y="981814"/>
                </a:lnTo>
                <a:lnTo>
                  <a:pt x="1945971" y="995603"/>
                </a:lnTo>
                <a:lnTo>
                  <a:pt x="1919253" y="1005715"/>
                </a:lnTo>
                <a:lnTo>
                  <a:pt x="1892534" y="1014449"/>
                </a:lnTo>
                <a:lnTo>
                  <a:pt x="1874722" y="1031916"/>
                </a:lnTo>
                <a:lnTo>
                  <a:pt x="1868933" y="1038351"/>
                </a:lnTo>
                <a:lnTo>
                  <a:pt x="1863590" y="1053979"/>
                </a:lnTo>
                <a:lnTo>
                  <a:pt x="1866707" y="1069147"/>
                </a:lnTo>
                <a:lnTo>
                  <a:pt x="1876058" y="1070066"/>
                </a:lnTo>
                <a:lnTo>
                  <a:pt x="1876949" y="1059495"/>
                </a:lnTo>
                <a:lnTo>
                  <a:pt x="1881847" y="1065930"/>
                </a:lnTo>
                <a:lnTo>
                  <a:pt x="1877394" y="1074204"/>
                </a:lnTo>
                <a:lnTo>
                  <a:pt x="1860473" y="1078800"/>
                </a:lnTo>
                <a:lnTo>
                  <a:pt x="1849340" y="1078340"/>
                </a:lnTo>
                <a:lnTo>
                  <a:pt x="1830638" y="1083397"/>
                </a:lnTo>
                <a:lnTo>
                  <a:pt x="1820396" y="1084776"/>
                </a:lnTo>
                <a:lnTo>
                  <a:pt x="1806591" y="1086154"/>
                </a:lnTo>
                <a:lnTo>
                  <a:pt x="1784326" y="1094888"/>
                </a:lnTo>
                <a:lnTo>
                  <a:pt x="1820396" y="1089372"/>
                </a:lnTo>
                <a:lnTo>
                  <a:pt x="1825294" y="1094888"/>
                </a:lnTo>
                <a:lnTo>
                  <a:pt x="1790115" y="1103621"/>
                </a:lnTo>
                <a:lnTo>
                  <a:pt x="1775420" y="1103621"/>
                </a:lnTo>
                <a:lnTo>
                  <a:pt x="1777201" y="1099944"/>
                </a:lnTo>
                <a:lnTo>
                  <a:pt x="1767850" y="1108218"/>
                </a:lnTo>
                <a:lnTo>
                  <a:pt x="1774084" y="1109597"/>
                </a:lnTo>
                <a:lnTo>
                  <a:pt x="1762951" y="1130741"/>
                </a:lnTo>
                <a:lnTo>
                  <a:pt x="1739351" y="1153263"/>
                </a:lnTo>
                <a:lnTo>
                  <a:pt x="1739796" y="1145450"/>
                </a:lnTo>
                <a:lnTo>
                  <a:pt x="1734898" y="1144070"/>
                </a:lnTo>
                <a:lnTo>
                  <a:pt x="1729554" y="1136716"/>
                </a:lnTo>
                <a:lnTo>
                  <a:pt x="1729554" y="1152804"/>
                </a:lnTo>
                <a:lnTo>
                  <a:pt x="1734007" y="1157860"/>
                </a:lnTo>
                <a:lnTo>
                  <a:pt x="1731335" y="1168891"/>
                </a:lnTo>
                <a:lnTo>
                  <a:pt x="1720648" y="1180383"/>
                </a:lnTo>
                <a:lnTo>
                  <a:pt x="1700609" y="1203825"/>
                </a:lnTo>
                <a:lnTo>
                  <a:pt x="1698828" y="1202906"/>
                </a:lnTo>
                <a:lnTo>
                  <a:pt x="1711742" y="1182681"/>
                </a:lnTo>
                <a:lnTo>
                  <a:pt x="1702835" y="1171650"/>
                </a:lnTo>
                <a:lnTo>
                  <a:pt x="1707289" y="1146829"/>
                </a:lnTo>
                <a:lnTo>
                  <a:pt x="1698828" y="1159698"/>
                </a:lnTo>
                <a:lnTo>
                  <a:pt x="1698828" y="1178544"/>
                </a:lnTo>
                <a:lnTo>
                  <a:pt x="1684579" y="1173948"/>
                </a:lnTo>
                <a:lnTo>
                  <a:pt x="1697938" y="1183141"/>
                </a:lnTo>
                <a:lnTo>
                  <a:pt x="1691258" y="1211180"/>
                </a:lnTo>
                <a:lnTo>
                  <a:pt x="1697492" y="1213478"/>
                </a:lnTo>
                <a:lnTo>
                  <a:pt x="1697492" y="1223590"/>
                </a:lnTo>
                <a:lnTo>
                  <a:pt x="1693039" y="1253008"/>
                </a:lnTo>
                <a:lnTo>
                  <a:pt x="1672556" y="1274611"/>
                </a:lnTo>
                <a:lnTo>
                  <a:pt x="1645392" y="1283345"/>
                </a:lnTo>
                <a:lnTo>
                  <a:pt x="1625799" y="1300812"/>
                </a:lnTo>
                <a:lnTo>
                  <a:pt x="1613330" y="1302650"/>
                </a:lnTo>
                <a:lnTo>
                  <a:pt x="1598189" y="1313681"/>
                </a:lnTo>
                <a:lnTo>
                  <a:pt x="1592401" y="1323334"/>
                </a:lnTo>
                <a:lnTo>
                  <a:pt x="1561675" y="1342640"/>
                </a:lnTo>
                <a:lnTo>
                  <a:pt x="1544753" y="1356889"/>
                </a:lnTo>
                <a:lnTo>
                  <a:pt x="1529168" y="1374356"/>
                </a:lnTo>
                <a:lnTo>
                  <a:pt x="1520707" y="1395040"/>
                </a:lnTo>
                <a:lnTo>
                  <a:pt x="1520707" y="1415724"/>
                </a:lnTo>
                <a:lnTo>
                  <a:pt x="1523379" y="1441005"/>
                </a:lnTo>
                <a:lnTo>
                  <a:pt x="1530059" y="1461690"/>
                </a:lnTo>
                <a:lnTo>
                  <a:pt x="1527832" y="1474559"/>
                </a:lnTo>
                <a:lnTo>
                  <a:pt x="1533621" y="1508574"/>
                </a:lnTo>
                <a:lnTo>
                  <a:pt x="1529168" y="1528798"/>
                </a:lnTo>
                <a:lnTo>
                  <a:pt x="1526496" y="1540289"/>
                </a:lnTo>
                <a:lnTo>
                  <a:pt x="1517590" y="1558216"/>
                </a:lnTo>
                <a:lnTo>
                  <a:pt x="1509575" y="1561893"/>
                </a:lnTo>
                <a:lnTo>
                  <a:pt x="1497997" y="1558216"/>
                </a:lnTo>
                <a:lnTo>
                  <a:pt x="1496216" y="1545346"/>
                </a:lnTo>
                <a:lnTo>
                  <a:pt x="1488200" y="1538451"/>
                </a:lnTo>
                <a:lnTo>
                  <a:pt x="1479294" y="1513170"/>
                </a:lnTo>
                <a:lnTo>
                  <a:pt x="1472170" y="1490647"/>
                </a:lnTo>
                <a:lnTo>
                  <a:pt x="1470388" y="1479156"/>
                </a:lnTo>
                <a:lnTo>
                  <a:pt x="1479294" y="1459391"/>
                </a:lnTo>
                <a:lnTo>
                  <a:pt x="1475731" y="1443304"/>
                </a:lnTo>
                <a:lnTo>
                  <a:pt x="1461928" y="1418482"/>
                </a:lnTo>
                <a:lnTo>
                  <a:pt x="1453466" y="1413885"/>
                </a:lnTo>
                <a:lnTo>
                  <a:pt x="1426303" y="1427675"/>
                </a:lnTo>
                <a:lnTo>
                  <a:pt x="1422295" y="1425837"/>
                </a:lnTo>
                <a:lnTo>
                  <a:pt x="1413389" y="1412047"/>
                </a:lnTo>
                <a:lnTo>
                  <a:pt x="1400030" y="1404692"/>
                </a:lnTo>
                <a:lnTo>
                  <a:pt x="1371531" y="1408830"/>
                </a:lnTo>
                <a:lnTo>
                  <a:pt x="1351047" y="1405152"/>
                </a:lnTo>
                <a:lnTo>
                  <a:pt x="1331899" y="1407451"/>
                </a:lnTo>
                <a:lnTo>
                  <a:pt x="1320766" y="1412047"/>
                </a:lnTo>
                <a:lnTo>
                  <a:pt x="1323438" y="1419861"/>
                </a:lnTo>
                <a:lnTo>
                  <a:pt x="1320321" y="1431812"/>
                </a:lnTo>
                <a:lnTo>
                  <a:pt x="1323884" y="1437787"/>
                </a:lnTo>
                <a:lnTo>
                  <a:pt x="1318540" y="1441464"/>
                </a:lnTo>
                <a:lnTo>
                  <a:pt x="1310525" y="1437328"/>
                </a:lnTo>
                <a:lnTo>
                  <a:pt x="1300283" y="1442844"/>
                </a:lnTo>
                <a:lnTo>
                  <a:pt x="1282916" y="1441924"/>
                </a:lnTo>
                <a:lnTo>
                  <a:pt x="1268221" y="1426296"/>
                </a:lnTo>
                <a:lnTo>
                  <a:pt x="1246401" y="1429973"/>
                </a:lnTo>
                <a:lnTo>
                  <a:pt x="1230370" y="1423078"/>
                </a:lnTo>
                <a:lnTo>
                  <a:pt x="1214785" y="1425377"/>
                </a:lnTo>
                <a:lnTo>
                  <a:pt x="1192520" y="1432271"/>
                </a:lnTo>
                <a:lnTo>
                  <a:pt x="1165356" y="1453875"/>
                </a:lnTo>
                <a:lnTo>
                  <a:pt x="1138192" y="1466745"/>
                </a:lnTo>
                <a:lnTo>
                  <a:pt x="1121716" y="1480535"/>
                </a:lnTo>
                <a:lnTo>
                  <a:pt x="1113256" y="1493865"/>
                </a:lnTo>
                <a:lnTo>
                  <a:pt x="1108803" y="1514549"/>
                </a:lnTo>
                <a:lnTo>
                  <a:pt x="1107021" y="1528339"/>
                </a:lnTo>
                <a:lnTo>
                  <a:pt x="1109693" y="1538451"/>
                </a:lnTo>
                <a:lnTo>
                  <a:pt x="1099897" y="1539370"/>
                </a:lnTo>
                <a:lnTo>
                  <a:pt x="1083865" y="1532935"/>
                </a:lnTo>
                <a:lnTo>
                  <a:pt x="1066499" y="1523742"/>
                </a:lnTo>
                <a:lnTo>
                  <a:pt x="1062491" y="1509953"/>
                </a:lnTo>
                <a:lnTo>
                  <a:pt x="1061600" y="1489269"/>
                </a:lnTo>
                <a:lnTo>
                  <a:pt x="1050913" y="1472721"/>
                </a:lnTo>
                <a:lnTo>
                  <a:pt x="1046905" y="1455254"/>
                </a:lnTo>
                <a:lnTo>
                  <a:pt x="1039781" y="1435030"/>
                </a:lnTo>
                <a:lnTo>
                  <a:pt x="1025531" y="1423078"/>
                </a:lnTo>
                <a:lnTo>
                  <a:pt x="1005493" y="1423998"/>
                </a:lnTo>
                <a:lnTo>
                  <a:pt x="984118" y="1446980"/>
                </a:lnTo>
                <a:lnTo>
                  <a:pt x="966306" y="1438247"/>
                </a:lnTo>
                <a:lnTo>
                  <a:pt x="956064" y="1429514"/>
                </a:lnTo>
                <a:lnTo>
                  <a:pt x="954283" y="1412966"/>
                </a:lnTo>
                <a:lnTo>
                  <a:pt x="950720" y="1397798"/>
                </a:lnTo>
                <a:lnTo>
                  <a:pt x="940033" y="1384927"/>
                </a:lnTo>
                <a:lnTo>
                  <a:pt x="930682" y="1375275"/>
                </a:lnTo>
                <a:lnTo>
                  <a:pt x="924893" y="1364703"/>
                </a:lnTo>
                <a:lnTo>
                  <a:pt x="883035" y="1364703"/>
                </a:lnTo>
                <a:lnTo>
                  <a:pt x="883034" y="1364704"/>
                </a:lnTo>
                <a:lnTo>
                  <a:pt x="924892" y="1364704"/>
                </a:lnTo>
                <a:lnTo>
                  <a:pt x="930681" y="1375276"/>
                </a:lnTo>
                <a:lnTo>
                  <a:pt x="940033" y="1384928"/>
                </a:lnTo>
                <a:lnTo>
                  <a:pt x="950720" y="1397799"/>
                </a:lnTo>
                <a:lnTo>
                  <a:pt x="954282" y="1412967"/>
                </a:lnTo>
                <a:lnTo>
                  <a:pt x="956063" y="1429515"/>
                </a:lnTo>
                <a:lnTo>
                  <a:pt x="966305" y="1438248"/>
                </a:lnTo>
                <a:lnTo>
                  <a:pt x="984117" y="1446981"/>
                </a:lnTo>
                <a:lnTo>
                  <a:pt x="1005492" y="1423999"/>
                </a:lnTo>
                <a:lnTo>
                  <a:pt x="1025530" y="1423080"/>
                </a:lnTo>
                <a:lnTo>
                  <a:pt x="1039780" y="1435031"/>
                </a:lnTo>
                <a:lnTo>
                  <a:pt x="1046905" y="1455255"/>
                </a:lnTo>
                <a:lnTo>
                  <a:pt x="1050913" y="1472722"/>
                </a:lnTo>
                <a:lnTo>
                  <a:pt x="1061600" y="1489270"/>
                </a:lnTo>
                <a:lnTo>
                  <a:pt x="1062491" y="1509954"/>
                </a:lnTo>
                <a:lnTo>
                  <a:pt x="1066498" y="1523744"/>
                </a:lnTo>
                <a:lnTo>
                  <a:pt x="1083865" y="1532937"/>
                </a:lnTo>
                <a:lnTo>
                  <a:pt x="1099896" y="1539372"/>
                </a:lnTo>
                <a:lnTo>
                  <a:pt x="1109692" y="1538452"/>
                </a:lnTo>
                <a:lnTo>
                  <a:pt x="1095443" y="1564652"/>
                </a:lnTo>
                <a:lnTo>
                  <a:pt x="1087427" y="1585797"/>
                </a:lnTo>
                <a:lnTo>
                  <a:pt x="1079412" y="1625326"/>
                </a:lnTo>
                <a:lnTo>
                  <a:pt x="1074514" y="1639576"/>
                </a:lnTo>
                <a:lnTo>
                  <a:pt x="1076295" y="1655663"/>
                </a:lnTo>
                <a:lnTo>
                  <a:pt x="1082084" y="1670372"/>
                </a:lnTo>
                <a:lnTo>
                  <a:pt x="1083865" y="1692895"/>
                </a:lnTo>
                <a:lnTo>
                  <a:pt x="1097224" y="1714958"/>
                </a:lnTo>
                <a:lnTo>
                  <a:pt x="1100786" y="1731965"/>
                </a:lnTo>
                <a:lnTo>
                  <a:pt x="1108357" y="1746215"/>
                </a:lnTo>
                <a:lnTo>
                  <a:pt x="1133739" y="1754028"/>
                </a:lnTo>
                <a:lnTo>
                  <a:pt x="1142199" y="1766439"/>
                </a:lnTo>
                <a:lnTo>
                  <a:pt x="1165355" y="1758166"/>
                </a:lnTo>
                <a:lnTo>
                  <a:pt x="1184503" y="1755408"/>
                </a:lnTo>
                <a:lnTo>
                  <a:pt x="1204097" y="1749892"/>
                </a:lnTo>
                <a:lnTo>
                  <a:pt x="1220127" y="1744835"/>
                </a:lnTo>
                <a:lnTo>
                  <a:pt x="1237495" y="1732885"/>
                </a:lnTo>
                <a:lnTo>
                  <a:pt x="1245509" y="1715877"/>
                </a:lnTo>
                <a:lnTo>
                  <a:pt x="1250854" y="1691056"/>
                </a:lnTo>
                <a:lnTo>
                  <a:pt x="1256197" y="1682323"/>
                </a:lnTo>
                <a:lnTo>
                  <a:pt x="1274009" y="1674509"/>
                </a:lnTo>
                <a:lnTo>
                  <a:pt x="1301172" y="1667614"/>
                </a:lnTo>
                <a:lnTo>
                  <a:pt x="1322993" y="1668993"/>
                </a:lnTo>
                <a:lnTo>
                  <a:pt x="1338133" y="1666236"/>
                </a:lnTo>
                <a:lnTo>
                  <a:pt x="1343476" y="1672670"/>
                </a:lnTo>
                <a:lnTo>
                  <a:pt x="1340805" y="1686920"/>
                </a:lnTo>
                <a:lnTo>
                  <a:pt x="1325219" y="1704386"/>
                </a:lnTo>
                <a:lnTo>
                  <a:pt x="1317204" y="1722313"/>
                </a:lnTo>
                <a:lnTo>
                  <a:pt x="1321211" y="1727369"/>
                </a:lnTo>
                <a:lnTo>
                  <a:pt x="1315868" y="1740239"/>
                </a:lnTo>
                <a:lnTo>
                  <a:pt x="1306517" y="1763222"/>
                </a:lnTo>
                <a:lnTo>
                  <a:pt x="1301172" y="1755408"/>
                </a:lnTo>
                <a:lnTo>
                  <a:pt x="1296275" y="1755868"/>
                </a:lnTo>
                <a:lnTo>
                  <a:pt x="1295830" y="1760463"/>
                </a:lnTo>
                <a:lnTo>
                  <a:pt x="1300283" y="1760463"/>
                </a:lnTo>
                <a:lnTo>
                  <a:pt x="1298947" y="1768737"/>
                </a:lnTo>
                <a:lnTo>
                  <a:pt x="1293159" y="1781147"/>
                </a:lnTo>
                <a:lnTo>
                  <a:pt x="1294940" y="1785744"/>
                </a:lnTo>
                <a:lnTo>
                  <a:pt x="1290932" y="1796316"/>
                </a:lnTo>
                <a:lnTo>
                  <a:pt x="1292267" y="1799073"/>
                </a:lnTo>
                <a:lnTo>
                  <a:pt x="1287814" y="1814242"/>
                </a:lnTo>
                <a:lnTo>
                  <a:pt x="1282026" y="1822056"/>
                </a:lnTo>
                <a:lnTo>
                  <a:pt x="1277127" y="1822976"/>
                </a:lnTo>
                <a:lnTo>
                  <a:pt x="1271338" y="1833088"/>
                </a:lnTo>
                <a:lnTo>
                  <a:pt x="1278908" y="1838604"/>
                </a:lnTo>
                <a:lnTo>
                  <a:pt x="1281580" y="1834007"/>
                </a:lnTo>
                <a:lnTo>
                  <a:pt x="1288260" y="1837684"/>
                </a:lnTo>
                <a:lnTo>
                  <a:pt x="1288260" y="1837684"/>
                </a:lnTo>
                <a:lnTo>
                  <a:pt x="1290932" y="1839063"/>
                </a:lnTo>
                <a:lnTo>
                  <a:pt x="1296721" y="1834007"/>
                </a:lnTo>
                <a:lnTo>
                  <a:pt x="1303845" y="1833547"/>
                </a:lnTo>
                <a:lnTo>
                  <a:pt x="1306072" y="1835846"/>
                </a:lnTo>
                <a:lnTo>
                  <a:pt x="1310080" y="1834467"/>
                </a:lnTo>
                <a:lnTo>
                  <a:pt x="1321657" y="1837225"/>
                </a:lnTo>
                <a:lnTo>
                  <a:pt x="1333235" y="1836305"/>
                </a:lnTo>
                <a:lnTo>
                  <a:pt x="1341251" y="1833088"/>
                </a:lnTo>
                <a:lnTo>
                  <a:pt x="1344813" y="1829870"/>
                </a:lnTo>
                <a:lnTo>
                  <a:pt x="1352384" y="1831249"/>
                </a:lnTo>
                <a:lnTo>
                  <a:pt x="1358172" y="1833088"/>
                </a:lnTo>
                <a:lnTo>
                  <a:pt x="1364851" y="1832628"/>
                </a:lnTo>
                <a:lnTo>
                  <a:pt x="1370196" y="1829870"/>
                </a:lnTo>
                <a:lnTo>
                  <a:pt x="1381328" y="1834007"/>
                </a:lnTo>
                <a:lnTo>
                  <a:pt x="1384890" y="1834927"/>
                </a:lnTo>
                <a:lnTo>
                  <a:pt x="1392015" y="1840442"/>
                </a:lnTo>
                <a:lnTo>
                  <a:pt x="1398695" y="1846877"/>
                </a:lnTo>
                <a:lnTo>
                  <a:pt x="1407155" y="1851474"/>
                </a:lnTo>
                <a:lnTo>
                  <a:pt x="1412944" y="1859287"/>
                </a:lnTo>
                <a:lnTo>
                  <a:pt x="1404484" y="1858828"/>
                </a:lnTo>
                <a:lnTo>
                  <a:pt x="1400476" y="1862965"/>
                </a:lnTo>
                <a:lnTo>
                  <a:pt x="1391570" y="1866642"/>
                </a:lnTo>
                <a:lnTo>
                  <a:pt x="1385336" y="1866642"/>
                </a:lnTo>
                <a:lnTo>
                  <a:pt x="1379547" y="1870320"/>
                </a:lnTo>
                <a:lnTo>
                  <a:pt x="1374649" y="1869400"/>
                </a:lnTo>
                <a:lnTo>
                  <a:pt x="1370640" y="1864804"/>
                </a:lnTo>
                <a:lnTo>
                  <a:pt x="1367969" y="1865723"/>
                </a:lnTo>
                <a:lnTo>
                  <a:pt x="1363961" y="1872618"/>
                </a:lnTo>
                <a:lnTo>
                  <a:pt x="1361734" y="1872158"/>
                </a:lnTo>
                <a:lnTo>
                  <a:pt x="1360844" y="1878593"/>
                </a:lnTo>
                <a:lnTo>
                  <a:pt x="1351492" y="1886407"/>
                </a:lnTo>
                <a:lnTo>
                  <a:pt x="1346149" y="1890085"/>
                </a:lnTo>
                <a:lnTo>
                  <a:pt x="1343478" y="1893761"/>
                </a:lnTo>
                <a:lnTo>
                  <a:pt x="1336798" y="1887786"/>
                </a:lnTo>
                <a:lnTo>
                  <a:pt x="1330563" y="1895600"/>
                </a:lnTo>
                <a:lnTo>
                  <a:pt x="1325220" y="1895600"/>
                </a:lnTo>
                <a:lnTo>
                  <a:pt x="1319431" y="1896060"/>
                </a:lnTo>
                <a:lnTo>
                  <a:pt x="1318540" y="1910769"/>
                </a:lnTo>
                <a:lnTo>
                  <a:pt x="1314978" y="1910769"/>
                </a:lnTo>
                <a:lnTo>
                  <a:pt x="1311415" y="1917664"/>
                </a:lnTo>
                <a:lnTo>
                  <a:pt x="1303400" y="1919042"/>
                </a:lnTo>
                <a:lnTo>
                  <a:pt x="1299838" y="1909849"/>
                </a:lnTo>
                <a:lnTo>
                  <a:pt x="1292268" y="1907092"/>
                </a:lnTo>
                <a:lnTo>
                  <a:pt x="1295385" y="1895140"/>
                </a:lnTo>
                <a:lnTo>
                  <a:pt x="1292268" y="1891923"/>
                </a:lnTo>
                <a:lnTo>
                  <a:pt x="1286924" y="1890085"/>
                </a:lnTo>
                <a:lnTo>
                  <a:pt x="1275791" y="1893302"/>
                </a:lnTo>
                <a:lnTo>
                  <a:pt x="1275346" y="1889625"/>
                </a:lnTo>
                <a:lnTo>
                  <a:pt x="1268221" y="1884568"/>
                </a:lnTo>
                <a:lnTo>
                  <a:pt x="1263323" y="1879053"/>
                </a:lnTo>
                <a:lnTo>
                  <a:pt x="1256198" y="1876295"/>
                </a:lnTo>
                <a:lnTo>
                  <a:pt x="1261322" y="1869785"/>
                </a:lnTo>
                <a:lnTo>
                  <a:pt x="1256198" y="1876295"/>
                </a:lnTo>
                <a:lnTo>
                  <a:pt x="1249963" y="1878133"/>
                </a:lnTo>
                <a:lnTo>
                  <a:pt x="1251299" y="1881810"/>
                </a:lnTo>
                <a:lnTo>
                  <a:pt x="1245956" y="1885028"/>
                </a:lnTo>
                <a:lnTo>
                  <a:pt x="1237050" y="1892383"/>
                </a:lnTo>
                <a:lnTo>
                  <a:pt x="1235714" y="1896519"/>
                </a:lnTo>
                <a:lnTo>
                  <a:pt x="1223245" y="1891463"/>
                </a:lnTo>
                <a:lnTo>
                  <a:pt x="1207659" y="1891003"/>
                </a:lnTo>
                <a:lnTo>
                  <a:pt x="1196973" y="1885028"/>
                </a:lnTo>
                <a:lnTo>
                  <a:pt x="1184504" y="1873077"/>
                </a:lnTo>
                <a:lnTo>
                  <a:pt x="1186286" y="1864344"/>
                </a:lnTo>
                <a:lnTo>
                  <a:pt x="1186285" y="1864345"/>
                </a:lnTo>
                <a:lnTo>
                  <a:pt x="1184503" y="1873079"/>
                </a:lnTo>
                <a:lnTo>
                  <a:pt x="1159567" y="1841363"/>
                </a:lnTo>
                <a:lnTo>
                  <a:pt x="1147989" y="1831710"/>
                </a:lnTo>
                <a:lnTo>
                  <a:pt x="1128396" y="1823896"/>
                </a:lnTo>
                <a:lnTo>
                  <a:pt x="1114145" y="1826194"/>
                </a:lnTo>
                <a:lnTo>
                  <a:pt x="1092771" y="1837226"/>
                </a:lnTo>
                <a:lnTo>
                  <a:pt x="1079857" y="1839983"/>
                </a:lnTo>
                <a:lnTo>
                  <a:pt x="1063381" y="1832169"/>
                </a:lnTo>
                <a:lnTo>
                  <a:pt x="1045123" y="1826654"/>
                </a:lnTo>
                <a:lnTo>
                  <a:pt x="1023750" y="1813324"/>
                </a:lnTo>
                <a:lnTo>
                  <a:pt x="1005492" y="1809187"/>
                </a:lnTo>
                <a:lnTo>
                  <a:pt x="979219" y="1795397"/>
                </a:lnTo>
                <a:lnTo>
                  <a:pt x="960071" y="1781149"/>
                </a:lnTo>
                <a:lnTo>
                  <a:pt x="955173" y="1773334"/>
                </a:lnTo>
                <a:lnTo>
                  <a:pt x="941369" y="1771496"/>
                </a:lnTo>
                <a:lnTo>
                  <a:pt x="917322" y="1762303"/>
                </a:lnTo>
                <a:lnTo>
                  <a:pt x="908862" y="1748973"/>
                </a:lnTo>
                <a:lnTo>
                  <a:pt x="884815" y="1731965"/>
                </a:lnTo>
                <a:lnTo>
                  <a:pt x="875018" y="1713579"/>
                </a:lnTo>
                <a:lnTo>
                  <a:pt x="871456" y="1698870"/>
                </a:lnTo>
                <a:lnTo>
                  <a:pt x="879917" y="1696113"/>
                </a:lnTo>
                <a:lnTo>
                  <a:pt x="878581" y="1687839"/>
                </a:lnTo>
                <a:lnTo>
                  <a:pt x="885706" y="1680025"/>
                </a:lnTo>
                <a:lnTo>
                  <a:pt x="887487" y="1669912"/>
                </a:lnTo>
                <a:lnTo>
                  <a:pt x="880807" y="1656583"/>
                </a:lnTo>
                <a:lnTo>
                  <a:pt x="880807" y="1645091"/>
                </a:lnTo>
                <a:lnTo>
                  <a:pt x="875018" y="1629923"/>
                </a:lnTo>
                <a:lnTo>
                  <a:pt x="858097" y="1600505"/>
                </a:lnTo>
                <a:lnTo>
                  <a:pt x="837613" y="1577523"/>
                </a:lnTo>
                <a:lnTo>
                  <a:pt x="829152" y="1559137"/>
                </a:lnTo>
                <a:lnTo>
                  <a:pt x="810895" y="1547185"/>
                </a:lnTo>
                <a:lnTo>
                  <a:pt x="807778" y="1539832"/>
                </a:lnTo>
                <a:lnTo>
                  <a:pt x="815348" y="1521905"/>
                </a:lnTo>
                <a:lnTo>
                  <a:pt x="804660" y="1515010"/>
                </a:lnTo>
                <a:lnTo>
                  <a:pt x="793528" y="1500301"/>
                </a:lnTo>
                <a:lnTo>
                  <a:pt x="792637" y="1480077"/>
                </a:lnTo>
                <a:lnTo>
                  <a:pt x="780169" y="1477319"/>
                </a:lnTo>
                <a:lnTo>
                  <a:pt x="769927" y="1462150"/>
                </a:lnTo>
                <a:lnTo>
                  <a:pt x="762357" y="1447441"/>
                </a:lnTo>
                <a:lnTo>
                  <a:pt x="763693" y="1438248"/>
                </a:lnTo>
                <a:lnTo>
                  <a:pt x="757013" y="1416185"/>
                </a:lnTo>
                <a:lnTo>
                  <a:pt x="755677" y="1393662"/>
                </a:lnTo>
                <a:lnTo>
                  <a:pt x="759240" y="1382171"/>
                </a:lnTo>
                <a:lnTo>
                  <a:pt x="745436" y="1370220"/>
                </a:lnTo>
                <a:lnTo>
                  <a:pt x="736975" y="1371599"/>
                </a:lnTo>
                <a:lnTo>
                  <a:pt x="726288" y="1363785"/>
                </a:lnTo>
                <a:lnTo>
                  <a:pt x="718272" y="1375735"/>
                </a:lnTo>
                <a:lnTo>
                  <a:pt x="717827" y="1389525"/>
                </a:lnTo>
                <a:lnTo>
                  <a:pt x="713374" y="1412048"/>
                </a:lnTo>
                <a:lnTo>
                  <a:pt x="717827" y="1423999"/>
                </a:lnTo>
                <a:lnTo>
                  <a:pt x="730295" y="1444224"/>
                </a:lnTo>
                <a:lnTo>
                  <a:pt x="732077" y="1451578"/>
                </a:lnTo>
                <a:lnTo>
                  <a:pt x="735194" y="1453417"/>
                </a:lnTo>
                <a:lnTo>
                  <a:pt x="735639" y="1463529"/>
                </a:lnTo>
                <a:lnTo>
                  <a:pt x="740092" y="1463069"/>
                </a:lnTo>
                <a:lnTo>
                  <a:pt x="740092" y="1482375"/>
                </a:lnTo>
                <a:lnTo>
                  <a:pt x="745881" y="1489729"/>
                </a:lnTo>
                <a:lnTo>
                  <a:pt x="748107" y="1500301"/>
                </a:lnTo>
                <a:lnTo>
                  <a:pt x="760130" y="1515010"/>
                </a:lnTo>
                <a:lnTo>
                  <a:pt x="761912" y="1542589"/>
                </a:lnTo>
                <a:lnTo>
                  <a:pt x="766365" y="1555459"/>
                </a:lnTo>
                <a:lnTo>
                  <a:pt x="770372" y="1569249"/>
                </a:lnTo>
                <a:lnTo>
                  <a:pt x="769036" y="1584877"/>
                </a:lnTo>
                <a:lnTo>
                  <a:pt x="780614" y="1585797"/>
                </a:lnTo>
                <a:lnTo>
                  <a:pt x="787740" y="1599126"/>
                </a:lnTo>
                <a:lnTo>
                  <a:pt x="794419" y="1612456"/>
                </a:lnTo>
                <a:lnTo>
                  <a:pt x="793083" y="1617972"/>
                </a:lnTo>
                <a:lnTo>
                  <a:pt x="780614" y="1628544"/>
                </a:lnTo>
                <a:lnTo>
                  <a:pt x="776161" y="1628544"/>
                </a:lnTo>
                <a:lnTo>
                  <a:pt x="773044" y="1610617"/>
                </a:lnTo>
                <a:lnTo>
                  <a:pt x="760130" y="1593611"/>
                </a:lnTo>
                <a:lnTo>
                  <a:pt x="744990" y="1579361"/>
                </a:lnTo>
                <a:lnTo>
                  <a:pt x="733858" y="1572007"/>
                </a:lnTo>
                <a:lnTo>
                  <a:pt x="739201" y="1550403"/>
                </a:lnTo>
                <a:lnTo>
                  <a:pt x="738756" y="1534315"/>
                </a:lnTo>
                <a:lnTo>
                  <a:pt x="729405" y="1525122"/>
                </a:lnTo>
                <a:lnTo>
                  <a:pt x="715600" y="1512252"/>
                </a:lnTo>
                <a:lnTo>
                  <a:pt x="711593" y="1515929"/>
                </a:lnTo>
                <a:lnTo>
                  <a:pt x="707140" y="1508115"/>
                </a:lnTo>
                <a:lnTo>
                  <a:pt x="693781" y="1501220"/>
                </a:lnTo>
                <a:lnTo>
                  <a:pt x="683984" y="1483753"/>
                </a:lnTo>
                <a:lnTo>
                  <a:pt x="686211" y="1481915"/>
                </a:lnTo>
                <a:lnTo>
                  <a:pt x="695562" y="1483294"/>
                </a:lnTo>
                <a:lnTo>
                  <a:pt x="707585" y="1472262"/>
                </a:lnTo>
                <a:lnTo>
                  <a:pt x="712038" y="1458933"/>
                </a:lnTo>
                <a:lnTo>
                  <a:pt x="699124" y="1437788"/>
                </a:lnTo>
                <a:lnTo>
                  <a:pt x="687547" y="1429974"/>
                </a:lnTo>
                <a:lnTo>
                  <a:pt x="683984" y="1411588"/>
                </a:lnTo>
                <a:lnTo>
                  <a:pt x="681312" y="1391823"/>
                </a:lnTo>
                <a:lnTo>
                  <a:pt x="677750" y="1368381"/>
                </a:lnTo>
                <a:lnTo>
                  <a:pt x="676859" y="1341722"/>
                </a:lnTo>
                <a:lnTo>
                  <a:pt x="704913" y="1339423"/>
                </a:lnTo>
                <a:lnTo>
                  <a:pt x="736529" y="1336206"/>
                </a:lnTo>
                <a:lnTo>
                  <a:pt x="736530" y="1336205"/>
                </a:lnTo>
                <a:lnTo>
                  <a:pt x="704914" y="1339422"/>
                </a:lnTo>
                <a:lnTo>
                  <a:pt x="676860" y="1341720"/>
                </a:lnTo>
                <a:lnTo>
                  <a:pt x="678196" y="1327012"/>
                </a:lnTo>
                <a:lnTo>
                  <a:pt x="668844" y="1310005"/>
                </a:lnTo>
                <a:lnTo>
                  <a:pt x="659048" y="1306327"/>
                </a:lnTo>
                <a:lnTo>
                  <a:pt x="659493" y="1298054"/>
                </a:lnTo>
                <a:lnTo>
                  <a:pt x="646579" y="1296215"/>
                </a:lnTo>
                <a:lnTo>
                  <a:pt x="641236" y="1288401"/>
                </a:lnTo>
                <a:lnTo>
                  <a:pt x="619861" y="1285643"/>
                </a:lnTo>
                <a:lnTo>
                  <a:pt x="615854" y="1280587"/>
                </a:lnTo>
                <a:lnTo>
                  <a:pt x="619415" y="1264499"/>
                </a:lnTo>
                <a:lnTo>
                  <a:pt x="608283" y="1235081"/>
                </a:lnTo>
                <a:lnTo>
                  <a:pt x="606056" y="1194172"/>
                </a:lnTo>
                <a:lnTo>
                  <a:pt x="610065" y="1187277"/>
                </a:lnTo>
                <a:lnTo>
                  <a:pt x="604275" y="1177625"/>
                </a:lnTo>
                <a:lnTo>
                  <a:pt x="597596" y="1152804"/>
                </a:lnTo>
                <a:lnTo>
                  <a:pt x="605612" y="1128902"/>
                </a:lnTo>
                <a:lnTo>
                  <a:pt x="601603" y="1112814"/>
                </a:lnTo>
                <a:lnTo>
                  <a:pt x="618971" y="1088452"/>
                </a:lnTo>
                <a:lnTo>
                  <a:pt x="631439" y="1063632"/>
                </a:lnTo>
                <a:lnTo>
                  <a:pt x="636337" y="1041109"/>
                </a:lnTo>
                <a:lnTo>
                  <a:pt x="660829" y="1013530"/>
                </a:lnTo>
                <a:lnTo>
                  <a:pt x="678641" y="987329"/>
                </a:lnTo>
                <a:lnTo>
                  <a:pt x="696453" y="961129"/>
                </a:lnTo>
                <a:lnTo>
                  <a:pt x="715601" y="922059"/>
                </a:lnTo>
                <a:lnTo>
                  <a:pt x="723617" y="897697"/>
                </a:lnTo>
                <a:lnTo>
                  <a:pt x="725398" y="884368"/>
                </a:lnTo>
                <a:lnTo>
                  <a:pt x="731632" y="878392"/>
                </a:lnTo>
                <a:lnTo>
                  <a:pt x="757459" y="888504"/>
                </a:lnTo>
                <a:lnTo>
                  <a:pt x="753006" y="915624"/>
                </a:lnTo>
                <a:lnTo>
                  <a:pt x="762803" y="907810"/>
                </a:lnTo>
                <a:lnTo>
                  <a:pt x="773936" y="884368"/>
                </a:lnTo>
                <a:lnTo>
                  <a:pt x="781060" y="860926"/>
                </a:lnTo>
                <a:lnTo>
                  <a:pt x="777943" y="860926"/>
                </a:lnTo>
                <a:lnTo>
                  <a:pt x="753897" y="832887"/>
                </a:lnTo>
                <a:lnTo>
                  <a:pt x="746772" y="820477"/>
                </a:lnTo>
                <a:lnTo>
                  <a:pt x="715601" y="808526"/>
                </a:lnTo>
                <a:lnTo>
                  <a:pt x="721390" y="783245"/>
                </a:lnTo>
                <a:lnTo>
                  <a:pt x="737421" y="766238"/>
                </a:lnTo>
                <a:lnTo>
                  <a:pt x="719163" y="753828"/>
                </a:lnTo>
                <a:lnTo>
                  <a:pt x="732968" y="731304"/>
                </a:lnTo>
                <a:lnTo>
                  <a:pt x="723616" y="711080"/>
                </a:lnTo>
                <a:lnTo>
                  <a:pt x="734749" y="696371"/>
                </a:lnTo>
                <a:lnTo>
                  <a:pt x="757460" y="683041"/>
                </a:lnTo>
                <a:lnTo>
                  <a:pt x="771709" y="665574"/>
                </a:lnTo>
                <a:lnTo>
                  <a:pt x="751225" y="648108"/>
                </a:lnTo>
                <a:lnTo>
                  <a:pt x="757460" y="616392"/>
                </a:lnTo>
                <a:lnTo>
                  <a:pt x="762358" y="597086"/>
                </a:lnTo>
                <a:lnTo>
                  <a:pt x="755233" y="584676"/>
                </a:lnTo>
                <a:lnTo>
                  <a:pt x="751670" y="573644"/>
                </a:lnTo>
                <a:lnTo>
                  <a:pt x="754343" y="559395"/>
                </a:lnTo>
                <a:lnTo>
                  <a:pt x="754341" y="559396"/>
                </a:lnTo>
                <a:lnTo>
                  <a:pt x="751670" y="573644"/>
                </a:lnTo>
                <a:lnTo>
                  <a:pt x="755232" y="584676"/>
                </a:lnTo>
                <a:lnTo>
                  <a:pt x="762357" y="597086"/>
                </a:lnTo>
                <a:lnTo>
                  <a:pt x="757459" y="616392"/>
                </a:lnTo>
                <a:lnTo>
                  <a:pt x="751224" y="648108"/>
                </a:lnTo>
                <a:lnTo>
                  <a:pt x="771708" y="665574"/>
                </a:lnTo>
                <a:lnTo>
                  <a:pt x="757459" y="683041"/>
                </a:lnTo>
                <a:lnTo>
                  <a:pt x="734748" y="696371"/>
                </a:lnTo>
                <a:lnTo>
                  <a:pt x="732076" y="686258"/>
                </a:lnTo>
                <a:lnTo>
                  <a:pt x="720943" y="677065"/>
                </a:lnTo>
                <a:lnTo>
                  <a:pt x="735639" y="653164"/>
                </a:lnTo>
                <a:lnTo>
                  <a:pt x="728514" y="630641"/>
                </a:lnTo>
                <a:lnTo>
                  <a:pt x="740537" y="604900"/>
                </a:lnTo>
                <a:lnTo>
                  <a:pt x="722280" y="603062"/>
                </a:lnTo>
                <a:lnTo>
                  <a:pt x="690664" y="602602"/>
                </a:lnTo>
                <a:lnTo>
                  <a:pt x="673742" y="594328"/>
                </a:lnTo>
                <a:lnTo>
                  <a:pt x="659047" y="566290"/>
                </a:lnTo>
                <a:lnTo>
                  <a:pt x="644352" y="561233"/>
                </a:lnTo>
                <a:lnTo>
                  <a:pt x="618970" y="551581"/>
                </a:lnTo>
                <a:lnTo>
                  <a:pt x="588689" y="553879"/>
                </a:lnTo>
                <a:lnTo>
                  <a:pt x="561971" y="541468"/>
                </a:lnTo>
                <a:lnTo>
                  <a:pt x="549948" y="529977"/>
                </a:lnTo>
                <a:lnTo>
                  <a:pt x="521894" y="535493"/>
                </a:lnTo>
                <a:lnTo>
                  <a:pt x="506308" y="554339"/>
                </a:lnTo>
                <a:lnTo>
                  <a:pt x="493395" y="556178"/>
                </a:lnTo>
                <a:lnTo>
                  <a:pt x="464004" y="561693"/>
                </a:lnTo>
                <a:lnTo>
                  <a:pt x="436396" y="570886"/>
                </a:lnTo>
                <a:lnTo>
                  <a:pt x="407897" y="576862"/>
                </a:lnTo>
                <a:lnTo>
                  <a:pt x="422146" y="560774"/>
                </a:lnTo>
                <a:lnTo>
                  <a:pt x="459551" y="534114"/>
                </a:lnTo>
                <a:lnTo>
                  <a:pt x="489832" y="525840"/>
                </a:lnTo>
                <a:lnTo>
                  <a:pt x="491613" y="519406"/>
                </a:lnTo>
                <a:lnTo>
                  <a:pt x="449755" y="534114"/>
                </a:lnTo>
                <a:lnTo>
                  <a:pt x="416803" y="552040"/>
                </a:lnTo>
                <a:lnTo>
                  <a:pt x="366928" y="571346"/>
                </a:lnTo>
                <a:lnTo>
                  <a:pt x="367820" y="584676"/>
                </a:lnTo>
                <a:lnTo>
                  <a:pt x="327742" y="603981"/>
                </a:lnTo>
                <a:lnTo>
                  <a:pt x="293454" y="615472"/>
                </a:lnTo>
                <a:lnTo>
                  <a:pt x="264064" y="624205"/>
                </a:lnTo>
                <a:lnTo>
                  <a:pt x="246252" y="636157"/>
                </a:lnTo>
                <a:lnTo>
                  <a:pt x="199050" y="650406"/>
                </a:lnTo>
                <a:lnTo>
                  <a:pt x="179011" y="663276"/>
                </a:lnTo>
                <a:lnTo>
                  <a:pt x="142497" y="675227"/>
                </a:lnTo>
                <a:lnTo>
                  <a:pt x="130474" y="673389"/>
                </a:lnTo>
                <a:lnTo>
                  <a:pt x="102865" y="680743"/>
                </a:lnTo>
                <a:lnTo>
                  <a:pt x="71694" y="690396"/>
                </a:lnTo>
                <a:lnTo>
                  <a:pt x="44530" y="699589"/>
                </a:lnTo>
                <a:lnTo>
                  <a:pt x="0" y="707863"/>
                </a:lnTo>
                <a:lnTo>
                  <a:pt x="1781" y="702806"/>
                </a:lnTo>
                <a:lnTo>
                  <a:pt x="38296" y="689936"/>
                </a:lnTo>
                <a:lnTo>
                  <a:pt x="67686" y="681203"/>
                </a:lnTo>
                <a:lnTo>
                  <a:pt x="105982" y="666034"/>
                </a:lnTo>
                <a:lnTo>
                  <a:pt x="134927" y="663276"/>
                </a:lnTo>
                <a:lnTo>
                  <a:pt x="157192" y="651785"/>
                </a:lnTo>
                <a:lnTo>
                  <a:pt x="203503" y="635238"/>
                </a:lnTo>
                <a:lnTo>
                  <a:pt x="213745" y="629722"/>
                </a:lnTo>
                <a:lnTo>
                  <a:pt x="239127" y="620069"/>
                </a:lnTo>
                <a:lnTo>
                  <a:pt x="264955" y="599385"/>
                </a:lnTo>
                <a:lnTo>
                  <a:pt x="292563" y="583297"/>
                </a:lnTo>
                <a:lnTo>
                  <a:pt x="260056" y="591571"/>
                </a:lnTo>
                <a:lnTo>
                  <a:pt x="258721" y="586514"/>
                </a:lnTo>
                <a:lnTo>
                  <a:pt x="236900" y="596626"/>
                </a:lnTo>
                <a:lnTo>
                  <a:pt x="238682" y="582837"/>
                </a:lnTo>
                <a:lnTo>
                  <a:pt x="222651" y="592490"/>
                </a:lnTo>
                <a:lnTo>
                  <a:pt x="229776" y="579160"/>
                </a:lnTo>
                <a:lnTo>
                  <a:pt x="197269" y="589732"/>
                </a:lnTo>
                <a:lnTo>
                  <a:pt x="184800" y="589732"/>
                </a:lnTo>
                <a:lnTo>
                  <a:pt x="201276" y="573644"/>
                </a:lnTo>
                <a:lnTo>
                  <a:pt x="215971" y="563532"/>
                </a:lnTo>
                <a:lnTo>
                  <a:pt x="214190" y="553879"/>
                </a:lnTo>
                <a:lnTo>
                  <a:pt x="182128" y="559395"/>
                </a:lnTo>
                <a:lnTo>
                  <a:pt x="179457" y="546525"/>
                </a:lnTo>
                <a:lnTo>
                  <a:pt x="173668" y="540090"/>
                </a:lnTo>
                <a:lnTo>
                  <a:pt x="191480" y="524921"/>
                </a:lnTo>
                <a:lnTo>
                  <a:pt x="189699" y="513430"/>
                </a:lnTo>
                <a:lnTo>
                  <a:pt x="215971" y="498261"/>
                </a:lnTo>
                <a:lnTo>
                  <a:pt x="250260" y="483093"/>
                </a:lnTo>
                <a:lnTo>
                  <a:pt x="273861" y="469763"/>
                </a:lnTo>
                <a:lnTo>
                  <a:pt x="292118" y="467924"/>
                </a:lnTo>
                <a:lnTo>
                  <a:pt x="300133" y="472061"/>
                </a:lnTo>
                <a:lnTo>
                  <a:pt x="331750" y="459191"/>
                </a:lnTo>
                <a:lnTo>
                  <a:pt x="342882" y="461489"/>
                </a:lnTo>
                <a:lnTo>
                  <a:pt x="367820" y="453215"/>
                </a:lnTo>
                <a:lnTo>
                  <a:pt x="378952" y="441265"/>
                </a:lnTo>
                <a:lnTo>
                  <a:pt x="374054" y="436668"/>
                </a:lnTo>
                <a:lnTo>
                  <a:pt x="400772" y="426555"/>
                </a:lnTo>
                <a:lnTo>
                  <a:pt x="388303" y="427015"/>
                </a:lnTo>
                <a:lnTo>
                  <a:pt x="360695" y="432531"/>
                </a:lnTo>
                <a:lnTo>
                  <a:pt x="347781" y="438507"/>
                </a:lnTo>
                <a:lnTo>
                  <a:pt x="339766" y="432531"/>
                </a:lnTo>
                <a:lnTo>
                  <a:pt x="309039" y="435748"/>
                </a:lnTo>
                <a:lnTo>
                  <a:pt x="288556" y="429314"/>
                </a:lnTo>
                <a:lnTo>
                  <a:pt x="293899" y="418741"/>
                </a:lnTo>
                <a:lnTo>
                  <a:pt x="289446" y="404033"/>
                </a:lnTo>
                <a:lnTo>
                  <a:pt x="330414" y="393001"/>
                </a:lnTo>
                <a:lnTo>
                  <a:pt x="389194" y="380590"/>
                </a:lnTo>
                <a:lnTo>
                  <a:pt x="404779" y="380590"/>
                </a:lnTo>
                <a:lnTo>
                  <a:pt x="385632" y="393461"/>
                </a:lnTo>
                <a:lnTo>
                  <a:pt x="426599" y="392542"/>
                </a:lnTo>
                <a:lnTo>
                  <a:pt x="431943" y="376454"/>
                </a:lnTo>
                <a:lnTo>
                  <a:pt x="421701" y="366801"/>
                </a:lnTo>
                <a:lnTo>
                  <a:pt x="425263" y="353931"/>
                </a:lnTo>
                <a:lnTo>
                  <a:pt x="422146" y="343359"/>
                </a:lnTo>
                <a:lnTo>
                  <a:pt x="407451" y="335545"/>
                </a:lnTo>
                <a:lnTo>
                  <a:pt x="436396" y="322215"/>
                </a:lnTo>
                <a:lnTo>
                  <a:pt x="469794" y="321296"/>
                </a:lnTo>
                <a:lnTo>
                  <a:pt x="508980" y="310264"/>
                </a:lnTo>
                <a:lnTo>
                  <a:pt x="530355" y="298313"/>
                </a:lnTo>
                <a:lnTo>
                  <a:pt x="565534" y="286362"/>
                </a:lnTo>
                <a:lnTo>
                  <a:pt x="586908" y="283604"/>
                </a:lnTo>
                <a:lnTo>
                  <a:pt x="636782" y="272572"/>
                </a:lnTo>
                <a:lnTo>
                  <a:pt x="650587" y="274411"/>
                </a:lnTo>
                <a:lnTo>
                  <a:pt x="696898" y="261541"/>
                </a:lnTo>
                <a:lnTo>
                  <a:pt x="716491" y="266597"/>
                </a:lnTo>
                <a:lnTo>
                  <a:pt x="714264" y="277629"/>
                </a:lnTo>
                <a:lnTo>
                  <a:pt x="728959" y="273032"/>
                </a:lnTo>
                <a:lnTo>
                  <a:pt x="757013" y="274411"/>
                </a:lnTo>
                <a:lnTo>
                  <a:pt x="748553" y="279927"/>
                </a:lnTo>
                <a:lnTo>
                  <a:pt x="770372" y="284063"/>
                </a:lnTo>
                <a:lnTo>
                  <a:pt x="792193" y="281765"/>
                </a:lnTo>
                <a:lnTo>
                  <a:pt x="819801" y="289120"/>
                </a:lnTo>
                <a:lnTo>
                  <a:pt x="851863" y="291878"/>
                </a:lnTo>
                <a:lnTo>
                  <a:pt x="861659" y="294636"/>
                </a:lnTo>
                <a:lnTo>
                  <a:pt x="891049" y="290958"/>
                </a:lnTo>
                <a:lnTo>
                  <a:pt x="909306" y="298313"/>
                </a:lnTo>
                <a:lnTo>
                  <a:pt x="924892" y="301530"/>
                </a:lnTo>
                <a:lnTo>
                  <a:pt x="815348" y="395300"/>
                </a:lnTo>
                <a:lnTo>
                  <a:pt x="656820" y="545606"/>
                </a:lnTo>
                <a:lnTo>
                  <a:pt x="658964" y="545711"/>
                </a:lnTo>
                <a:lnTo>
                  <a:pt x="656821" y="545606"/>
                </a:lnTo>
                <a:lnTo>
                  <a:pt x="815349" y="395300"/>
                </a:lnTo>
                <a:lnTo>
                  <a:pt x="924893" y="301531"/>
                </a:lnTo>
                <a:lnTo>
                  <a:pt x="951611" y="307506"/>
                </a:lnTo>
                <a:lnTo>
                  <a:pt x="966306" y="319458"/>
                </a:lnTo>
                <a:lnTo>
                  <a:pt x="982782" y="321756"/>
                </a:lnTo>
                <a:lnTo>
                  <a:pt x="1010836" y="311643"/>
                </a:lnTo>
                <a:lnTo>
                  <a:pt x="1042007" y="303829"/>
                </a:lnTo>
                <a:lnTo>
                  <a:pt x="1065608" y="306587"/>
                </a:lnTo>
                <a:lnTo>
                  <a:pt x="1105240" y="296015"/>
                </a:lnTo>
                <a:lnTo>
                  <a:pt x="1141755" y="290040"/>
                </a:lnTo>
                <a:lnTo>
                  <a:pt x="1142646" y="300152"/>
                </a:lnTo>
                <a:lnTo>
                  <a:pt x="1162684" y="294177"/>
                </a:lnTo>
                <a:lnTo>
                  <a:pt x="1180051" y="282686"/>
                </a:lnTo>
                <a:lnTo>
                  <a:pt x="1189403" y="285443"/>
                </a:lnTo>
                <a:lnTo>
                  <a:pt x="1195637" y="307506"/>
                </a:lnTo>
                <a:lnTo>
                  <a:pt x="1237940" y="290500"/>
                </a:lnTo>
                <a:lnTo>
                  <a:pt x="1220574" y="309345"/>
                </a:lnTo>
                <a:lnTo>
                  <a:pt x="1247292" y="305208"/>
                </a:lnTo>
                <a:lnTo>
                  <a:pt x="1261541" y="298313"/>
                </a:lnTo>
                <a:lnTo>
                  <a:pt x="1282026" y="299693"/>
                </a:lnTo>
                <a:lnTo>
                  <a:pt x="1299392" y="309805"/>
                </a:lnTo>
                <a:lnTo>
                  <a:pt x="1332790" y="318998"/>
                </a:lnTo>
                <a:lnTo>
                  <a:pt x="1353719" y="323134"/>
                </a:lnTo>
                <a:lnTo>
                  <a:pt x="1373313" y="321756"/>
                </a:lnTo>
                <a:lnTo>
                  <a:pt x="1386226" y="334626"/>
                </a:lnTo>
                <a:lnTo>
                  <a:pt x="1348376" y="347037"/>
                </a:lnTo>
                <a:lnTo>
                  <a:pt x="1376875" y="352092"/>
                </a:lnTo>
                <a:lnTo>
                  <a:pt x="1429866" y="349335"/>
                </a:lnTo>
                <a:lnTo>
                  <a:pt x="1449459" y="344738"/>
                </a:lnTo>
                <a:lnTo>
                  <a:pt x="1455694" y="359906"/>
                </a:lnTo>
                <a:lnTo>
                  <a:pt x="1487310" y="347496"/>
                </a:lnTo>
                <a:lnTo>
                  <a:pt x="1477959" y="336465"/>
                </a:lnTo>
                <a:lnTo>
                  <a:pt x="1497997" y="328191"/>
                </a:lnTo>
                <a:lnTo>
                  <a:pt x="1521153" y="326812"/>
                </a:lnTo>
                <a:lnTo>
                  <a:pt x="1538520" y="324513"/>
                </a:lnTo>
                <a:lnTo>
                  <a:pt x="1547871" y="330489"/>
                </a:lnTo>
                <a:lnTo>
                  <a:pt x="1554551" y="343819"/>
                </a:lnTo>
                <a:lnTo>
                  <a:pt x="1576816" y="341980"/>
                </a:lnTo>
                <a:lnTo>
                  <a:pt x="1600417" y="353472"/>
                </a:lnTo>
                <a:lnTo>
                  <a:pt x="1632479" y="349335"/>
                </a:lnTo>
                <a:lnTo>
                  <a:pt x="1659197" y="349794"/>
                </a:lnTo>
                <a:lnTo>
                  <a:pt x="1669884" y="334166"/>
                </a:lnTo>
                <a:lnTo>
                  <a:pt x="1689922" y="330029"/>
                </a:lnTo>
                <a:lnTo>
                  <a:pt x="1711743" y="338303"/>
                </a:lnTo>
                <a:lnTo>
                  <a:pt x="1692594" y="362205"/>
                </a:lnTo>
                <a:lnTo>
                  <a:pt x="1720203" y="341980"/>
                </a:lnTo>
                <a:lnTo>
                  <a:pt x="1734453" y="342899"/>
                </a:lnTo>
                <a:lnTo>
                  <a:pt x="1762952" y="317619"/>
                </a:lnTo>
                <a:lnTo>
                  <a:pt x="1755827" y="302450"/>
                </a:lnTo>
                <a:lnTo>
                  <a:pt x="1742914" y="292338"/>
                </a:lnTo>
                <a:lnTo>
                  <a:pt x="1767405" y="265219"/>
                </a:lnTo>
                <a:close/>
                <a:moveTo>
                  <a:pt x="1486864" y="214657"/>
                </a:moveTo>
                <a:lnTo>
                  <a:pt x="1499333" y="219253"/>
                </a:lnTo>
                <a:lnTo>
                  <a:pt x="1478404" y="230285"/>
                </a:lnTo>
                <a:lnTo>
                  <a:pt x="1525160" y="223390"/>
                </a:lnTo>
                <a:lnTo>
                  <a:pt x="1536738" y="235341"/>
                </a:lnTo>
                <a:lnTo>
                  <a:pt x="1569245" y="222931"/>
                </a:lnTo>
                <a:lnTo>
                  <a:pt x="1577260" y="230745"/>
                </a:lnTo>
                <a:lnTo>
                  <a:pt x="1567464" y="254187"/>
                </a:lnTo>
                <a:lnTo>
                  <a:pt x="1586611" y="244534"/>
                </a:lnTo>
                <a:lnTo>
                  <a:pt x="1599081" y="220173"/>
                </a:lnTo>
                <a:lnTo>
                  <a:pt x="1618228" y="216495"/>
                </a:lnTo>
                <a:lnTo>
                  <a:pt x="1631587" y="220173"/>
                </a:lnTo>
                <a:lnTo>
                  <a:pt x="1641384" y="229825"/>
                </a:lnTo>
                <a:lnTo>
                  <a:pt x="1629360" y="253267"/>
                </a:lnTo>
                <a:lnTo>
                  <a:pt x="1618674" y="270275"/>
                </a:lnTo>
                <a:lnTo>
                  <a:pt x="1637376" y="282225"/>
                </a:lnTo>
                <a:lnTo>
                  <a:pt x="1659641" y="294177"/>
                </a:lnTo>
                <a:lnTo>
                  <a:pt x="1648064" y="304749"/>
                </a:lnTo>
                <a:lnTo>
                  <a:pt x="1616447" y="307047"/>
                </a:lnTo>
                <a:lnTo>
                  <a:pt x="1620009" y="316240"/>
                </a:lnTo>
                <a:lnTo>
                  <a:pt x="1605760" y="325433"/>
                </a:lnTo>
                <a:lnTo>
                  <a:pt x="1575924" y="321756"/>
                </a:lnTo>
                <a:lnTo>
                  <a:pt x="1550542" y="314861"/>
                </a:lnTo>
                <a:lnTo>
                  <a:pt x="1527832" y="316240"/>
                </a:lnTo>
                <a:lnTo>
                  <a:pt x="1485529" y="324973"/>
                </a:lnTo>
                <a:lnTo>
                  <a:pt x="1435209" y="328650"/>
                </a:lnTo>
                <a:lnTo>
                  <a:pt x="1400030" y="330949"/>
                </a:lnTo>
                <a:lnTo>
                  <a:pt x="1401366" y="318997"/>
                </a:lnTo>
                <a:lnTo>
                  <a:pt x="1383109" y="312563"/>
                </a:lnTo>
                <a:lnTo>
                  <a:pt x="1363961" y="315320"/>
                </a:lnTo>
                <a:lnTo>
                  <a:pt x="1361289" y="295556"/>
                </a:lnTo>
                <a:lnTo>
                  <a:pt x="1375984" y="292797"/>
                </a:lnTo>
                <a:lnTo>
                  <a:pt x="1408491" y="288661"/>
                </a:lnTo>
                <a:lnTo>
                  <a:pt x="1432982" y="290039"/>
                </a:lnTo>
                <a:lnTo>
                  <a:pt x="1460592" y="285443"/>
                </a:lnTo>
                <a:lnTo>
                  <a:pt x="1431647" y="279927"/>
                </a:lnTo>
                <a:lnTo>
                  <a:pt x="1391124" y="281766"/>
                </a:lnTo>
                <a:lnTo>
                  <a:pt x="1365742" y="281306"/>
                </a:lnTo>
                <a:lnTo>
                  <a:pt x="1365742" y="272573"/>
                </a:lnTo>
                <a:lnTo>
                  <a:pt x="1417842" y="262460"/>
                </a:lnTo>
                <a:lnTo>
                  <a:pt x="1389789" y="262920"/>
                </a:lnTo>
                <a:lnTo>
                  <a:pt x="1365742" y="256485"/>
                </a:lnTo>
                <a:lnTo>
                  <a:pt x="1400476" y="238559"/>
                </a:lnTo>
                <a:lnTo>
                  <a:pt x="1423631" y="228906"/>
                </a:lnTo>
                <a:close/>
                <a:moveTo>
                  <a:pt x="1667657" y="206843"/>
                </a:moveTo>
                <a:lnTo>
                  <a:pt x="1675228" y="212358"/>
                </a:lnTo>
                <a:lnTo>
                  <a:pt x="1644056" y="227987"/>
                </a:lnTo>
                <a:lnTo>
                  <a:pt x="1633814" y="211439"/>
                </a:lnTo>
                <a:lnTo>
                  <a:pt x="1643165" y="207762"/>
                </a:lnTo>
                <a:close/>
                <a:moveTo>
                  <a:pt x="2101381" y="204085"/>
                </a:moveTo>
                <a:lnTo>
                  <a:pt x="2138786" y="206843"/>
                </a:lnTo>
                <a:lnTo>
                  <a:pt x="2158825" y="219713"/>
                </a:lnTo>
                <a:lnTo>
                  <a:pt x="2155708" y="226148"/>
                </a:lnTo>
                <a:lnTo>
                  <a:pt x="2137450" y="225688"/>
                </a:lnTo>
                <a:lnTo>
                  <a:pt x="2119193" y="225229"/>
                </a:lnTo>
                <a:lnTo>
                  <a:pt x="2097373" y="228447"/>
                </a:lnTo>
                <a:lnTo>
                  <a:pt x="2093366" y="226608"/>
                </a:lnTo>
                <a:lnTo>
                  <a:pt x="2084014" y="214197"/>
                </a:lnTo>
                <a:lnTo>
                  <a:pt x="2091584" y="205923"/>
                </a:lnTo>
                <a:close/>
                <a:moveTo>
                  <a:pt x="2007422" y="203166"/>
                </a:moveTo>
                <a:lnTo>
                  <a:pt x="1981594" y="218334"/>
                </a:lnTo>
                <a:lnTo>
                  <a:pt x="1982930" y="233043"/>
                </a:lnTo>
                <a:lnTo>
                  <a:pt x="2014992" y="214197"/>
                </a:lnTo>
                <a:lnTo>
                  <a:pt x="2067092" y="204545"/>
                </a:lnTo>
                <a:lnTo>
                  <a:pt x="2077334" y="228907"/>
                </a:lnTo>
                <a:lnTo>
                  <a:pt x="2063085" y="244534"/>
                </a:lnTo>
                <a:lnTo>
                  <a:pt x="2103162" y="237640"/>
                </a:lnTo>
                <a:lnTo>
                  <a:pt x="2126763" y="227987"/>
                </a:lnTo>
                <a:lnTo>
                  <a:pt x="2157044" y="239938"/>
                </a:lnTo>
                <a:lnTo>
                  <a:pt x="2173520" y="251429"/>
                </a:lnTo>
                <a:lnTo>
                  <a:pt x="2168621" y="262001"/>
                </a:lnTo>
                <a:lnTo>
                  <a:pt x="2205136" y="256486"/>
                </a:lnTo>
                <a:lnTo>
                  <a:pt x="2213597" y="272113"/>
                </a:lnTo>
                <a:lnTo>
                  <a:pt x="2251002" y="281766"/>
                </a:lnTo>
                <a:lnTo>
                  <a:pt x="2260798" y="291419"/>
                </a:lnTo>
                <a:lnTo>
                  <a:pt x="2264807" y="314861"/>
                </a:lnTo>
                <a:lnTo>
                  <a:pt x="2224284" y="326352"/>
                </a:lnTo>
                <a:lnTo>
                  <a:pt x="2258572" y="342899"/>
                </a:lnTo>
                <a:lnTo>
                  <a:pt x="2284845" y="348416"/>
                </a:lnTo>
                <a:lnTo>
                  <a:pt x="2299540" y="371398"/>
                </a:lnTo>
                <a:lnTo>
                  <a:pt x="2328485" y="373237"/>
                </a:lnTo>
                <a:lnTo>
                  <a:pt x="2313790" y="391163"/>
                </a:lnTo>
                <a:lnTo>
                  <a:pt x="2265251" y="421040"/>
                </a:lnTo>
                <a:lnTo>
                  <a:pt x="2247439" y="410009"/>
                </a:lnTo>
                <a:lnTo>
                  <a:pt x="2230519" y="385188"/>
                </a:lnTo>
                <a:lnTo>
                  <a:pt x="2204245" y="388405"/>
                </a:lnTo>
                <a:lnTo>
                  <a:pt x="2194003" y="403574"/>
                </a:lnTo>
                <a:lnTo>
                  <a:pt x="2206027" y="418282"/>
                </a:lnTo>
                <a:lnTo>
                  <a:pt x="2226065" y="430233"/>
                </a:lnTo>
                <a:lnTo>
                  <a:pt x="2230519" y="437128"/>
                </a:lnTo>
                <a:lnTo>
                  <a:pt x="2230073" y="463328"/>
                </a:lnTo>
                <a:lnTo>
                  <a:pt x="2214042" y="482173"/>
                </a:lnTo>
                <a:lnTo>
                  <a:pt x="2193113" y="474820"/>
                </a:lnTo>
                <a:lnTo>
                  <a:pt x="2154817" y="454135"/>
                </a:lnTo>
                <a:lnTo>
                  <a:pt x="2170848" y="476658"/>
                </a:lnTo>
                <a:lnTo>
                  <a:pt x="2183316" y="492746"/>
                </a:lnTo>
                <a:lnTo>
                  <a:pt x="2181980" y="501939"/>
                </a:lnTo>
                <a:lnTo>
                  <a:pt x="2133443" y="491367"/>
                </a:lnTo>
                <a:lnTo>
                  <a:pt x="2099599" y="475739"/>
                </a:lnTo>
                <a:lnTo>
                  <a:pt x="2082678" y="463328"/>
                </a:lnTo>
                <a:lnTo>
                  <a:pt x="2093365" y="455514"/>
                </a:lnTo>
                <a:lnTo>
                  <a:pt x="2071991" y="442184"/>
                </a:lnTo>
                <a:lnTo>
                  <a:pt x="2051062" y="429774"/>
                </a:lnTo>
                <a:lnTo>
                  <a:pt x="2047054" y="437128"/>
                </a:lnTo>
                <a:lnTo>
                  <a:pt x="1988720" y="441265"/>
                </a:lnTo>
                <a:lnTo>
                  <a:pt x="1978032" y="432531"/>
                </a:lnTo>
                <a:lnTo>
                  <a:pt x="2002079" y="413226"/>
                </a:lnTo>
                <a:lnTo>
                  <a:pt x="2038148" y="412767"/>
                </a:lnTo>
                <a:lnTo>
                  <a:pt x="2079561" y="409549"/>
                </a:lnTo>
                <a:lnTo>
                  <a:pt x="2078670" y="400356"/>
                </a:lnTo>
                <a:lnTo>
                  <a:pt x="2092475" y="387486"/>
                </a:lnTo>
                <a:lnTo>
                  <a:pt x="2131661" y="362664"/>
                </a:lnTo>
                <a:lnTo>
                  <a:pt x="2133443" y="351173"/>
                </a:lnTo>
                <a:lnTo>
                  <a:pt x="2131216" y="342899"/>
                </a:lnTo>
                <a:lnTo>
                  <a:pt x="2110287" y="330489"/>
                </a:lnTo>
                <a:lnTo>
                  <a:pt x="2078670" y="322215"/>
                </a:lnTo>
                <a:lnTo>
                  <a:pt x="2094256" y="315780"/>
                </a:lnTo>
                <a:lnTo>
                  <a:pt x="2085350" y="300152"/>
                </a:lnTo>
                <a:lnTo>
                  <a:pt x="2070210" y="298773"/>
                </a:lnTo>
                <a:lnTo>
                  <a:pt x="2061749" y="290499"/>
                </a:lnTo>
                <a:lnTo>
                  <a:pt x="2047054" y="297854"/>
                </a:lnTo>
                <a:lnTo>
                  <a:pt x="2011875" y="301072"/>
                </a:lnTo>
                <a:lnTo>
                  <a:pt x="1949533" y="295556"/>
                </a:lnTo>
                <a:lnTo>
                  <a:pt x="1916581" y="288201"/>
                </a:lnTo>
                <a:lnTo>
                  <a:pt x="1890308" y="284524"/>
                </a:lnTo>
                <a:lnTo>
                  <a:pt x="1881847" y="275791"/>
                </a:lnTo>
                <a:lnTo>
                  <a:pt x="1909901" y="264759"/>
                </a:lnTo>
                <a:lnTo>
                  <a:pt x="1884518" y="264759"/>
                </a:lnTo>
                <a:lnTo>
                  <a:pt x="1899214" y="240398"/>
                </a:lnTo>
                <a:lnTo>
                  <a:pt x="1930830" y="219254"/>
                </a:lnTo>
                <a:lnTo>
                  <a:pt x="1957548" y="209601"/>
                </a:lnTo>
                <a:close/>
                <a:moveTo>
                  <a:pt x="1757163" y="202246"/>
                </a:moveTo>
                <a:lnTo>
                  <a:pt x="1773194" y="207302"/>
                </a:lnTo>
                <a:lnTo>
                  <a:pt x="1807036" y="204084"/>
                </a:lnTo>
                <a:lnTo>
                  <a:pt x="1804810" y="210979"/>
                </a:lnTo>
                <a:lnTo>
                  <a:pt x="1777647" y="222470"/>
                </a:lnTo>
                <a:lnTo>
                  <a:pt x="1794568" y="232583"/>
                </a:lnTo>
                <a:lnTo>
                  <a:pt x="1771412" y="254187"/>
                </a:lnTo>
                <a:lnTo>
                  <a:pt x="1734007" y="263380"/>
                </a:lnTo>
                <a:lnTo>
                  <a:pt x="1718867" y="261541"/>
                </a:lnTo>
                <a:lnTo>
                  <a:pt x="1714859" y="252348"/>
                </a:lnTo>
                <a:lnTo>
                  <a:pt x="1688586" y="233962"/>
                </a:lnTo>
                <a:lnTo>
                  <a:pt x="1696156" y="226148"/>
                </a:lnTo>
                <a:lnTo>
                  <a:pt x="1729108" y="228906"/>
                </a:lnTo>
                <a:lnTo>
                  <a:pt x="1725101" y="213737"/>
                </a:lnTo>
                <a:close/>
                <a:moveTo>
                  <a:pt x="1864926" y="195352"/>
                </a:moveTo>
                <a:lnTo>
                  <a:pt x="1900105" y="196271"/>
                </a:lnTo>
                <a:lnTo>
                  <a:pt x="1927714" y="201787"/>
                </a:lnTo>
                <a:lnTo>
                  <a:pt x="1882738" y="222931"/>
                </a:lnTo>
                <a:lnTo>
                  <a:pt x="1857801" y="227528"/>
                </a:lnTo>
                <a:lnTo>
                  <a:pt x="1823068" y="245454"/>
                </a:lnTo>
                <a:lnTo>
                  <a:pt x="1803474" y="244535"/>
                </a:lnTo>
                <a:lnTo>
                  <a:pt x="1811490" y="223391"/>
                </a:lnTo>
                <a:lnTo>
                  <a:pt x="1823068" y="211900"/>
                </a:lnTo>
                <a:lnTo>
                  <a:pt x="1841770" y="201787"/>
                </a:lnTo>
                <a:close/>
                <a:moveTo>
                  <a:pt x="1408937" y="187997"/>
                </a:moveTo>
                <a:lnTo>
                  <a:pt x="1427640" y="193053"/>
                </a:lnTo>
                <a:lnTo>
                  <a:pt x="1469943" y="194432"/>
                </a:lnTo>
                <a:lnTo>
                  <a:pt x="1478404" y="200867"/>
                </a:lnTo>
                <a:lnTo>
                  <a:pt x="1485529" y="210979"/>
                </a:lnTo>
                <a:lnTo>
                  <a:pt x="1456584" y="216955"/>
                </a:lnTo>
                <a:lnTo>
                  <a:pt x="1394687" y="233502"/>
                </a:lnTo>
                <a:lnTo>
                  <a:pt x="1353719" y="250509"/>
                </a:lnTo>
                <a:lnTo>
                  <a:pt x="1342142" y="260621"/>
                </a:lnTo>
                <a:lnTo>
                  <a:pt x="1282026" y="272572"/>
                </a:lnTo>
                <a:lnTo>
                  <a:pt x="1284697" y="262001"/>
                </a:lnTo>
                <a:lnTo>
                  <a:pt x="1257979" y="249130"/>
                </a:lnTo>
                <a:lnTo>
                  <a:pt x="1277573" y="239018"/>
                </a:lnTo>
                <a:lnTo>
                  <a:pt x="1310971" y="221551"/>
                </a:lnTo>
                <a:lnTo>
                  <a:pt x="1344813" y="205923"/>
                </a:lnTo>
                <a:lnTo>
                  <a:pt x="1346595" y="191674"/>
                </a:lnTo>
                <a:close/>
                <a:moveTo>
                  <a:pt x="1894761" y="160418"/>
                </a:moveTo>
                <a:lnTo>
                  <a:pt x="1900996" y="168692"/>
                </a:lnTo>
                <a:lnTo>
                  <a:pt x="1899660" y="176046"/>
                </a:lnTo>
                <a:lnTo>
                  <a:pt x="1881402" y="184780"/>
                </a:lnTo>
                <a:lnTo>
                  <a:pt x="1858247" y="182941"/>
                </a:lnTo>
                <a:lnTo>
                  <a:pt x="1843997" y="176966"/>
                </a:lnTo>
                <a:lnTo>
                  <a:pt x="1864036" y="166853"/>
                </a:lnTo>
                <a:close/>
                <a:moveTo>
                  <a:pt x="1860473" y="136056"/>
                </a:moveTo>
                <a:lnTo>
                  <a:pt x="1861363" y="146628"/>
                </a:lnTo>
                <a:lnTo>
                  <a:pt x="1848895" y="158119"/>
                </a:lnTo>
                <a:lnTo>
                  <a:pt x="1823068" y="175586"/>
                </a:lnTo>
                <a:lnTo>
                  <a:pt x="1792341" y="177885"/>
                </a:lnTo>
                <a:lnTo>
                  <a:pt x="1778092" y="174207"/>
                </a:lnTo>
                <a:lnTo>
                  <a:pt x="1793232" y="160877"/>
                </a:lnTo>
                <a:lnTo>
                  <a:pt x="1763842" y="162256"/>
                </a:lnTo>
                <a:lnTo>
                  <a:pt x="1782990" y="144789"/>
                </a:lnTo>
                <a:lnTo>
                  <a:pt x="1799911" y="145709"/>
                </a:lnTo>
                <a:lnTo>
                  <a:pt x="1834200" y="137894"/>
                </a:lnTo>
                <a:lnTo>
                  <a:pt x="1856020" y="139273"/>
                </a:lnTo>
                <a:close/>
                <a:moveTo>
                  <a:pt x="1679236" y="134677"/>
                </a:moveTo>
                <a:lnTo>
                  <a:pt x="1693039" y="136975"/>
                </a:lnTo>
                <a:lnTo>
                  <a:pt x="1685024" y="148006"/>
                </a:lnTo>
                <a:lnTo>
                  <a:pt x="1681907" y="155821"/>
                </a:lnTo>
                <a:lnTo>
                  <a:pt x="1701501" y="152144"/>
                </a:lnTo>
                <a:lnTo>
                  <a:pt x="1717531" y="153063"/>
                </a:lnTo>
                <a:lnTo>
                  <a:pt x="1707289" y="164554"/>
                </a:lnTo>
                <a:lnTo>
                  <a:pt x="1684578" y="175126"/>
                </a:lnTo>
                <a:lnTo>
                  <a:pt x="1622681" y="178804"/>
                </a:lnTo>
                <a:lnTo>
                  <a:pt x="1567910" y="188916"/>
                </a:lnTo>
                <a:lnTo>
                  <a:pt x="1541192" y="189375"/>
                </a:lnTo>
                <a:lnTo>
                  <a:pt x="1547871" y="182021"/>
                </a:lnTo>
                <a:lnTo>
                  <a:pt x="1595518" y="171449"/>
                </a:lnTo>
                <a:lnTo>
                  <a:pt x="1515809" y="174207"/>
                </a:lnTo>
                <a:lnTo>
                  <a:pt x="1497106" y="170070"/>
                </a:lnTo>
                <a:lnTo>
                  <a:pt x="1549206" y="148006"/>
                </a:lnTo>
                <a:lnTo>
                  <a:pt x="1573253" y="141572"/>
                </a:lnTo>
                <a:lnTo>
                  <a:pt x="1610214" y="149386"/>
                </a:lnTo>
                <a:lnTo>
                  <a:pt x="1623127" y="162716"/>
                </a:lnTo>
                <a:lnTo>
                  <a:pt x="1650291" y="164554"/>
                </a:lnTo>
                <a:lnTo>
                  <a:pt x="1653407" y="142951"/>
                </a:lnTo>
                <a:close/>
                <a:moveTo>
                  <a:pt x="1900996" y="126404"/>
                </a:moveTo>
                <a:lnTo>
                  <a:pt x="1933057" y="127783"/>
                </a:lnTo>
                <a:lnTo>
                  <a:pt x="1943300" y="135137"/>
                </a:lnTo>
                <a:lnTo>
                  <a:pt x="1976252" y="135137"/>
                </a:lnTo>
                <a:lnTo>
                  <a:pt x="1982486" y="142492"/>
                </a:lnTo>
                <a:lnTo>
                  <a:pt x="1970018" y="150766"/>
                </a:lnTo>
                <a:lnTo>
                  <a:pt x="1983822" y="155821"/>
                </a:lnTo>
                <a:lnTo>
                  <a:pt x="1989165" y="161338"/>
                </a:lnTo>
                <a:lnTo>
                  <a:pt x="2010985" y="162257"/>
                </a:lnTo>
                <a:lnTo>
                  <a:pt x="2033695" y="164095"/>
                </a:lnTo>
                <a:lnTo>
                  <a:pt x="2065312" y="159499"/>
                </a:lnTo>
                <a:lnTo>
                  <a:pt x="2101382" y="157200"/>
                </a:lnTo>
                <a:lnTo>
                  <a:pt x="2127209" y="159039"/>
                </a:lnTo>
                <a:lnTo>
                  <a:pt x="2137451" y="167772"/>
                </a:lnTo>
                <a:lnTo>
                  <a:pt x="2132998" y="176965"/>
                </a:lnTo>
                <a:lnTo>
                  <a:pt x="2116968" y="183400"/>
                </a:lnTo>
                <a:lnTo>
                  <a:pt x="2087132" y="188457"/>
                </a:lnTo>
                <a:lnTo>
                  <a:pt x="2067984" y="185239"/>
                </a:lnTo>
                <a:lnTo>
                  <a:pt x="2015438" y="188917"/>
                </a:lnTo>
                <a:lnTo>
                  <a:pt x="1979814" y="189376"/>
                </a:lnTo>
                <a:lnTo>
                  <a:pt x="1954877" y="186618"/>
                </a:lnTo>
                <a:lnTo>
                  <a:pt x="1916581" y="179264"/>
                </a:lnTo>
                <a:lnTo>
                  <a:pt x="1923706" y="166393"/>
                </a:lnTo>
                <a:lnTo>
                  <a:pt x="1933057" y="155362"/>
                </a:lnTo>
                <a:lnTo>
                  <a:pt x="1926823" y="145250"/>
                </a:lnTo>
                <a:lnTo>
                  <a:pt x="1895652" y="142492"/>
                </a:lnTo>
                <a:lnTo>
                  <a:pt x="1884074" y="135597"/>
                </a:lnTo>
                <a:close/>
                <a:moveTo>
                  <a:pt x="1595963" y="115832"/>
                </a:moveTo>
                <a:lnTo>
                  <a:pt x="1570136" y="132839"/>
                </a:lnTo>
                <a:lnTo>
                  <a:pt x="1546534" y="140653"/>
                </a:lnTo>
                <a:lnTo>
                  <a:pt x="1529613" y="141572"/>
                </a:lnTo>
                <a:lnTo>
                  <a:pt x="1485528" y="151225"/>
                </a:lnTo>
                <a:lnTo>
                  <a:pt x="1453912" y="154902"/>
                </a:lnTo>
                <a:lnTo>
                  <a:pt x="1437881" y="149845"/>
                </a:lnTo>
                <a:lnTo>
                  <a:pt x="1489981" y="132839"/>
                </a:lnTo>
                <a:lnTo>
                  <a:pt x="1544308" y="118590"/>
                </a:lnTo>
                <a:lnTo>
                  <a:pt x="1568799" y="119049"/>
                </a:lnTo>
                <a:close/>
                <a:moveTo>
                  <a:pt x="1923260" y="111695"/>
                </a:moveTo>
                <a:lnTo>
                  <a:pt x="1955323" y="112155"/>
                </a:lnTo>
                <a:lnTo>
                  <a:pt x="1962447" y="115831"/>
                </a:lnTo>
                <a:lnTo>
                  <a:pt x="1957549" y="118590"/>
                </a:lnTo>
                <a:lnTo>
                  <a:pt x="1949533" y="119050"/>
                </a:lnTo>
                <a:lnTo>
                  <a:pt x="1920143" y="117671"/>
                </a:lnTo>
                <a:close/>
                <a:moveTo>
                  <a:pt x="1691258" y="104800"/>
                </a:moveTo>
                <a:lnTo>
                  <a:pt x="1709516" y="108017"/>
                </a:lnTo>
                <a:lnTo>
                  <a:pt x="1695711" y="114453"/>
                </a:lnTo>
                <a:lnTo>
                  <a:pt x="1656525" y="120888"/>
                </a:lnTo>
                <a:lnTo>
                  <a:pt x="1641830" y="113993"/>
                </a:lnTo>
                <a:lnTo>
                  <a:pt x="1664540" y="107098"/>
                </a:lnTo>
                <a:close/>
                <a:moveTo>
                  <a:pt x="1708179" y="90091"/>
                </a:moveTo>
                <a:lnTo>
                  <a:pt x="1715749" y="91010"/>
                </a:lnTo>
                <a:lnTo>
                  <a:pt x="1730444" y="95147"/>
                </a:lnTo>
                <a:lnTo>
                  <a:pt x="1705062" y="99284"/>
                </a:lnTo>
                <a:lnTo>
                  <a:pt x="1678344" y="99284"/>
                </a:lnTo>
                <a:lnTo>
                  <a:pt x="1682797" y="96066"/>
                </a:lnTo>
                <a:close/>
                <a:moveTo>
                  <a:pt x="1914800" y="89632"/>
                </a:moveTo>
                <a:lnTo>
                  <a:pt x="1934393" y="90551"/>
                </a:lnTo>
                <a:lnTo>
                  <a:pt x="1941964" y="91930"/>
                </a:lnTo>
                <a:lnTo>
                  <a:pt x="1952205" y="99285"/>
                </a:lnTo>
                <a:lnTo>
                  <a:pt x="1938846" y="106638"/>
                </a:lnTo>
                <a:lnTo>
                  <a:pt x="1909456" y="111235"/>
                </a:lnTo>
                <a:lnTo>
                  <a:pt x="1902331" y="106179"/>
                </a:lnTo>
                <a:lnTo>
                  <a:pt x="1905003" y="98365"/>
                </a:lnTo>
                <a:close/>
                <a:moveTo>
                  <a:pt x="1817278" y="80439"/>
                </a:moveTo>
                <a:lnTo>
                  <a:pt x="1844442" y="83197"/>
                </a:lnTo>
                <a:lnTo>
                  <a:pt x="1877840" y="91011"/>
                </a:lnTo>
                <a:lnTo>
                  <a:pt x="1877394" y="101123"/>
                </a:lnTo>
                <a:lnTo>
                  <a:pt x="1872496" y="109856"/>
                </a:lnTo>
                <a:lnTo>
                  <a:pt x="1848895" y="107558"/>
                </a:lnTo>
                <a:lnTo>
                  <a:pt x="1831083" y="100663"/>
                </a:lnTo>
                <a:lnTo>
                  <a:pt x="1796349" y="99744"/>
                </a:lnTo>
                <a:lnTo>
                  <a:pt x="1819950" y="93768"/>
                </a:lnTo>
                <a:lnTo>
                  <a:pt x="1807482" y="88713"/>
                </a:lnTo>
                <a:close/>
                <a:moveTo>
                  <a:pt x="2071991" y="41828"/>
                </a:moveTo>
                <a:lnTo>
                  <a:pt x="2079116" y="51940"/>
                </a:lnTo>
                <a:lnTo>
                  <a:pt x="2100045" y="56077"/>
                </a:lnTo>
                <a:lnTo>
                  <a:pt x="2121420" y="60214"/>
                </a:lnTo>
                <a:lnTo>
                  <a:pt x="2118303" y="73084"/>
                </a:lnTo>
                <a:lnTo>
                  <a:pt x="2130326" y="79979"/>
                </a:lnTo>
                <a:lnTo>
                  <a:pt x="2101382" y="85955"/>
                </a:lnTo>
                <a:lnTo>
                  <a:pt x="2054179" y="102043"/>
                </a:lnTo>
                <a:lnTo>
                  <a:pt x="2023899" y="103421"/>
                </a:lnTo>
                <a:lnTo>
                  <a:pt x="1993619" y="100663"/>
                </a:lnTo>
                <a:lnTo>
                  <a:pt x="1986494" y="91930"/>
                </a:lnTo>
                <a:lnTo>
                  <a:pt x="1995845" y="84576"/>
                </a:lnTo>
                <a:lnTo>
                  <a:pt x="2014993" y="79060"/>
                </a:lnTo>
                <a:lnTo>
                  <a:pt x="1985603" y="79060"/>
                </a:lnTo>
                <a:lnTo>
                  <a:pt x="1976697" y="72165"/>
                </a:lnTo>
                <a:lnTo>
                  <a:pt x="1978478" y="63431"/>
                </a:lnTo>
                <a:lnTo>
                  <a:pt x="2000298" y="54698"/>
                </a:lnTo>
                <a:lnTo>
                  <a:pt x="2018555" y="48723"/>
                </a:lnTo>
                <a:lnTo>
                  <a:pt x="2036367" y="47344"/>
                </a:lnTo>
                <a:lnTo>
                  <a:pt x="2035031" y="42747"/>
                </a:lnTo>
                <a:close/>
                <a:moveTo>
                  <a:pt x="2408640" y="6895"/>
                </a:moveTo>
                <a:lnTo>
                  <a:pt x="2439811" y="7814"/>
                </a:lnTo>
                <a:lnTo>
                  <a:pt x="2470982" y="8733"/>
                </a:lnTo>
                <a:lnTo>
                  <a:pt x="2509723" y="10112"/>
                </a:lnTo>
                <a:lnTo>
                  <a:pt x="2539559" y="12411"/>
                </a:lnTo>
                <a:lnTo>
                  <a:pt x="2562714" y="17007"/>
                </a:lnTo>
                <a:lnTo>
                  <a:pt x="2557816" y="21604"/>
                </a:lnTo>
                <a:lnTo>
                  <a:pt x="2514177" y="29417"/>
                </a:lnTo>
                <a:lnTo>
                  <a:pt x="2474099" y="33095"/>
                </a:lnTo>
                <a:lnTo>
                  <a:pt x="2456287" y="37232"/>
                </a:lnTo>
                <a:lnTo>
                  <a:pt x="2489685" y="37232"/>
                </a:lnTo>
                <a:lnTo>
                  <a:pt x="2442928" y="48723"/>
                </a:lnTo>
                <a:lnTo>
                  <a:pt x="2412648" y="54239"/>
                </a:lnTo>
                <a:lnTo>
                  <a:pt x="2371234" y="70327"/>
                </a:lnTo>
                <a:lnTo>
                  <a:pt x="2335165" y="73544"/>
                </a:lnTo>
                <a:lnTo>
                  <a:pt x="2321361" y="78141"/>
                </a:lnTo>
                <a:lnTo>
                  <a:pt x="2271041" y="79979"/>
                </a:lnTo>
                <a:lnTo>
                  <a:pt x="2290635" y="82737"/>
                </a:lnTo>
                <a:lnTo>
                  <a:pt x="2275940" y="86415"/>
                </a:lnTo>
                <a:lnTo>
                  <a:pt x="2279057" y="96987"/>
                </a:lnTo>
                <a:lnTo>
                  <a:pt x="2256792" y="104341"/>
                </a:lnTo>
                <a:lnTo>
                  <a:pt x="2226066" y="110316"/>
                </a:lnTo>
                <a:lnTo>
                  <a:pt x="2210481" y="118590"/>
                </a:lnTo>
                <a:lnTo>
                  <a:pt x="2181090" y="125485"/>
                </a:lnTo>
                <a:lnTo>
                  <a:pt x="2178864" y="130541"/>
                </a:lnTo>
                <a:lnTo>
                  <a:pt x="2207809" y="129622"/>
                </a:lnTo>
                <a:lnTo>
                  <a:pt x="2202910" y="135137"/>
                </a:lnTo>
                <a:lnTo>
                  <a:pt x="2146357" y="148468"/>
                </a:lnTo>
                <a:lnTo>
                  <a:pt x="2108506" y="142032"/>
                </a:lnTo>
                <a:lnTo>
                  <a:pt x="2056406" y="145709"/>
                </a:lnTo>
                <a:lnTo>
                  <a:pt x="2034141" y="142952"/>
                </a:lnTo>
                <a:lnTo>
                  <a:pt x="2003860" y="141573"/>
                </a:lnTo>
                <a:lnTo>
                  <a:pt x="2013212" y="131001"/>
                </a:lnTo>
                <a:lnTo>
                  <a:pt x="2048836" y="125944"/>
                </a:lnTo>
                <a:lnTo>
                  <a:pt x="2057742" y="110316"/>
                </a:lnTo>
                <a:lnTo>
                  <a:pt x="2069319" y="108937"/>
                </a:lnTo>
                <a:lnTo>
                  <a:pt x="2102717" y="118130"/>
                </a:lnTo>
                <a:lnTo>
                  <a:pt x="2095147" y="104341"/>
                </a:lnTo>
                <a:lnTo>
                  <a:pt x="2073328" y="100204"/>
                </a:lnTo>
                <a:lnTo>
                  <a:pt x="2095593" y="91930"/>
                </a:lnTo>
                <a:lnTo>
                  <a:pt x="2129435" y="86874"/>
                </a:lnTo>
                <a:lnTo>
                  <a:pt x="2141904" y="79520"/>
                </a:lnTo>
                <a:lnTo>
                  <a:pt x="2128545" y="71706"/>
                </a:lnTo>
                <a:lnTo>
                  <a:pt x="2133443" y="61593"/>
                </a:lnTo>
                <a:lnTo>
                  <a:pt x="2175301" y="62053"/>
                </a:lnTo>
                <a:lnTo>
                  <a:pt x="2185098" y="64351"/>
                </a:lnTo>
                <a:lnTo>
                  <a:pt x="2217605" y="56997"/>
                </a:lnTo>
                <a:lnTo>
                  <a:pt x="2185098" y="54698"/>
                </a:lnTo>
                <a:lnTo>
                  <a:pt x="2128990" y="56077"/>
                </a:lnTo>
                <a:lnTo>
                  <a:pt x="2109397" y="49643"/>
                </a:lnTo>
                <a:lnTo>
                  <a:pt x="2105835" y="41829"/>
                </a:lnTo>
                <a:lnTo>
                  <a:pt x="2094702" y="36312"/>
                </a:lnTo>
                <a:lnTo>
                  <a:pt x="2099600" y="30337"/>
                </a:lnTo>
                <a:lnTo>
                  <a:pt x="2126318" y="26660"/>
                </a:lnTo>
                <a:lnTo>
                  <a:pt x="2145021" y="26200"/>
                </a:lnTo>
                <a:lnTo>
                  <a:pt x="2177974" y="23443"/>
                </a:lnTo>
                <a:lnTo>
                  <a:pt x="2208254" y="16548"/>
                </a:lnTo>
                <a:lnTo>
                  <a:pt x="2225621" y="17467"/>
                </a:lnTo>
                <a:lnTo>
                  <a:pt x="2236308" y="22523"/>
                </a:lnTo>
                <a:lnTo>
                  <a:pt x="2258573" y="13330"/>
                </a:lnTo>
                <a:lnTo>
                  <a:pt x="2281729" y="10572"/>
                </a:lnTo>
                <a:lnTo>
                  <a:pt x="2310674" y="8733"/>
                </a:lnTo>
                <a:lnTo>
                  <a:pt x="2356985" y="7814"/>
                </a:lnTo>
                <a:lnTo>
                  <a:pt x="2362774" y="9653"/>
                </a:lnTo>
                <a:close/>
                <a:moveTo>
                  <a:pt x="2973283" y="0"/>
                </a:moveTo>
                <a:lnTo>
                  <a:pt x="3090397" y="1838"/>
                </a:lnTo>
                <a:lnTo>
                  <a:pt x="3179013" y="15628"/>
                </a:lnTo>
                <a:lnTo>
                  <a:pt x="3149178" y="22063"/>
                </a:lnTo>
                <a:lnTo>
                  <a:pt x="3091288" y="22982"/>
                </a:lnTo>
                <a:lnTo>
                  <a:pt x="3008907" y="24821"/>
                </a:lnTo>
                <a:lnTo>
                  <a:pt x="3015141" y="28039"/>
                </a:lnTo>
                <a:lnTo>
                  <a:pt x="3069914" y="25741"/>
                </a:lnTo>
                <a:lnTo>
                  <a:pt x="3113108" y="32175"/>
                </a:lnTo>
                <a:lnTo>
                  <a:pt x="3144279" y="26660"/>
                </a:lnTo>
                <a:lnTo>
                  <a:pt x="3154966" y="33095"/>
                </a:lnTo>
                <a:lnTo>
                  <a:pt x="3134927" y="44127"/>
                </a:lnTo>
                <a:lnTo>
                  <a:pt x="3175896" y="36772"/>
                </a:lnTo>
                <a:lnTo>
                  <a:pt x="3252042" y="29877"/>
                </a:lnTo>
                <a:lnTo>
                  <a:pt x="3296572" y="33555"/>
                </a:lnTo>
                <a:lnTo>
                  <a:pt x="3304142" y="41368"/>
                </a:lnTo>
                <a:lnTo>
                  <a:pt x="3238238" y="54698"/>
                </a:lnTo>
                <a:lnTo>
                  <a:pt x="3228441" y="59294"/>
                </a:lnTo>
                <a:lnTo>
                  <a:pt x="3177677" y="62972"/>
                </a:lnTo>
                <a:lnTo>
                  <a:pt x="3213746" y="63891"/>
                </a:lnTo>
                <a:lnTo>
                  <a:pt x="3191926" y="78600"/>
                </a:lnTo>
                <a:lnTo>
                  <a:pt x="3175896" y="91930"/>
                </a:lnTo>
                <a:lnTo>
                  <a:pt x="3170552" y="115832"/>
                </a:lnTo>
                <a:lnTo>
                  <a:pt x="3187028" y="130540"/>
                </a:lnTo>
                <a:lnTo>
                  <a:pt x="3160755" y="131000"/>
                </a:lnTo>
                <a:lnTo>
                  <a:pt x="3131810" y="138355"/>
                </a:lnTo>
                <a:lnTo>
                  <a:pt x="3159865" y="150305"/>
                </a:lnTo>
                <a:lnTo>
                  <a:pt x="3159419" y="169611"/>
                </a:lnTo>
                <a:lnTo>
                  <a:pt x="3140716" y="171909"/>
                </a:lnTo>
                <a:lnTo>
                  <a:pt x="3158974" y="191674"/>
                </a:lnTo>
                <a:lnTo>
                  <a:pt x="3120233" y="193513"/>
                </a:lnTo>
                <a:lnTo>
                  <a:pt x="3138045" y="202706"/>
                </a:lnTo>
                <a:lnTo>
                  <a:pt x="3130920" y="210979"/>
                </a:lnTo>
                <a:lnTo>
                  <a:pt x="3105538" y="214657"/>
                </a:lnTo>
                <a:lnTo>
                  <a:pt x="3081046" y="215116"/>
                </a:lnTo>
                <a:lnTo>
                  <a:pt x="3099749" y="230744"/>
                </a:lnTo>
                <a:lnTo>
                  <a:pt x="3097522" y="241776"/>
                </a:lnTo>
                <a:lnTo>
                  <a:pt x="3065015" y="231663"/>
                </a:lnTo>
                <a:lnTo>
                  <a:pt x="3054328" y="238099"/>
                </a:lnTo>
                <a:lnTo>
                  <a:pt x="3076593" y="244075"/>
                </a:lnTo>
                <a:lnTo>
                  <a:pt x="3097077" y="258783"/>
                </a:lnTo>
                <a:lnTo>
                  <a:pt x="3099749" y="278548"/>
                </a:lnTo>
                <a:lnTo>
                  <a:pt x="3066797" y="283145"/>
                </a:lnTo>
                <a:lnTo>
                  <a:pt x="3054773" y="273492"/>
                </a:lnTo>
                <a:lnTo>
                  <a:pt x="3036070" y="259702"/>
                </a:lnTo>
                <a:lnTo>
                  <a:pt x="3038297" y="276250"/>
                </a:lnTo>
                <a:lnTo>
                  <a:pt x="3014251" y="289120"/>
                </a:lnTo>
                <a:lnTo>
                  <a:pt x="3061898" y="290040"/>
                </a:lnTo>
                <a:lnTo>
                  <a:pt x="3086390" y="291418"/>
                </a:lnTo>
                <a:lnTo>
                  <a:pt x="3033399" y="313022"/>
                </a:lnTo>
                <a:lnTo>
                  <a:pt x="2979072" y="332787"/>
                </a:lnTo>
                <a:lnTo>
                  <a:pt x="2922518" y="341060"/>
                </a:lnTo>
                <a:lnTo>
                  <a:pt x="2902035" y="341520"/>
                </a:lnTo>
                <a:lnTo>
                  <a:pt x="2880215" y="351173"/>
                </a:lnTo>
                <a:lnTo>
                  <a:pt x="2846817" y="377832"/>
                </a:lnTo>
                <a:lnTo>
                  <a:pt x="2801396" y="395759"/>
                </a:lnTo>
                <a:lnTo>
                  <a:pt x="2788037" y="397138"/>
                </a:lnTo>
                <a:lnTo>
                  <a:pt x="2760873" y="403113"/>
                </a:lnTo>
                <a:lnTo>
                  <a:pt x="2731484" y="409549"/>
                </a:lnTo>
                <a:lnTo>
                  <a:pt x="2710109" y="425177"/>
                </a:lnTo>
                <a:lnTo>
                  <a:pt x="2703875" y="443563"/>
                </a:lnTo>
                <a:lnTo>
                  <a:pt x="2688735" y="461030"/>
                </a:lnTo>
                <a:lnTo>
                  <a:pt x="2650439" y="482173"/>
                </a:lnTo>
                <a:lnTo>
                  <a:pt x="2651774" y="502857"/>
                </a:lnTo>
                <a:lnTo>
                  <a:pt x="2635744" y="524921"/>
                </a:lnTo>
                <a:lnTo>
                  <a:pt x="2617486" y="551121"/>
                </a:lnTo>
                <a:lnTo>
                  <a:pt x="2588542" y="552960"/>
                </a:lnTo>
                <a:lnTo>
                  <a:pt x="2566276" y="530896"/>
                </a:lnTo>
                <a:lnTo>
                  <a:pt x="2526199" y="530436"/>
                </a:lnTo>
                <a:lnTo>
                  <a:pt x="2511950" y="515728"/>
                </a:lnTo>
                <a:lnTo>
                  <a:pt x="2508387" y="489988"/>
                </a:lnTo>
                <a:lnTo>
                  <a:pt x="2487013" y="456892"/>
                </a:lnTo>
                <a:lnTo>
                  <a:pt x="2483896" y="439885"/>
                </a:lnTo>
                <a:lnTo>
                  <a:pt x="2490575" y="416444"/>
                </a:lnTo>
                <a:lnTo>
                  <a:pt x="2474099" y="393001"/>
                </a:lnTo>
                <a:lnTo>
                  <a:pt x="2488794" y="374155"/>
                </a:lnTo>
                <a:lnTo>
                  <a:pt x="2480333" y="364962"/>
                </a:lnTo>
                <a:lnTo>
                  <a:pt x="2511504" y="335545"/>
                </a:lnTo>
                <a:lnTo>
                  <a:pt x="2543566" y="325892"/>
                </a:lnTo>
                <a:lnTo>
                  <a:pt x="2555144" y="315780"/>
                </a:lnTo>
                <a:lnTo>
                  <a:pt x="2567613" y="296474"/>
                </a:lnTo>
                <a:lnTo>
                  <a:pt x="2543121" y="305208"/>
                </a:lnTo>
                <a:lnTo>
                  <a:pt x="2531543" y="308885"/>
                </a:lnTo>
                <a:lnTo>
                  <a:pt x="2513286" y="312102"/>
                </a:lnTo>
                <a:lnTo>
                  <a:pt x="2494583" y="304288"/>
                </a:lnTo>
                <a:lnTo>
                  <a:pt x="2501263" y="287281"/>
                </a:lnTo>
                <a:lnTo>
                  <a:pt x="2514622" y="274411"/>
                </a:lnTo>
                <a:lnTo>
                  <a:pt x="2531543" y="273952"/>
                </a:lnTo>
                <a:lnTo>
                  <a:pt x="2565386" y="280847"/>
                </a:lnTo>
                <a:lnTo>
                  <a:pt x="2541785" y="265218"/>
                </a:lnTo>
                <a:lnTo>
                  <a:pt x="2529762" y="256944"/>
                </a:lnTo>
                <a:lnTo>
                  <a:pt x="2510169" y="260162"/>
                </a:lnTo>
                <a:lnTo>
                  <a:pt x="2498591" y="254187"/>
                </a:lnTo>
                <a:lnTo>
                  <a:pt x="2529762" y="232123"/>
                </a:lnTo>
                <a:lnTo>
                  <a:pt x="2523973" y="222930"/>
                </a:lnTo>
                <a:lnTo>
                  <a:pt x="2519075" y="206843"/>
                </a:lnTo>
                <a:lnTo>
                  <a:pt x="2512840" y="182022"/>
                </a:lnTo>
                <a:lnTo>
                  <a:pt x="2496810" y="173288"/>
                </a:lnTo>
                <a:lnTo>
                  <a:pt x="2503044" y="163636"/>
                </a:lnTo>
                <a:lnTo>
                  <a:pt x="2466974" y="150305"/>
                </a:lnTo>
                <a:lnTo>
                  <a:pt x="2432686" y="148467"/>
                </a:lnTo>
                <a:lnTo>
                  <a:pt x="2387711" y="149386"/>
                </a:lnTo>
                <a:lnTo>
                  <a:pt x="2345407" y="151225"/>
                </a:lnTo>
                <a:lnTo>
                  <a:pt x="2331602" y="143871"/>
                </a:lnTo>
                <a:lnTo>
                  <a:pt x="2314681" y="129621"/>
                </a:lnTo>
                <a:lnTo>
                  <a:pt x="2363664" y="122726"/>
                </a:lnTo>
                <a:lnTo>
                  <a:pt x="2397507" y="121807"/>
                </a:lnTo>
                <a:lnTo>
                  <a:pt x="2332493" y="115832"/>
                </a:lnTo>
                <a:lnTo>
                  <a:pt x="2303548" y="107099"/>
                </a:lnTo>
                <a:lnTo>
                  <a:pt x="2313345" y="98825"/>
                </a:lnTo>
                <a:lnTo>
                  <a:pt x="2383258" y="88713"/>
                </a:lnTo>
                <a:lnTo>
                  <a:pt x="2450053" y="78600"/>
                </a:lnTo>
                <a:lnTo>
                  <a:pt x="2462521" y="71246"/>
                </a:lnTo>
                <a:lnTo>
                  <a:pt x="2426452" y="63891"/>
                </a:lnTo>
                <a:lnTo>
                  <a:pt x="2446935" y="56077"/>
                </a:lnTo>
                <a:lnTo>
                  <a:pt x="2512395" y="42748"/>
                </a:lnTo>
                <a:lnTo>
                  <a:pt x="2536441" y="40908"/>
                </a:lnTo>
                <a:lnTo>
                  <a:pt x="2537332" y="32635"/>
                </a:lnTo>
                <a:lnTo>
                  <a:pt x="2577409" y="27579"/>
                </a:lnTo>
                <a:lnTo>
                  <a:pt x="2626392" y="24821"/>
                </a:lnTo>
                <a:lnTo>
                  <a:pt x="2672704" y="24821"/>
                </a:lnTo>
                <a:lnTo>
                  <a:pt x="2685172" y="30337"/>
                </a:lnTo>
                <a:lnTo>
                  <a:pt x="2732374" y="20224"/>
                </a:lnTo>
                <a:lnTo>
                  <a:pt x="2763991" y="27119"/>
                </a:lnTo>
                <a:lnTo>
                  <a:pt x="2784475" y="28498"/>
                </a:lnTo>
                <a:lnTo>
                  <a:pt x="2812083" y="34474"/>
                </a:lnTo>
                <a:lnTo>
                  <a:pt x="2782248" y="24821"/>
                </a:lnTo>
                <a:lnTo>
                  <a:pt x="2789373" y="17007"/>
                </a:lnTo>
                <a:lnTo>
                  <a:pt x="2845926" y="6895"/>
                </a:lnTo>
                <a:lnTo>
                  <a:pt x="2897582" y="7814"/>
                </a:lnTo>
                <a:lnTo>
                  <a:pt x="2920292" y="137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19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/>
          <a:p>
            <a:endParaRPr lang="en-ID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6B894-9B20-5634-AB78-69A4D4FA3666}"/>
              </a:ext>
            </a:extLst>
          </p:cNvPr>
          <p:cNvSpPr txBox="1"/>
          <p:nvPr/>
        </p:nvSpPr>
        <p:spPr>
          <a:xfrm>
            <a:off x="2711671" y="1222416"/>
            <a:ext cx="67686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Market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Opportunity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BF51092-4935-25DD-C9D3-BA5B300BDD5D}"/>
              </a:ext>
            </a:extLst>
          </p:cNvPr>
          <p:cNvSpPr/>
          <p:nvPr/>
        </p:nvSpPr>
        <p:spPr>
          <a:xfrm>
            <a:off x="3399629" y="4190386"/>
            <a:ext cx="1426964" cy="1996613"/>
          </a:xfrm>
          <a:custGeom>
            <a:avLst/>
            <a:gdLst>
              <a:gd name="connsiteX0" fmla="*/ 764138 w 1381329"/>
              <a:gd name="connsiteY0" fmla="*/ 1984312 h 2071187"/>
              <a:gd name="connsiteX1" fmla="*/ 780614 w 1381329"/>
              <a:gd name="connsiteY1" fmla="*/ 1987990 h 2071187"/>
              <a:gd name="connsiteX2" fmla="*/ 807332 w 1381329"/>
              <a:gd name="connsiteY2" fmla="*/ 2050503 h 2071187"/>
              <a:gd name="connsiteX3" fmla="*/ 829597 w 1381329"/>
              <a:gd name="connsiteY3" fmla="*/ 2050503 h 2071187"/>
              <a:gd name="connsiteX4" fmla="*/ 837427 w 1381329"/>
              <a:gd name="connsiteY4" fmla="*/ 2051041 h 2071187"/>
              <a:gd name="connsiteX5" fmla="*/ 829598 w 1381329"/>
              <a:gd name="connsiteY5" fmla="*/ 2050502 h 2071187"/>
              <a:gd name="connsiteX6" fmla="*/ 807333 w 1381329"/>
              <a:gd name="connsiteY6" fmla="*/ 2050502 h 2071187"/>
              <a:gd name="connsiteX7" fmla="*/ 780615 w 1381329"/>
              <a:gd name="connsiteY7" fmla="*/ 1987990 h 2071187"/>
              <a:gd name="connsiteX8" fmla="*/ 794420 w 1381329"/>
              <a:gd name="connsiteY8" fmla="*/ 2000861 h 2071187"/>
              <a:gd name="connsiteX9" fmla="*/ 813568 w 1381329"/>
              <a:gd name="connsiteY9" fmla="*/ 2022004 h 2071187"/>
              <a:gd name="connsiteX10" fmla="*/ 848301 w 1381329"/>
              <a:gd name="connsiteY10" fmla="*/ 2039011 h 2071187"/>
              <a:gd name="connsiteX11" fmla="*/ 880808 w 1381329"/>
              <a:gd name="connsiteY11" fmla="*/ 2045906 h 2071187"/>
              <a:gd name="connsiteX12" fmla="*/ 877246 w 1381329"/>
              <a:gd name="connsiteY12" fmla="*/ 2059695 h 2071187"/>
              <a:gd name="connsiteX13" fmla="*/ 857652 w 1381329"/>
              <a:gd name="connsiteY13" fmla="*/ 2061074 h 2071187"/>
              <a:gd name="connsiteX14" fmla="*/ 842957 w 1381329"/>
              <a:gd name="connsiteY14" fmla="*/ 2051422 h 2071187"/>
              <a:gd name="connsiteX15" fmla="*/ 842956 w 1381329"/>
              <a:gd name="connsiteY15" fmla="*/ 2051422 h 2071187"/>
              <a:gd name="connsiteX16" fmla="*/ 840729 w 1381329"/>
              <a:gd name="connsiteY16" fmla="*/ 2062453 h 2071187"/>
              <a:gd name="connsiteX17" fmla="*/ 826480 w 1381329"/>
              <a:gd name="connsiteY17" fmla="*/ 2071187 h 2071187"/>
              <a:gd name="connsiteX18" fmla="*/ 815793 w 1381329"/>
              <a:gd name="connsiteY18" fmla="*/ 2070267 h 2071187"/>
              <a:gd name="connsiteX19" fmla="*/ 801988 w 1381329"/>
              <a:gd name="connsiteY19" fmla="*/ 2067969 h 2071187"/>
              <a:gd name="connsiteX20" fmla="*/ 783286 w 1381329"/>
              <a:gd name="connsiteY20" fmla="*/ 2059696 h 2071187"/>
              <a:gd name="connsiteX21" fmla="*/ 759239 w 1381329"/>
              <a:gd name="connsiteY21" fmla="*/ 2055558 h 2071187"/>
              <a:gd name="connsiteX22" fmla="*/ 725842 w 1381329"/>
              <a:gd name="connsiteY22" fmla="*/ 2039930 h 2071187"/>
              <a:gd name="connsiteX23" fmla="*/ 697343 w 1381329"/>
              <a:gd name="connsiteY23" fmla="*/ 2025222 h 2071187"/>
              <a:gd name="connsiteX24" fmla="*/ 653703 w 1381329"/>
              <a:gd name="connsiteY24" fmla="*/ 1993505 h 2071187"/>
              <a:gd name="connsiteX25" fmla="*/ 674187 w 1381329"/>
              <a:gd name="connsiteY25" fmla="*/ 1999481 h 2071187"/>
              <a:gd name="connsiteX26" fmla="*/ 712482 w 1381329"/>
              <a:gd name="connsiteY26" fmla="*/ 2018327 h 2071187"/>
              <a:gd name="connsiteX27" fmla="*/ 744990 w 1381329"/>
              <a:gd name="connsiteY27" fmla="*/ 2028439 h 2071187"/>
              <a:gd name="connsiteX28" fmla="*/ 750333 w 1381329"/>
              <a:gd name="connsiteY28" fmla="*/ 2015569 h 2071187"/>
              <a:gd name="connsiteX29" fmla="*/ 748998 w 1381329"/>
              <a:gd name="connsiteY29" fmla="*/ 1996264 h 2071187"/>
              <a:gd name="connsiteX30" fmla="*/ 651315 w 1381329"/>
              <a:gd name="connsiteY30" fmla="*/ 1919432 h 2071187"/>
              <a:gd name="connsiteX31" fmla="*/ 653258 w 1381329"/>
              <a:gd name="connsiteY31" fmla="*/ 1923638 h 2071187"/>
              <a:gd name="connsiteX32" fmla="*/ 653258 w 1381329"/>
              <a:gd name="connsiteY32" fmla="*/ 1923638 h 2071187"/>
              <a:gd name="connsiteX33" fmla="*/ 651923 w 1381329"/>
              <a:gd name="connsiteY33" fmla="*/ 1862965 h 2071187"/>
              <a:gd name="connsiteX34" fmla="*/ 651477 w 1381329"/>
              <a:gd name="connsiteY34" fmla="*/ 1880891 h 2071187"/>
              <a:gd name="connsiteX35" fmla="*/ 639454 w 1381329"/>
              <a:gd name="connsiteY35" fmla="*/ 1893761 h 2071187"/>
              <a:gd name="connsiteX36" fmla="*/ 639455 w 1381329"/>
              <a:gd name="connsiteY36" fmla="*/ 1893762 h 2071187"/>
              <a:gd name="connsiteX37" fmla="*/ 651477 w 1381329"/>
              <a:gd name="connsiteY37" fmla="*/ 1880892 h 2071187"/>
              <a:gd name="connsiteX38" fmla="*/ 636628 w 1381329"/>
              <a:gd name="connsiteY38" fmla="*/ 1773618 h 2071187"/>
              <a:gd name="connsiteX39" fmla="*/ 642126 w 1381329"/>
              <a:gd name="connsiteY39" fmla="*/ 1785284 h 2071187"/>
              <a:gd name="connsiteX40" fmla="*/ 646605 w 1381329"/>
              <a:gd name="connsiteY40" fmla="*/ 1820170 h 2071187"/>
              <a:gd name="connsiteX41" fmla="*/ 642126 w 1381329"/>
              <a:gd name="connsiteY41" fmla="*/ 1785284 h 2071187"/>
              <a:gd name="connsiteX42" fmla="*/ 639658 w 1381329"/>
              <a:gd name="connsiteY42" fmla="*/ 1758394 h 2071187"/>
              <a:gd name="connsiteX43" fmla="*/ 642126 w 1381329"/>
              <a:gd name="connsiteY43" fmla="*/ 1762761 h 2071187"/>
              <a:gd name="connsiteX44" fmla="*/ 634111 w 1381329"/>
              <a:gd name="connsiteY44" fmla="*/ 1768276 h 2071187"/>
              <a:gd name="connsiteX45" fmla="*/ 634111 w 1381329"/>
              <a:gd name="connsiteY45" fmla="*/ 1768277 h 2071187"/>
              <a:gd name="connsiteX46" fmla="*/ 642126 w 1381329"/>
              <a:gd name="connsiteY46" fmla="*/ 1762762 h 2071187"/>
              <a:gd name="connsiteX47" fmla="*/ 626985 w 1381329"/>
              <a:gd name="connsiteY47" fmla="*/ 1733803 h 2071187"/>
              <a:gd name="connsiteX48" fmla="*/ 623423 w 1381329"/>
              <a:gd name="connsiteY48" fmla="*/ 1746213 h 2071187"/>
              <a:gd name="connsiteX49" fmla="*/ 623424 w 1381329"/>
              <a:gd name="connsiteY49" fmla="*/ 1746213 h 2071187"/>
              <a:gd name="connsiteX50" fmla="*/ 626986 w 1381329"/>
              <a:gd name="connsiteY50" fmla="*/ 1733803 h 2071187"/>
              <a:gd name="connsiteX51" fmla="*/ 603055 w 1381329"/>
              <a:gd name="connsiteY51" fmla="*/ 1702149 h 2071187"/>
              <a:gd name="connsiteX52" fmla="*/ 613181 w 1381329"/>
              <a:gd name="connsiteY52" fmla="*/ 1722771 h 2071187"/>
              <a:gd name="connsiteX53" fmla="*/ 616497 w 1381329"/>
              <a:gd name="connsiteY53" fmla="*/ 1725421 h 2071187"/>
              <a:gd name="connsiteX54" fmla="*/ 613182 w 1381329"/>
              <a:gd name="connsiteY54" fmla="*/ 1722772 h 2071187"/>
              <a:gd name="connsiteX55" fmla="*/ 597230 w 1381329"/>
              <a:gd name="connsiteY55" fmla="*/ 1666052 h 2071187"/>
              <a:gd name="connsiteX56" fmla="*/ 604275 w 1381329"/>
              <a:gd name="connsiteY56" fmla="*/ 1683241 h 2071187"/>
              <a:gd name="connsiteX57" fmla="*/ 596705 w 1381329"/>
              <a:gd name="connsiteY57" fmla="*/ 1689216 h 2071187"/>
              <a:gd name="connsiteX58" fmla="*/ 596705 w 1381329"/>
              <a:gd name="connsiteY58" fmla="*/ 1689217 h 2071187"/>
              <a:gd name="connsiteX59" fmla="*/ 604276 w 1381329"/>
              <a:gd name="connsiteY59" fmla="*/ 1683241 h 2071187"/>
              <a:gd name="connsiteX60" fmla="*/ 585193 w 1381329"/>
              <a:gd name="connsiteY60" fmla="*/ 1593230 h 2071187"/>
              <a:gd name="connsiteX61" fmla="*/ 586018 w 1381329"/>
              <a:gd name="connsiteY61" fmla="*/ 1617511 h 2071187"/>
              <a:gd name="connsiteX62" fmla="*/ 587498 w 1381329"/>
              <a:gd name="connsiteY62" fmla="*/ 1629924 h 2071187"/>
              <a:gd name="connsiteX63" fmla="*/ 586018 w 1381329"/>
              <a:gd name="connsiteY63" fmla="*/ 1617512 h 2071187"/>
              <a:gd name="connsiteX64" fmla="*/ 596260 w 1381329"/>
              <a:gd name="connsiteY64" fmla="*/ 1580739 h 2071187"/>
              <a:gd name="connsiteX65" fmla="*/ 585128 w 1381329"/>
              <a:gd name="connsiteY65" fmla="*/ 1591311 h 2071187"/>
              <a:gd name="connsiteX66" fmla="*/ 585128 w 1381329"/>
              <a:gd name="connsiteY66" fmla="*/ 1591311 h 2071187"/>
              <a:gd name="connsiteX67" fmla="*/ 596260 w 1381329"/>
              <a:gd name="connsiteY67" fmla="*/ 1580740 h 2071187"/>
              <a:gd name="connsiteX68" fmla="*/ 578247 w 1381329"/>
              <a:gd name="connsiteY68" fmla="*/ 1539366 h 2071187"/>
              <a:gd name="connsiteX69" fmla="*/ 581565 w 1381329"/>
              <a:gd name="connsiteY69" fmla="*/ 1551781 h 2071187"/>
              <a:gd name="connsiteX70" fmla="*/ 581565 w 1381329"/>
              <a:gd name="connsiteY70" fmla="*/ 1551782 h 2071187"/>
              <a:gd name="connsiteX71" fmla="*/ 587799 w 1381329"/>
              <a:gd name="connsiteY71" fmla="*/ 1505816 h 2071187"/>
              <a:gd name="connsiteX72" fmla="*/ 574440 w 1381329"/>
              <a:gd name="connsiteY72" fmla="*/ 1525121 h 2071187"/>
              <a:gd name="connsiteX73" fmla="*/ 574440 w 1381329"/>
              <a:gd name="connsiteY73" fmla="*/ 1525122 h 2071187"/>
              <a:gd name="connsiteX74" fmla="*/ 587799 w 1381329"/>
              <a:gd name="connsiteY74" fmla="*/ 1505817 h 2071187"/>
              <a:gd name="connsiteX75" fmla="*/ 583832 w 1381329"/>
              <a:gd name="connsiteY75" fmla="*/ 1431367 h 2071187"/>
              <a:gd name="connsiteX76" fmla="*/ 588689 w 1381329"/>
              <a:gd name="connsiteY76" fmla="*/ 1452496 h 2071187"/>
              <a:gd name="connsiteX77" fmla="*/ 581565 w 1381329"/>
              <a:gd name="connsiteY77" fmla="*/ 1480995 h 2071187"/>
              <a:gd name="connsiteX78" fmla="*/ 584567 w 1381329"/>
              <a:gd name="connsiteY78" fmla="*/ 1492950 h 2071187"/>
              <a:gd name="connsiteX79" fmla="*/ 581565 w 1381329"/>
              <a:gd name="connsiteY79" fmla="*/ 1480995 h 2071187"/>
              <a:gd name="connsiteX80" fmla="*/ 588690 w 1381329"/>
              <a:gd name="connsiteY80" fmla="*/ 1452497 h 2071187"/>
              <a:gd name="connsiteX81" fmla="*/ 857207 w 1381329"/>
              <a:gd name="connsiteY81" fmla="*/ 1424917 h 2071187"/>
              <a:gd name="connsiteX82" fmla="*/ 857207 w 1381329"/>
              <a:gd name="connsiteY82" fmla="*/ 1424918 h 2071187"/>
              <a:gd name="connsiteX83" fmla="*/ 857854 w 1381329"/>
              <a:gd name="connsiteY83" fmla="*/ 1431762 h 2071187"/>
              <a:gd name="connsiteX84" fmla="*/ 859879 w 1381329"/>
              <a:gd name="connsiteY84" fmla="*/ 1334826 h 2071187"/>
              <a:gd name="connsiteX85" fmla="*/ 859879 w 1381329"/>
              <a:gd name="connsiteY85" fmla="*/ 1334826 h 2071187"/>
              <a:gd name="connsiteX86" fmla="*/ 857652 w 1381329"/>
              <a:gd name="connsiteY86" fmla="*/ 1358728 h 2071187"/>
              <a:gd name="connsiteX87" fmla="*/ 856762 w 1381329"/>
              <a:gd name="connsiteY87" fmla="*/ 1373896 h 2071187"/>
              <a:gd name="connsiteX88" fmla="*/ 857653 w 1381329"/>
              <a:gd name="connsiteY88" fmla="*/ 1358728 h 2071187"/>
              <a:gd name="connsiteX89" fmla="*/ 875020 w 1381329"/>
              <a:gd name="connsiteY89" fmla="*/ 1331608 h 2071187"/>
              <a:gd name="connsiteX90" fmla="*/ 903073 w 1381329"/>
              <a:gd name="connsiteY90" fmla="*/ 1354590 h 2071187"/>
              <a:gd name="connsiteX91" fmla="*/ 903074 w 1381329"/>
              <a:gd name="connsiteY91" fmla="*/ 1354590 h 2071187"/>
              <a:gd name="connsiteX92" fmla="*/ 875021 w 1381329"/>
              <a:gd name="connsiteY92" fmla="*/ 1331608 h 2071187"/>
              <a:gd name="connsiteX93" fmla="*/ 585572 w 1381329"/>
              <a:gd name="connsiteY93" fmla="*/ 1236920 h 2071187"/>
              <a:gd name="connsiteX94" fmla="*/ 570877 w 1381329"/>
              <a:gd name="connsiteY94" fmla="*/ 1255306 h 2071187"/>
              <a:gd name="connsiteX95" fmla="*/ 559300 w 1381329"/>
              <a:gd name="connsiteY95" fmla="*/ 1282885 h 2071187"/>
              <a:gd name="connsiteX96" fmla="*/ 555292 w 1381329"/>
              <a:gd name="connsiteY96" fmla="*/ 1310004 h 2071187"/>
              <a:gd name="connsiteX97" fmla="*/ 562862 w 1381329"/>
              <a:gd name="connsiteY97" fmla="*/ 1338502 h 2071187"/>
              <a:gd name="connsiteX98" fmla="*/ 553511 w 1381329"/>
              <a:gd name="connsiteY98" fmla="*/ 1368840 h 2071187"/>
              <a:gd name="connsiteX99" fmla="*/ 575330 w 1381329"/>
              <a:gd name="connsiteY99" fmla="*/ 1419860 h 2071187"/>
              <a:gd name="connsiteX100" fmla="*/ 575331 w 1381329"/>
              <a:gd name="connsiteY100" fmla="*/ 1419860 h 2071187"/>
              <a:gd name="connsiteX101" fmla="*/ 553511 w 1381329"/>
              <a:gd name="connsiteY101" fmla="*/ 1368840 h 2071187"/>
              <a:gd name="connsiteX102" fmla="*/ 562863 w 1381329"/>
              <a:gd name="connsiteY102" fmla="*/ 1338503 h 2071187"/>
              <a:gd name="connsiteX103" fmla="*/ 555293 w 1381329"/>
              <a:gd name="connsiteY103" fmla="*/ 1310005 h 2071187"/>
              <a:gd name="connsiteX104" fmla="*/ 559300 w 1381329"/>
              <a:gd name="connsiteY104" fmla="*/ 1282885 h 2071187"/>
              <a:gd name="connsiteX105" fmla="*/ 570878 w 1381329"/>
              <a:gd name="connsiteY105" fmla="*/ 1255306 h 2071187"/>
              <a:gd name="connsiteX106" fmla="*/ 585572 w 1381329"/>
              <a:gd name="connsiteY106" fmla="*/ 1236920 h 2071187"/>
              <a:gd name="connsiteX107" fmla="*/ 580229 w 1381329"/>
              <a:gd name="connsiteY107" fmla="*/ 1215776 h 2071187"/>
              <a:gd name="connsiteX108" fmla="*/ 576666 w 1381329"/>
              <a:gd name="connsiteY108" fmla="*/ 1225429 h 2071187"/>
              <a:gd name="connsiteX109" fmla="*/ 576667 w 1381329"/>
              <a:gd name="connsiteY109" fmla="*/ 1225429 h 2071187"/>
              <a:gd name="connsiteX110" fmla="*/ 580229 w 1381329"/>
              <a:gd name="connsiteY110" fmla="*/ 1215777 h 2071187"/>
              <a:gd name="connsiteX111" fmla="*/ 927566 w 1381329"/>
              <a:gd name="connsiteY111" fmla="*/ 1196931 h 2071187"/>
              <a:gd name="connsiteX112" fmla="*/ 927565 w 1381329"/>
              <a:gd name="connsiteY112" fmla="*/ 1196931 h 2071187"/>
              <a:gd name="connsiteX113" fmla="*/ 941814 w 1381329"/>
              <a:gd name="connsiteY113" fmla="*/ 1214397 h 2071187"/>
              <a:gd name="connsiteX114" fmla="*/ 943596 w 1381329"/>
              <a:gd name="connsiteY114" fmla="*/ 1237839 h 2071187"/>
              <a:gd name="connsiteX115" fmla="*/ 924893 w 1381329"/>
              <a:gd name="connsiteY115" fmla="*/ 1253927 h 2071187"/>
              <a:gd name="connsiteX116" fmla="*/ 910198 w 1381329"/>
              <a:gd name="connsiteY116" fmla="*/ 1265878 h 2071187"/>
              <a:gd name="connsiteX117" fmla="*/ 886597 w 1381329"/>
              <a:gd name="connsiteY117" fmla="*/ 1294836 h 2071187"/>
              <a:gd name="connsiteX118" fmla="*/ 859880 w 1381329"/>
              <a:gd name="connsiteY118" fmla="*/ 1334825 h 2071187"/>
              <a:gd name="connsiteX119" fmla="*/ 859881 w 1381329"/>
              <a:gd name="connsiteY119" fmla="*/ 1334825 h 2071187"/>
              <a:gd name="connsiteX120" fmla="*/ 886599 w 1381329"/>
              <a:gd name="connsiteY120" fmla="*/ 1294836 h 2071187"/>
              <a:gd name="connsiteX121" fmla="*/ 910199 w 1381329"/>
              <a:gd name="connsiteY121" fmla="*/ 1265878 h 2071187"/>
              <a:gd name="connsiteX122" fmla="*/ 924894 w 1381329"/>
              <a:gd name="connsiteY122" fmla="*/ 1253927 h 2071187"/>
              <a:gd name="connsiteX123" fmla="*/ 943597 w 1381329"/>
              <a:gd name="connsiteY123" fmla="*/ 1237839 h 2071187"/>
              <a:gd name="connsiteX124" fmla="*/ 941816 w 1381329"/>
              <a:gd name="connsiteY124" fmla="*/ 1214397 h 2071187"/>
              <a:gd name="connsiteX125" fmla="*/ 603384 w 1381329"/>
              <a:gd name="connsiteY125" fmla="*/ 1121548 h 2071187"/>
              <a:gd name="connsiteX126" fmla="*/ 598041 w 1381329"/>
              <a:gd name="connsiteY126" fmla="*/ 1152344 h 2071187"/>
              <a:gd name="connsiteX127" fmla="*/ 573104 w 1381329"/>
              <a:gd name="connsiteY127" fmla="*/ 1166593 h 2071187"/>
              <a:gd name="connsiteX128" fmla="*/ 579005 w 1381329"/>
              <a:gd name="connsiteY128" fmla="*/ 1207330 h 2071187"/>
              <a:gd name="connsiteX129" fmla="*/ 573105 w 1381329"/>
              <a:gd name="connsiteY129" fmla="*/ 1166594 h 2071187"/>
              <a:gd name="connsiteX130" fmla="*/ 598041 w 1381329"/>
              <a:gd name="connsiteY130" fmla="*/ 1152344 h 2071187"/>
              <a:gd name="connsiteX131" fmla="*/ 603385 w 1381329"/>
              <a:gd name="connsiteY131" fmla="*/ 1121548 h 2071187"/>
              <a:gd name="connsiteX132" fmla="*/ 860326 w 1381329"/>
              <a:gd name="connsiteY132" fmla="*/ 1094888 h 2071187"/>
              <a:gd name="connsiteX133" fmla="*/ 860325 w 1381329"/>
              <a:gd name="connsiteY133" fmla="*/ 1094888 h 2071187"/>
              <a:gd name="connsiteX134" fmla="*/ 877691 w 1381329"/>
              <a:gd name="connsiteY134" fmla="*/ 1103163 h 2071187"/>
              <a:gd name="connsiteX135" fmla="*/ 883034 w 1381329"/>
              <a:gd name="connsiteY135" fmla="*/ 1111896 h 2071187"/>
              <a:gd name="connsiteX136" fmla="*/ 887933 w 1381329"/>
              <a:gd name="connsiteY136" fmla="*/ 1139015 h 2071187"/>
              <a:gd name="connsiteX137" fmla="*/ 891495 w 1381329"/>
              <a:gd name="connsiteY137" fmla="*/ 1150046 h 2071187"/>
              <a:gd name="connsiteX138" fmla="*/ 900846 w 1381329"/>
              <a:gd name="connsiteY138" fmla="*/ 1151426 h 2071187"/>
              <a:gd name="connsiteX139" fmla="*/ 909752 w 1381329"/>
              <a:gd name="connsiteY139" fmla="*/ 1146829 h 2071187"/>
              <a:gd name="connsiteX140" fmla="*/ 919104 w 1381329"/>
              <a:gd name="connsiteY140" fmla="*/ 1151885 h 2071187"/>
              <a:gd name="connsiteX141" fmla="*/ 920440 w 1381329"/>
              <a:gd name="connsiteY141" fmla="*/ 1168432 h 2071187"/>
              <a:gd name="connsiteX142" fmla="*/ 919104 w 1381329"/>
              <a:gd name="connsiteY142" fmla="*/ 1185900 h 2071187"/>
              <a:gd name="connsiteX143" fmla="*/ 915987 w 1381329"/>
              <a:gd name="connsiteY143" fmla="*/ 1202906 h 2071187"/>
              <a:gd name="connsiteX144" fmla="*/ 914651 w 1381329"/>
              <a:gd name="connsiteY144" fmla="*/ 1228647 h 2071187"/>
              <a:gd name="connsiteX145" fmla="*/ 914651 w 1381329"/>
              <a:gd name="connsiteY145" fmla="*/ 1228646 h 2071187"/>
              <a:gd name="connsiteX146" fmla="*/ 915987 w 1381329"/>
              <a:gd name="connsiteY146" fmla="*/ 1202906 h 2071187"/>
              <a:gd name="connsiteX147" fmla="*/ 915988 w 1381329"/>
              <a:gd name="connsiteY147" fmla="*/ 1202905 h 2071187"/>
              <a:gd name="connsiteX148" fmla="*/ 919105 w 1381329"/>
              <a:gd name="connsiteY148" fmla="*/ 1185899 h 2071187"/>
              <a:gd name="connsiteX149" fmla="*/ 920441 w 1381329"/>
              <a:gd name="connsiteY149" fmla="*/ 1168432 h 2071187"/>
              <a:gd name="connsiteX150" fmla="*/ 919105 w 1381329"/>
              <a:gd name="connsiteY150" fmla="*/ 1151885 h 2071187"/>
              <a:gd name="connsiteX151" fmla="*/ 909754 w 1381329"/>
              <a:gd name="connsiteY151" fmla="*/ 1146828 h 2071187"/>
              <a:gd name="connsiteX152" fmla="*/ 900848 w 1381329"/>
              <a:gd name="connsiteY152" fmla="*/ 1151425 h 2071187"/>
              <a:gd name="connsiteX153" fmla="*/ 891497 w 1381329"/>
              <a:gd name="connsiteY153" fmla="*/ 1150046 h 2071187"/>
              <a:gd name="connsiteX154" fmla="*/ 887934 w 1381329"/>
              <a:gd name="connsiteY154" fmla="*/ 1139015 h 2071187"/>
              <a:gd name="connsiteX155" fmla="*/ 883035 w 1381329"/>
              <a:gd name="connsiteY155" fmla="*/ 1111895 h 2071187"/>
              <a:gd name="connsiteX156" fmla="*/ 877693 w 1381329"/>
              <a:gd name="connsiteY156" fmla="*/ 1103162 h 2071187"/>
              <a:gd name="connsiteX157" fmla="*/ 812231 w 1381329"/>
              <a:gd name="connsiteY157" fmla="*/ 1029619 h 2071187"/>
              <a:gd name="connsiteX158" fmla="*/ 812547 w 1381329"/>
              <a:gd name="connsiteY158" fmla="*/ 1031788 h 2071187"/>
              <a:gd name="connsiteX159" fmla="*/ 812232 w 1381329"/>
              <a:gd name="connsiteY159" fmla="*/ 1029619 h 2071187"/>
              <a:gd name="connsiteX160" fmla="*/ 732430 w 1381329"/>
              <a:gd name="connsiteY160" fmla="*/ 1020650 h 2071187"/>
              <a:gd name="connsiteX161" fmla="*/ 722280 w 1381329"/>
              <a:gd name="connsiteY161" fmla="*/ 1022724 h 2071187"/>
              <a:gd name="connsiteX162" fmla="*/ 712929 w 1381329"/>
              <a:gd name="connsiteY162" fmla="*/ 1048464 h 2071187"/>
              <a:gd name="connsiteX163" fmla="*/ 722281 w 1381329"/>
              <a:gd name="connsiteY163" fmla="*/ 1022724 h 2071187"/>
              <a:gd name="connsiteX164" fmla="*/ 556627 w 1381329"/>
              <a:gd name="connsiteY164" fmla="*/ 1015829 h 2071187"/>
              <a:gd name="connsiteX165" fmla="*/ 552870 w 1381329"/>
              <a:gd name="connsiteY165" fmla="*/ 1037692 h 2071187"/>
              <a:gd name="connsiteX166" fmla="*/ 556628 w 1381329"/>
              <a:gd name="connsiteY166" fmla="*/ 1015829 h 2071187"/>
              <a:gd name="connsiteX167" fmla="*/ 535698 w 1381329"/>
              <a:gd name="connsiteY167" fmla="*/ 930333 h 2071187"/>
              <a:gd name="connsiteX168" fmla="*/ 522785 w 1381329"/>
              <a:gd name="connsiteY168" fmla="*/ 962049 h 2071187"/>
              <a:gd name="connsiteX169" fmla="*/ 535699 w 1381329"/>
              <a:gd name="connsiteY169" fmla="*/ 930334 h 2071187"/>
              <a:gd name="connsiteX170" fmla="*/ 527683 w 1381329"/>
              <a:gd name="connsiteY170" fmla="*/ 895400 h 2071187"/>
              <a:gd name="connsiteX171" fmla="*/ 522785 w 1381329"/>
              <a:gd name="connsiteY171" fmla="*/ 905512 h 2071187"/>
              <a:gd name="connsiteX172" fmla="*/ 522785 w 1381329"/>
              <a:gd name="connsiteY172" fmla="*/ 905512 h 2071187"/>
              <a:gd name="connsiteX173" fmla="*/ 742318 w 1381329"/>
              <a:gd name="connsiteY173" fmla="*/ 888505 h 2071187"/>
              <a:gd name="connsiteX174" fmla="*/ 754787 w 1381329"/>
              <a:gd name="connsiteY174" fmla="*/ 922979 h 2071187"/>
              <a:gd name="connsiteX175" fmla="*/ 802434 w 1381329"/>
              <a:gd name="connsiteY175" fmla="*/ 924358 h 2071187"/>
              <a:gd name="connsiteX176" fmla="*/ 800208 w 1381329"/>
              <a:gd name="connsiteY176" fmla="*/ 941365 h 2071187"/>
              <a:gd name="connsiteX177" fmla="*/ 803770 w 1381329"/>
              <a:gd name="connsiteY177" fmla="*/ 952856 h 2071187"/>
              <a:gd name="connsiteX178" fmla="*/ 818020 w 1381329"/>
              <a:gd name="connsiteY178" fmla="*/ 961130 h 2071187"/>
              <a:gd name="connsiteX179" fmla="*/ 825591 w 1381329"/>
              <a:gd name="connsiteY179" fmla="*/ 979516 h 2071187"/>
              <a:gd name="connsiteX180" fmla="*/ 822918 w 1381329"/>
              <a:gd name="connsiteY180" fmla="*/ 1002958 h 2071187"/>
              <a:gd name="connsiteX181" fmla="*/ 817129 w 1381329"/>
              <a:gd name="connsiteY181" fmla="*/ 1015829 h 2071187"/>
              <a:gd name="connsiteX182" fmla="*/ 820692 w 1381329"/>
              <a:gd name="connsiteY182" fmla="*/ 1032376 h 2071187"/>
              <a:gd name="connsiteX183" fmla="*/ 813567 w 1381329"/>
              <a:gd name="connsiteY183" fmla="*/ 1038811 h 2071187"/>
              <a:gd name="connsiteX184" fmla="*/ 822473 w 1381329"/>
              <a:gd name="connsiteY184" fmla="*/ 1054899 h 2071187"/>
              <a:gd name="connsiteX185" fmla="*/ 824254 w 1381329"/>
              <a:gd name="connsiteY185" fmla="*/ 1094888 h 2071187"/>
              <a:gd name="connsiteX186" fmla="*/ 850527 w 1381329"/>
              <a:gd name="connsiteY186" fmla="*/ 1100864 h 2071187"/>
              <a:gd name="connsiteX187" fmla="*/ 850528 w 1381329"/>
              <a:gd name="connsiteY187" fmla="*/ 1100863 h 2071187"/>
              <a:gd name="connsiteX188" fmla="*/ 824256 w 1381329"/>
              <a:gd name="connsiteY188" fmla="*/ 1094888 h 2071187"/>
              <a:gd name="connsiteX189" fmla="*/ 822475 w 1381329"/>
              <a:gd name="connsiteY189" fmla="*/ 1054898 h 2071187"/>
              <a:gd name="connsiteX190" fmla="*/ 813568 w 1381329"/>
              <a:gd name="connsiteY190" fmla="*/ 1038811 h 2071187"/>
              <a:gd name="connsiteX191" fmla="*/ 820693 w 1381329"/>
              <a:gd name="connsiteY191" fmla="*/ 1032376 h 2071187"/>
              <a:gd name="connsiteX192" fmla="*/ 817131 w 1381329"/>
              <a:gd name="connsiteY192" fmla="*/ 1015828 h 2071187"/>
              <a:gd name="connsiteX193" fmla="*/ 822919 w 1381329"/>
              <a:gd name="connsiteY193" fmla="*/ 1002958 h 2071187"/>
              <a:gd name="connsiteX194" fmla="*/ 825592 w 1381329"/>
              <a:gd name="connsiteY194" fmla="*/ 979516 h 2071187"/>
              <a:gd name="connsiteX195" fmla="*/ 818022 w 1381329"/>
              <a:gd name="connsiteY195" fmla="*/ 961130 h 2071187"/>
              <a:gd name="connsiteX196" fmla="*/ 803772 w 1381329"/>
              <a:gd name="connsiteY196" fmla="*/ 952856 h 2071187"/>
              <a:gd name="connsiteX197" fmla="*/ 800209 w 1381329"/>
              <a:gd name="connsiteY197" fmla="*/ 941365 h 2071187"/>
              <a:gd name="connsiteX198" fmla="*/ 802436 w 1381329"/>
              <a:gd name="connsiteY198" fmla="*/ 924358 h 2071187"/>
              <a:gd name="connsiteX199" fmla="*/ 754789 w 1381329"/>
              <a:gd name="connsiteY199" fmla="*/ 922979 h 2071187"/>
              <a:gd name="connsiteX200" fmla="*/ 742320 w 1381329"/>
              <a:gd name="connsiteY200" fmla="*/ 888505 h 2071187"/>
              <a:gd name="connsiteX201" fmla="*/ 530800 w 1381329"/>
              <a:gd name="connsiteY201" fmla="*/ 869659 h 2071187"/>
              <a:gd name="connsiteX202" fmla="*/ 522340 w 1381329"/>
              <a:gd name="connsiteY202" fmla="*/ 884368 h 2071187"/>
              <a:gd name="connsiteX203" fmla="*/ 522340 w 1381329"/>
              <a:gd name="connsiteY203" fmla="*/ 884368 h 2071187"/>
              <a:gd name="connsiteX204" fmla="*/ 530800 w 1381329"/>
              <a:gd name="connsiteY204" fmla="*/ 869659 h 2071187"/>
              <a:gd name="connsiteX205" fmla="*/ 531880 w 1381329"/>
              <a:gd name="connsiteY205" fmla="*/ 818933 h 2071187"/>
              <a:gd name="connsiteX206" fmla="*/ 529465 w 1381329"/>
              <a:gd name="connsiteY206" fmla="*/ 823694 h 2071187"/>
              <a:gd name="connsiteX207" fmla="*/ 529465 w 1381329"/>
              <a:gd name="connsiteY207" fmla="*/ 823694 h 2071187"/>
              <a:gd name="connsiteX208" fmla="*/ 509872 w 1381329"/>
              <a:gd name="connsiteY208" fmla="*/ 766238 h 2071187"/>
              <a:gd name="connsiteX209" fmla="*/ 528573 w 1381329"/>
              <a:gd name="connsiteY209" fmla="*/ 768996 h 2071187"/>
              <a:gd name="connsiteX210" fmla="*/ 528575 w 1381329"/>
              <a:gd name="connsiteY210" fmla="*/ 768996 h 2071187"/>
              <a:gd name="connsiteX211" fmla="*/ 509873 w 1381329"/>
              <a:gd name="connsiteY211" fmla="*/ 766238 h 2071187"/>
              <a:gd name="connsiteX212" fmla="*/ 613182 w 1381329"/>
              <a:gd name="connsiteY212" fmla="*/ 731305 h 2071187"/>
              <a:gd name="connsiteX213" fmla="*/ 613181 w 1381329"/>
              <a:gd name="connsiteY213" fmla="*/ 731305 h 2071187"/>
              <a:gd name="connsiteX214" fmla="*/ 611400 w 1381329"/>
              <a:gd name="connsiteY214" fmla="*/ 753368 h 2071187"/>
              <a:gd name="connsiteX215" fmla="*/ 615407 w 1381329"/>
              <a:gd name="connsiteY215" fmla="*/ 764859 h 2071187"/>
              <a:gd name="connsiteX216" fmla="*/ 614072 w 1381329"/>
              <a:gd name="connsiteY216" fmla="*/ 784624 h 2071187"/>
              <a:gd name="connsiteX217" fmla="*/ 643017 w 1381329"/>
              <a:gd name="connsiteY217" fmla="*/ 810825 h 2071187"/>
              <a:gd name="connsiteX218" fmla="*/ 671516 w 1381329"/>
              <a:gd name="connsiteY218" fmla="*/ 815881 h 2071187"/>
              <a:gd name="connsiteX219" fmla="*/ 681758 w 1381329"/>
              <a:gd name="connsiteY219" fmla="*/ 826912 h 2071187"/>
              <a:gd name="connsiteX220" fmla="*/ 699124 w 1381329"/>
              <a:gd name="connsiteY220" fmla="*/ 832887 h 2071187"/>
              <a:gd name="connsiteX221" fmla="*/ 710257 w 1381329"/>
              <a:gd name="connsiteY221" fmla="*/ 841162 h 2071187"/>
              <a:gd name="connsiteX222" fmla="*/ 725842 w 1381329"/>
              <a:gd name="connsiteY222" fmla="*/ 841162 h 2071187"/>
              <a:gd name="connsiteX223" fmla="*/ 740983 w 1381329"/>
              <a:gd name="connsiteY223" fmla="*/ 849895 h 2071187"/>
              <a:gd name="connsiteX224" fmla="*/ 743210 w 1381329"/>
              <a:gd name="connsiteY224" fmla="*/ 866902 h 2071187"/>
              <a:gd name="connsiteX225" fmla="*/ 748553 w 1381329"/>
              <a:gd name="connsiteY225" fmla="*/ 875636 h 2071187"/>
              <a:gd name="connsiteX226" fmla="*/ 749889 w 1381329"/>
              <a:gd name="connsiteY226" fmla="*/ 888045 h 2071187"/>
              <a:gd name="connsiteX227" fmla="*/ 749890 w 1381329"/>
              <a:gd name="connsiteY227" fmla="*/ 888045 h 2071187"/>
              <a:gd name="connsiteX228" fmla="*/ 748555 w 1381329"/>
              <a:gd name="connsiteY228" fmla="*/ 875635 h 2071187"/>
              <a:gd name="connsiteX229" fmla="*/ 743211 w 1381329"/>
              <a:gd name="connsiteY229" fmla="*/ 866901 h 2071187"/>
              <a:gd name="connsiteX230" fmla="*/ 740984 w 1381329"/>
              <a:gd name="connsiteY230" fmla="*/ 849894 h 2071187"/>
              <a:gd name="connsiteX231" fmla="*/ 725844 w 1381329"/>
              <a:gd name="connsiteY231" fmla="*/ 841161 h 2071187"/>
              <a:gd name="connsiteX232" fmla="*/ 710259 w 1381329"/>
              <a:gd name="connsiteY232" fmla="*/ 841161 h 2071187"/>
              <a:gd name="connsiteX233" fmla="*/ 699126 w 1381329"/>
              <a:gd name="connsiteY233" fmla="*/ 832887 h 2071187"/>
              <a:gd name="connsiteX234" fmla="*/ 681759 w 1381329"/>
              <a:gd name="connsiteY234" fmla="*/ 826911 h 2071187"/>
              <a:gd name="connsiteX235" fmla="*/ 671517 w 1381329"/>
              <a:gd name="connsiteY235" fmla="*/ 815880 h 2071187"/>
              <a:gd name="connsiteX236" fmla="*/ 643018 w 1381329"/>
              <a:gd name="connsiteY236" fmla="*/ 810823 h 2071187"/>
              <a:gd name="connsiteX237" fmla="*/ 614073 w 1381329"/>
              <a:gd name="connsiteY237" fmla="*/ 784624 h 2071187"/>
              <a:gd name="connsiteX238" fmla="*/ 615409 w 1381329"/>
              <a:gd name="connsiteY238" fmla="*/ 764858 h 2071187"/>
              <a:gd name="connsiteX239" fmla="*/ 611401 w 1381329"/>
              <a:gd name="connsiteY239" fmla="*/ 753367 h 2071187"/>
              <a:gd name="connsiteX240" fmla="*/ 483600 w 1381329"/>
              <a:gd name="connsiteY240" fmla="*/ 723490 h 2071187"/>
              <a:gd name="connsiteX241" fmla="*/ 483598 w 1381329"/>
              <a:gd name="connsiteY241" fmla="*/ 723491 h 2071187"/>
              <a:gd name="connsiteX242" fmla="*/ 484043 w 1381329"/>
              <a:gd name="connsiteY242" fmla="*/ 768077 h 2071187"/>
              <a:gd name="connsiteX243" fmla="*/ 495621 w 1381329"/>
              <a:gd name="connsiteY243" fmla="*/ 771294 h 2071187"/>
              <a:gd name="connsiteX244" fmla="*/ 495622 w 1381329"/>
              <a:gd name="connsiteY244" fmla="*/ 771294 h 2071187"/>
              <a:gd name="connsiteX245" fmla="*/ 484045 w 1381329"/>
              <a:gd name="connsiteY245" fmla="*/ 768077 h 2071187"/>
              <a:gd name="connsiteX246" fmla="*/ 247589 w 1381329"/>
              <a:gd name="connsiteY246" fmla="*/ 574564 h 2071187"/>
              <a:gd name="connsiteX247" fmla="*/ 258721 w 1381329"/>
              <a:gd name="connsiteY247" fmla="*/ 589732 h 2071187"/>
              <a:gd name="connsiteX248" fmla="*/ 258721 w 1381329"/>
              <a:gd name="connsiteY248" fmla="*/ 589732 h 2071187"/>
              <a:gd name="connsiteX249" fmla="*/ 247589 w 1381329"/>
              <a:gd name="connsiteY249" fmla="*/ 574564 h 2071187"/>
              <a:gd name="connsiteX250" fmla="*/ 237347 w 1381329"/>
              <a:gd name="connsiteY250" fmla="*/ 571346 h 2071187"/>
              <a:gd name="connsiteX251" fmla="*/ 240468 w 1381329"/>
              <a:gd name="connsiteY251" fmla="*/ 572326 h 2071187"/>
              <a:gd name="connsiteX252" fmla="*/ 237347 w 1381329"/>
              <a:gd name="connsiteY252" fmla="*/ 571346 h 2071187"/>
              <a:gd name="connsiteX253" fmla="*/ 470239 w 1381329"/>
              <a:gd name="connsiteY253" fmla="*/ 568588 h 2071187"/>
              <a:gd name="connsiteX254" fmla="*/ 466677 w 1381329"/>
              <a:gd name="connsiteY254" fmla="*/ 573184 h 2071187"/>
              <a:gd name="connsiteX255" fmla="*/ 446193 w 1381329"/>
              <a:gd name="connsiteY255" fmla="*/ 578700 h 2071187"/>
              <a:gd name="connsiteX256" fmla="*/ 418139 w 1381329"/>
              <a:gd name="connsiteY256" fmla="*/ 598925 h 2071187"/>
              <a:gd name="connsiteX257" fmla="*/ 416803 w 1381329"/>
              <a:gd name="connsiteY257" fmla="*/ 612714 h 2071187"/>
              <a:gd name="connsiteX258" fmla="*/ 410569 w 1381329"/>
              <a:gd name="connsiteY258" fmla="*/ 622827 h 2071187"/>
              <a:gd name="connsiteX259" fmla="*/ 413686 w 1381329"/>
              <a:gd name="connsiteY259" fmla="*/ 638914 h 2071187"/>
              <a:gd name="connsiteX260" fmla="*/ 398546 w 1381329"/>
              <a:gd name="connsiteY260" fmla="*/ 647188 h 2071187"/>
              <a:gd name="connsiteX261" fmla="*/ 399436 w 1381329"/>
              <a:gd name="connsiteY261" fmla="*/ 660059 h 2071187"/>
              <a:gd name="connsiteX262" fmla="*/ 392756 w 1381329"/>
              <a:gd name="connsiteY262" fmla="*/ 665114 h 2071187"/>
              <a:gd name="connsiteX263" fmla="*/ 404335 w 1381329"/>
              <a:gd name="connsiteY263" fmla="*/ 691774 h 2071187"/>
              <a:gd name="connsiteX264" fmla="*/ 419030 w 1381329"/>
              <a:gd name="connsiteY264" fmla="*/ 709700 h 2071187"/>
              <a:gd name="connsiteX265" fmla="*/ 414577 w 1381329"/>
              <a:gd name="connsiteY265" fmla="*/ 722571 h 2071187"/>
              <a:gd name="connsiteX266" fmla="*/ 431498 w 1381329"/>
              <a:gd name="connsiteY266" fmla="*/ 723950 h 2071187"/>
              <a:gd name="connsiteX267" fmla="*/ 441740 w 1381329"/>
              <a:gd name="connsiteY267" fmla="*/ 740038 h 2071187"/>
              <a:gd name="connsiteX268" fmla="*/ 464005 w 1381329"/>
              <a:gd name="connsiteY268" fmla="*/ 740498 h 2071187"/>
              <a:gd name="connsiteX269" fmla="*/ 441741 w 1381329"/>
              <a:gd name="connsiteY269" fmla="*/ 740038 h 2071187"/>
              <a:gd name="connsiteX270" fmla="*/ 431499 w 1381329"/>
              <a:gd name="connsiteY270" fmla="*/ 723950 h 2071187"/>
              <a:gd name="connsiteX271" fmla="*/ 414578 w 1381329"/>
              <a:gd name="connsiteY271" fmla="*/ 722571 h 2071187"/>
              <a:gd name="connsiteX272" fmla="*/ 419031 w 1381329"/>
              <a:gd name="connsiteY272" fmla="*/ 709700 h 2071187"/>
              <a:gd name="connsiteX273" fmla="*/ 404335 w 1381329"/>
              <a:gd name="connsiteY273" fmla="*/ 691774 h 2071187"/>
              <a:gd name="connsiteX274" fmla="*/ 392758 w 1381329"/>
              <a:gd name="connsiteY274" fmla="*/ 665114 h 2071187"/>
              <a:gd name="connsiteX275" fmla="*/ 399437 w 1381329"/>
              <a:gd name="connsiteY275" fmla="*/ 660059 h 2071187"/>
              <a:gd name="connsiteX276" fmla="*/ 398547 w 1381329"/>
              <a:gd name="connsiteY276" fmla="*/ 647188 h 2071187"/>
              <a:gd name="connsiteX277" fmla="*/ 413687 w 1381329"/>
              <a:gd name="connsiteY277" fmla="*/ 638914 h 2071187"/>
              <a:gd name="connsiteX278" fmla="*/ 410570 w 1381329"/>
              <a:gd name="connsiteY278" fmla="*/ 622827 h 2071187"/>
              <a:gd name="connsiteX279" fmla="*/ 416805 w 1381329"/>
              <a:gd name="connsiteY279" fmla="*/ 612714 h 2071187"/>
              <a:gd name="connsiteX280" fmla="*/ 418140 w 1381329"/>
              <a:gd name="connsiteY280" fmla="*/ 598925 h 2071187"/>
              <a:gd name="connsiteX281" fmla="*/ 446194 w 1381329"/>
              <a:gd name="connsiteY281" fmla="*/ 578700 h 2071187"/>
              <a:gd name="connsiteX282" fmla="*/ 466678 w 1381329"/>
              <a:gd name="connsiteY282" fmla="*/ 573184 h 2071187"/>
              <a:gd name="connsiteX283" fmla="*/ 470241 w 1381329"/>
              <a:gd name="connsiteY283" fmla="*/ 568588 h 2071187"/>
              <a:gd name="connsiteX284" fmla="*/ 479929 w 1381329"/>
              <a:gd name="connsiteY284" fmla="*/ 554332 h 2071187"/>
              <a:gd name="connsiteX285" fmla="*/ 480036 w 1381329"/>
              <a:gd name="connsiteY285" fmla="*/ 554339 h 2071187"/>
              <a:gd name="connsiteX286" fmla="*/ 492949 w 1381329"/>
              <a:gd name="connsiteY286" fmla="*/ 569967 h 2071187"/>
              <a:gd name="connsiteX287" fmla="*/ 480036 w 1381329"/>
              <a:gd name="connsiteY287" fmla="*/ 554339 h 2071187"/>
              <a:gd name="connsiteX288" fmla="*/ 488051 w 1381329"/>
              <a:gd name="connsiteY288" fmla="*/ 523542 h 2071187"/>
              <a:gd name="connsiteX289" fmla="*/ 472466 w 1381329"/>
              <a:gd name="connsiteY289" fmla="*/ 553879 h 2071187"/>
              <a:gd name="connsiteX290" fmla="*/ 472467 w 1381329"/>
              <a:gd name="connsiteY290" fmla="*/ 553879 h 2071187"/>
              <a:gd name="connsiteX291" fmla="*/ 488052 w 1381329"/>
              <a:gd name="connsiteY291" fmla="*/ 523542 h 2071187"/>
              <a:gd name="connsiteX292" fmla="*/ 359359 w 1381329"/>
              <a:gd name="connsiteY292" fmla="*/ 444942 h 2071187"/>
              <a:gd name="connsiteX293" fmla="*/ 376280 w 1381329"/>
              <a:gd name="connsiteY293" fmla="*/ 458731 h 2071187"/>
              <a:gd name="connsiteX294" fmla="*/ 359360 w 1381329"/>
              <a:gd name="connsiteY294" fmla="*/ 444942 h 2071187"/>
              <a:gd name="connsiteX295" fmla="*/ 329524 w 1381329"/>
              <a:gd name="connsiteY295" fmla="*/ 431152 h 2071187"/>
              <a:gd name="connsiteX296" fmla="*/ 322400 w 1381329"/>
              <a:gd name="connsiteY296" fmla="*/ 435749 h 2071187"/>
              <a:gd name="connsiteX297" fmla="*/ 322400 w 1381329"/>
              <a:gd name="connsiteY297" fmla="*/ 435749 h 2071187"/>
              <a:gd name="connsiteX298" fmla="*/ 488053 w 1381329"/>
              <a:gd name="connsiteY298" fmla="*/ 427015 h 2071187"/>
              <a:gd name="connsiteX299" fmla="*/ 488052 w 1381329"/>
              <a:gd name="connsiteY299" fmla="*/ 427016 h 2071187"/>
              <a:gd name="connsiteX300" fmla="*/ 487606 w 1381329"/>
              <a:gd name="connsiteY300" fmla="*/ 448619 h 2071187"/>
              <a:gd name="connsiteX301" fmla="*/ 499184 w 1381329"/>
              <a:gd name="connsiteY301" fmla="*/ 459650 h 2071187"/>
              <a:gd name="connsiteX302" fmla="*/ 503192 w 1381329"/>
              <a:gd name="connsiteY302" fmla="*/ 476198 h 2071187"/>
              <a:gd name="connsiteX303" fmla="*/ 502747 w 1381329"/>
              <a:gd name="connsiteY303" fmla="*/ 489069 h 2071187"/>
              <a:gd name="connsiteX304" fmla="*/ 492951 w 1381329"/>
              <a:gd name="connsiteY304" fmla="*/ 569967 h 2071187"/>
              <a:gd name="connsiteX305" fmla="*/ 492951 w 1381329"/>
              <a:gd name="connsiteY305" fmla="*/ 569967 h 2071187"/>
              <a:gd name="connsiteX306" fmla="*/ 502747 w 1381329"/>
              <a:gd name="connsiteY306" fmla="*/ 489068 h 2071187"/>
              <a:gd name="connsiteX307" fmla="*/ 503193 w 1381329"/>
              <a:gd name="connsiteY307" fmla="*/ 476198 h 2071187"/>
              <a:gd name="connsiteX308" fmla="*/ 499186 w 1381329"/>
              <a:gd name="connsiteY308" fmla="*/ 459651 h 2071187"/>
              <a:gd name="connsiteX309" fmla="*/ 487607 w 1381329"/>
              <a:gd name="connsiteY309" fmla="*/ 448619 h 2071187"/>
              <a:gd name="connsiteX310" fmla="*/ 508090 w 1381329"/>
              <a:gd name="connsiteY310" fmla="*/ 414145 h 2071187"/>
              <a:gd name="connsiteX311" fmla="*/ 507200 w 1381329"/>
              <a:gd name="connsiteY311" fmla="*/ 425636 h 2071187"/>
              <a:gd name="connsiteX312" fmla="*/ 507200 w 1381329"/>
              <a:gd name="connsiteY312" fmla="*/ 425637 h 2071187"/>
              <a:gd name="connsiteX313" fmla="*/ 508092 w 1381329"/>
              <a:gd name="connsiteY313" fmla="*/ 414146 h 2071187"/>
              <a:gd name="connsiteX314" fmla="*/ 493395 w 1381329"/>
              <a:gd name="connsiteY314" fmla="*/ 392542 h 2071187"/>
              <a:gd name="connsiteX315" fmla="*/ 493395 w 1381329"/>
              <a:gd name="connsiteY315" fmla="*/ 410928 h 2071187"/>
              <a:gd name="connsiteX316" fmla="*/ 505286 w 1381329"/>
              <a:gd name="connsiteY316" fmla="*/ 413531 h 2071187"/>
              <a:gd name="connsiteX317" fmla="*/ 493396 w 1381329"/>
              <a:gd name="connsiteY317" fmla="*/ 410927 h 2071187"/>
              <a:gd name="connsiteX318" fmla="*/ 493396 w 1381329"/>
              <a:gd name="connsiteY318" fmla="*/ 392542 h 2071187"/>
              <a:gd name="connsiteX319" fmla="*/ 808224 w 1381329"/>
              <a:gd name="connsiteY319" fmla="*/ 385645 h 2071187"/>
              <a:gd name="connsiteX320" fmla="*/ 800209 w 1381329"/>
              <a:gd name="connsiteY320" fmla="*/ 393459 h 2071187"/>
              <a:gd name="connsiteX321" fmla="*/ 788631 w 1381329"/>
              <a:gd name="connsiteY321" fmla="*/ 398516 h 2071187"/>
              <a:gd name="connsiteX322" fmla="*/ 780616 w 1381329"/>
              <a:gd name="connsiteY322" fmla="*/ 399895 h 2071187"/>
              <a:gd name="connsiteX323" fmla="*/ 777943 w 1381329"/>
              <a:gd name="connsiteY323" fmla="*/ 405871 h 2071187"/>
              <a:gd name="connsiteX324" fmla="*/ 765475 w 1381329"/>
              <a:gd name="connsiteY324" fmla="*/ 404491 h 2071187"/>
              <a:gd name="connsiteX325" fmla="*/ 749890 w 1381329"/>
              <a:gd name="connsiteY325" fmla="*/ 390702 h 2071187"/>
              <a:gd name="connsiteX326" fmla="*/ 749890 w 1381329"/>
              <a:gd name="connsiteY326" fmla="*/ 390703 h 2071187"/>
              <a:gd name="connsiteX327" fmla="*/ 765476 w 1381329"/>
              <a:gd name="connsiteY327" fmla="*/ 404493 h 2071187"/>
              <a:gd name="connsiteX328" fmla="*/ 777944 w 1381329"/>
              <a:gd name="connsiteY328" fmla="*/ 405872 h 2071187"/>
              <a:gd name="connsiteX329" fmla="*/ 780616 w 1381329"/>
              <a:gd name="connsiteY329" fmla="*/ 399896 h 2071187"/>
              <a:gd name="connsiteX330" fmla="*/ 788632 w 1381329"/>
              <a:gd name="connsiteY330" fmla="*/ 398517 h 2071187"/>
              <a:gd name="connsiteX331" fmla="*/ 800209 w 1381329"/>
              <a:gd name="connsiteY331" fmla="*/ 393461 h 2071187"/>
              <a:gd name="connsiteX332" fmla="*/ 808225 w 1381329"/>
              <a:gd name="connsiteY332" fmla="*/ 385647 h 2071187"/>
              <a:gd name="connsiteX333" fmla="*/ 822475 w 1381329"/>
              <a:gd name="connsiteY333" fmla="*/ 388405 h 2071187"/>
              <a:gd name="connsiteX334" fmla="*/ 828264 w 1381329"/>
              <a:gd name="connsiteY334" fmla="*/ 387026 h 2071187"/>
              <a:gd name="connsiteX335" fmla="*/ 834815 w 1381329"/>
              <a:gd name="connsiteY335" fmla="*/ 388335 h 2071187"/>
              <a:gd name="connsiteX336" fmla="*/ 828262 w 1381329"/>
              <a:gd name="connsiteY336" fmla="*/ 387025 h 2071187"/>
              <a:gd name="connsiteX337" fmla="*/ 828262 w 1381329"/>
              <a:gd name="connsiteY337" fmla="*/ 387025 h 2071187"/>
              <a:gd name="connsiteX338" fmla="*/ 822474 w 1381329"/>
              <a:gd name="connsiteY338" fmla="*/ 388404 h 2071187"/>
              <a:gd name="connsiteX339" fmla="*/ 550840 w 1381329"/>
              <a:gd name="connsiteY339" fmla="*/ 382889 h 2071187"/>
              <a:gd name="connsiteX340" fmla="*/ 542378 w 1381329"/>
              <a:gd name="connsiteY340" fmla="*/ 393461 h 2071187"/>
              <a:gd name="connsiteX341" fmla="*/ 542379 w 1381329"/>
              <a:gd name="connsiteY341" fmla="*/ 393461 h 2071187"/>
              <a:gd name="connsiteX342" fmla="*/ 550840 w 1381329"/>
              <a:gd name="connsiteY342" fmla="*/ 382889 h 2071187"/>
              <a:gd name="connsiteX343" fmla="*/ 656376 w 1381329"/>
              <a:gd name="connsiteY343" fmla="*/ 378292 h 2071187"/>
              <a:gd name="connsiteX344" fmla="*/ 638119 w 1381329"/>
              <a:gd name="connsiteY344" fmla="*/ 386566 h 2071187"/>
              <a:gd name="connsiteX345" fmla="*/ 635002 w 1381329"/>
              <a:gd name="connsiteY345" fmla="*/ 398976 h 2071187"/>
              <a:gd name="connsiteX346" fmla="*/ 624314 w 1381329"/>
              <a:gd name="connsiteY346" fmla="*/ 404032 h 2071187"/>
              <a:gd name="connsiteX347" fmla="*/ 605612 w 1381329"/>
              <a:gd name="connsiteY347" fmla="*/ 410927 h 2071187"/>
              <a:gd name="connsiteX348" fmla="*/ 600714 w 1381329"/>
              <a:gd name="connsiteY348" fmla="*/ 420120 h 2071187"/>
              <a:gd name="connsiteX349" fmla="*/ 581120 w 1381329"/>
              <a:gd name="connsiteY349" fmla="*/ 421959 h 2071187"/>
              <a:gd name="connsiteX350" fmla="*/ 581121 w 1381329"/>
              <a:gd name="connsiteY350" fmla="*/ 421959 h 2071187"/>
              <a:gd name="connsiteX351" fmla="*/ 600714 w 1381329"/>
              <a:gd name="connsiteY351" fmla="*/ 420120 h 2071187"/>
              <a:gd name="connsiteX352" fmla="*/ 605612 w 1381329"/>
              <a:gd name="connsiteY352" fmla="*/ 410927 h 2071187"/>
              <a:gd name="connsiteX353" fmla="*/ 624315 w 1381329"/>
              <a:gd name="connsiteY353" fmla="*/ 404033 h 2071187"/>
              <a:gd name="connsiteX354" fmla="*/ 635003 w 1381329"/>
              <a:gd name="connsiteY354" fmla="*/ 398977 h 2071187"/>
              <a:gd name="connsiteX355" fmla="*/ 638119 w 1381329"/>
              <a:gd name="connsiteY355" fmla="*/ 386566 h 2071187"/>
              <a:gd name="connsiteX356" fmla="*/ 656377 w 1381329"/>
              <a:gd name="connsiteY356" fmla="*/ 378293 h 2071187"/>
              <a:gd name="connsiteX357" fmla="*/ 898174 w 1381329"/>
              <a:gd name="connsiteY357" fmla="*/ 373236 h 2071187"/>
              <a:gd name="connsiteX358" fmla="*/ 890604 w 1381329"/>
              <a:gd name="connsiteY358" fmla="*/ 381049 h 2071187"/>
              <a:gd name="connsiteX359" fmla="*/ 890606 w 1381329"/>
              <a:gd name="connsiteY359" fmla="*/ 381050 h 2071187"/>
              <a:gd name="connsiteX360" fmla="*/ 898176 w 1381329"/>
              <a:gd name="connsiteY360" fmla="*/ 373236 h 2071187"/>
              <a:gd name="connsiteX361" fmla="*/ 903963 w 1381329"/>
              <a:gd name="connsiteY361" fmla="*/ 374155 h 2071187"/>
              <a:gd name="connsiteX362" fmla="*/ 903963 w 1381329"/>
              <a:gd name="connsiteY362" fmla="*/ 374155 h 2071187"/>
              <a:gd name="connsiteX363" fmla="*/ 655041 w 1381329"/>
              <a:gd name="connsiteY363" fmla="*/ 371857 h 2071187"/>
              <a:gd name="connsiteX364" fmla="*/ 656094 w 1381329"/>
              <a:gd name="connsiteY364" fmla="*/ 376931 h 2071187"/>
              <a:gd name="connsiteX365" fmla="*/ 655041 w 1381329"/>
              <a:gd name="connsiteY365" fmla="*/ 371857 h 2071187"/>
              <a:gd name="connsiteX366" fmla="*/ 865223 w 1381329"/>
              <a:gd name="connsiteY366" fmla="*/ 368639 h 2071187"/>
              <a:gd name="connsiteX367" fmla="*/ 853199 w 1381329"/>
              <a:gd name="connsiteY367" fmla="*/ 371857 h 2071187"/>
              <a:gd name="connsiteX368" fmla="*/ 842957 w 1381329"/>
              <a:gd name="connsiteY368" fmla="*/ 369099 h 2071187"/>
              <a:gd name="connsiteX369" fmla="*/ 840286 w 1381329"/>
              <a:gd name="connsiteY369" fmla="*/ 377832 h 2071187"/>
              <a:gd name="connsiteX370" fmla="*/ 844739 w 1381329"/>
              <a:gd name="connsiteY370" fmla="*/ 383348 h 2071187"/>
              <a:gd name="connsiteX371" fmla="*/ 842067 w 1381329"/>
              <a:gd name="connsiteY371" fmla="*/ 389783 h 2071187"/>
              <a:gd name="connsiteX372" fmla="*/ 842068 w 1381329"/>
              <a:gd name="connsiteY372" fmla="*/ 389784 h 2071187"/>
              <a:gd name="connsiteX373" fmla="*/ 844740 w 1381329"/>
              <a:gd name="connsiteY373" fmla="*/ 383348 h 2071187"/>
              <a:gd name="connsiteX374" fmla="*/ 840287 w 1381329"/>
              <a:gd name="connsiteY374" fmla="*/ 377833 h 2071187"/>
              <a:gd name="connsiteX375" fmla="*/ 842958 w 1381329"/>
              <a:gd name="connsiteY375" fmla="*/ 369100 h 2071187"/>
              <a:gd name="connsiteX376" fmla="*/ 853201 w 1381329"/>
              <a:gd name="connsiteY376" fmla="*/ 371857 h 2071187"/>
              <a:gd name="connsiteX377" fmla="*/ 865223 w 1381329"/>
              <a:gd name="connsiteY377" fmla="*/ 368640 h 2071187"/>
              <a:gd name="connsiteX378" fmla="*/ 879471 w 1381329"/>
              <a:gd name="connsiteY378" fmla="*/ 375074 h 2071187"/>
              <a:gd name="connsiteX379" fmla="*/ 879472 w 1381329"/>
              <a:gd name="connsiteY379" fmla="*/ 375074 h 2071187"/>
              <a:gd name="connsiteX380" fmla="*/ 544605 w 1381329"/>
              <a:gd name="connsiteY380" fmla="*/ 359906 h 2071187"/>
              <a:gd name="connsiteX381" fmla="*/ 544605 w 1381329"/>
              <a:gd name="connsiteY381" fmla="*/ 359906 h 2071187"/>
              <a:gd name="connsiteX382" fmla="*/ 553511 w 1381329"/>
              <a:gd name="connsiteY382" fmla="*/ 366342 h 2071187"/>
              <a:gd name="connsiteX383" fmla="*/ 560190 w 1381329"/>
              <a:gd name="connsiteY383" fmla="*/ 376913 h 2071187"/>
              <a:gd name="connsiteX384" fmla="*/ 567316 w 1381329"/>
              <a:gd name="connsiteY384" fmla="*/ 406331 h 2071187"/>
              <a:gd name="connsiteX385" fmla="*/ 567316 w 1381329"/>
              <a:gd name="connsiteY385" fmla="*/ 406331 h 2071187"/>
              <a:gd name="connsiteX386" fmla="*/ 570706 w 1381329"/>
              <a:gd name="connsiteY386" fmla="*/ 410169 h 2071187"/>
              <a:gd name="connsiteX387" fmla="*/ 567316 w 1381329"/>
              <a:gd name="connsiteY387" fmla="*/ 406330 h 2071187"/>
              <a:gd name="connsiteX388" fmla="*/ 560191 w 1381329"/>
              <a:gd name="connsiteY388" fmla="*/ 376913 h 2071187"/>
              <a:gd name="connsiteX389" fmla="*/ 553511 w 1381329"/>
              <a:gd name="connsiteY389" fmla="*/ 366341 h 2071187"/>
              <a:gd name="connsiteX390" fmla="*/ 812233 w 1381329"/>
              <a:gd name="connsiteY390" fmla="*/ 354199 h 2071187"/>
              <a:gd name="connsiteX391" fmla="*/ 813568 w 1381329"/>
              <a:gd name="connsiteY391" fmla="*/ 361284 h 2071187"/>
              <a:gd name="connsiteX392" fmla="*/ 813568 w 1381329"/>
              <a:gd name="connsiteY392" fmla="*/ 361285 h 2071187"/>
              <a:gd name="connsiteX393" fmla="*/ 631885 w 1381329"/>
              <a:gd name="connsiteY393" fmla="*/ 330948 h 2071187"/>
              <a:gd name="connsiteX394" fmla="*/ 630549 w 1381329"/>
              <a:gd name="connsiteY394" fmla="*/ 350713 h 2071187"/>
              <a:gd name="connsiteX395" fmla="*/ 633258 w 1381329"/>
              <a:gd name="connsiteY395" fmla="*/ 367092 h 2071187"/>
              <a:gd name="connsiteX396" fmla="*/ 630550 w 1381329"/>
              <a:gd name="connsiteY396" fmla="*/ 350714 h 2071187"/>
              <a:gd name="connsiteX397" fmla="*/ 631885 w 1381329"/>
              <a:gd name="connsiteY397" fmla="*/ 330948 h 2071187"/>
              <a:gd name="connsiteX398" fmla="*/ 739649 w 1381329"/>
              <a:gd name="connsiteY398" fmla="*/ 308425 h 2071187"/>
              <a:gd name="connsiteX399" fmla="*/ 739649 w 1381329"/>
              <a:gd name="connsiteY399" fmla="*/ 308426 h 2071187"/>
              <a:gd name="connsiteX400" fmla="*/ 748554 w 1381329"/>
              <a:gd name="connsiteY400" fmla="*/ 312562 h 2071187"/>
              <a:gd name="connsiteX401" fmla="*/ 748554 w 1381329"/>
              <a:gd name="connsiteY401" fmla="*/ 312561 h 2071187"/>
              <a:gd name="connsiteX402" fmla="*/ 810896 w 1381329"/>
              <a:gd name="connsiteY402" fmla="*/ 293715 h 2071187"/>
              <a:gd name="connsiteX403" fmla="*/ 795311 w 1381329"/>
              <a:gd name="connsiteY403" fmla="*/ 301070 h 2071187"/>
              <a:gd name="connsiteX404" fmla="*/ 795311 w 1381329"/>
              <a:gd name="connsiteY404" fmla="*/ 301071 h 2071187"/>
              <a:gd name="connsiteX405" fmla="*/ 810896 w 1381329"/>
              <a:gd name="connsiteY405" fmla="*/ 293716 h 2071187"/>
              <a:gd name="connsiteX406" fmla="*/ 739041 w 1381329"/>
              <a:gd name="connsiteY406" fmla="*/ 290074 h 2071187"/>
              <a:gd name="connsiteX407" fmla="*/ 743210 w 1381329"/>
              <a:gd name="connsiteY407" fmla="*/ 295095 h 2071187"/>
              <a:gd name="connsiteX408" fmla="*/ 743210 w 1381329"/>
              <a:gd name="connsiteY408" fmla="*/ 295095 h 2071187"/>
              <a:gd name="connsiteX409" fmla="*/ 547722 w 1381329"/>
              <a:gd name="connsiteY409" fmla="*/ 289120 h 2071187"/>
              <a:gd name="connsiteX410" fmla="*/ 545050 w 1381329"/>
              <a:gd name="connsiteY410" fmla="*/ 310264 h 2071187"/>
              <a:gd name="connsiteX411" fmla="*/ 549948 w 1381329"/>
              <a:gd name="connsiteY411" fmla="*/ 330029 h 2071187"/>
              <a:gd name="connsiteX412" fmla="*/ 556628 w 1381329"/>
              <a:gd name="connsiteY412" fmla="*/ 338763 h 2071187"/>
              <a:gd name="connsiteX413" fmla="*/ 557160 w 1381329"/>
              <a:gd name="connsiteY413" fmla="*/ 342602 h 2071187"/>
              <a:gd name="connsiteX414" fmla="*/ 556628 w 1381329"/>
              <a:gd name="connsiteY414" fmla="*/ 338762 h 2071187"/>
              <a:gd name="connsiteX415" fmla="*/ 549949 w 1381329"/>
              <a:gd name="connsiteY415" fmla="*/ 330029 h 2071187"/>
              <a:gd name="connsiteX416" fmla="*/ 545051 w 1381329"/>
              <a:gd name="connsiteY416" fmla="*/ 310264 h 2071187"/>
              <a:gd name="connsiteX417" fmla="*/ 547722 w 1381329"/>
              <a:gd name="connsiteY417" fmla="*/ 289120 h 2071187"/>
              <a:gd name="connsiteX418" fmla="*/ 737866 w 1381329"/>
              <a:gd name="connsiteY418" fmla="*/ 288660 h 2071187"/>
              <a:gd name="connsiteX419" fmla="*/ 724507 w 1381329"/>
              <a:gd name="connsiteY419" fmla="*/ 289579 h 2071187"/>
              <a:gd name="connsiteX420" fmla="*/ 724507 w 1381329"/>
              <a:gd name="connsiteY420" fmla="*/ 289579 h 2071187"/>
              <a:gd name="connsiteX421" fmla="*/ 727625 w 1381329"/>
              <a:gd name="connsiteY421" fmla="*/ 297853 h 2071187"/>
              <a:gd name="connsiteX422" fmla="*/ 718273 w 1381329"/>
              <a:gd name="connsiteY422" fmla="*/ 309344 h 2071187"/>
              <a:gd name="connsiteX423" fmla="*/ 689774 w 1381329"/>
              <a:gd name="connsiteY423" fmla="*/ 320376 h 2071187"/>
              <a:gd name="connsiteX424" fmla="*/ 671517 w 1381329"/>
              <a:gd name="connsiteY424" fmla="*/ 324972 h 2071187"/>
              <a:gd name="connsiteX425" fmla="*/ 663947 w 1381329"/>
              <a:gd name="connsiteY425" fmla="*/ 331867 h 2071187"/>
              <a:gd name="connsiteX426" fmla="*/ 643908 w 1381329"/>
              <a:gd name="connsiteY426" fmla="*/ 324513 h 2071187"/>
              <a:gd name="connsiteX427" fmla="*/ 625650 w 1381329"/>
              <a:gd name="connsiteY427" fmla="*/ 320836 h 2071187"/>
              <a:gd name="connsiteX428" fmla="*/ 620752 w 1381329"/>
              <a:gd name="connsiteY428" fmla="*/ 323593 h 2071187"/>
              <a:gd name="connsiteX429" fmla="*/ 620753 w 1381329"/>
              <a:gd name="connsiteY429" fmla="*/ 323594 h 2071187"/>
              <a:gd name="connsiteX430" fmla="*/ 625651 w 1381329"/>
              <a:gd name="connsiteY430" fmla="*/ 320836 h 2071187"/>
              <a:gd name="connsiteX431" fmla="*/ 643909 w 1381329"/>
              <a:gd name="connsiteY431" fmla="*/ 324514 h 2071187"/>
              <a:gd name="connsiteX432" fmla="*/ 663947 w 1381329"/>
              <a:gd name="connsiteY432" fmla="*/ 331868 h 2071187"/>
              <a:gd name="connsiteX433" fmla="*/ 671517 w 1381329"/>
              <a:gd name="connsiteY433" fmla="*/ 324973 h 2071187"/>
              <a:gd name="connsiteX434" fmla="*/ 689774 w 1381329"/>
              <a:gd name="connsiteY434" fmla="*/ 320376 h 2071187"/>
              <a:gd name="connsiteX435" fmla="*/ 718273 w 1381329"/>
              <a:gd name="connsiteY435" fmla="*/ 309345 h 2071187"/>
              <a:gd name="connsiteX436" fmla="*/ 727625 w 1381329"/>
              <a:gd name="connsiteY436" fmla="*/ 297854 h 2071187"/>
              <a:gd name="connsiteX437" fmla="*/ 724508 w 1381329"/>
              <a:gd name="connsiteY437" fmla="*/ 289580 h 2071187"/>
              <a:gd name="connsiteX438" fmla="*/ 737867 w 1381329"/>
              <a:gd name="connsiteY438" fmla="*/ 288661 h 2071187"/>
              <a:gd name="connsiteX439" fmla="*/ 475583 w 1381329"/>
              <a:gd name="connsiteY439" fmla="*/ 233961 h 2071187"/>
              <a:gd name="connsiteX440" fmla="*/ 443769 w 1381329"/>
              <a:gd name="connsiteY440" fmla="*/ 236661 h 2071187"/>
              <a:gd name="connsiteX441" fmla="*/ 475583 w 1381329"/>
              <a:gd name="connsiteY441" fmla="*/ 233962 h 2071187"/>
              <a:gd name="connsiteX442" fmla="*/ 490278 w 1381329"/>
              <a:gd name="connsiteY442" fmla="*/ 237640 h 2071187"/>
              <a:gd name="connsiteX443" fmla="*/ 507200 w 1381329"/>
              <a:gd name="connsiteY443" fmla="*/ 263380 h 2071187"/>
              <a:gd name="connsiteX444" fmla="*/ 517442 w 1381329"/>
              <a:gd name="connsiteY444" fmla="*/ 260162 h 2071187"/>
              <a:gd name="connsiteX445" fmla="*/ 535699 w 1381329"/>
              <a:gd name="connsiteY445" fmla="*/ 261541 h 2071187"/>
              <a:gd name="connsiteX446" fmla="*/ 549948 w 1381329"/>
              <a:gd name="connsiteY446" fmla="*/ 258324 h 2071187"/>
              <a:gd name="connsiteX447" fmla="*/ 558854 w 1381329"/>
              <a:gd name="connsiteY447" fmla="*/ 263380 h 2071187"/>
              <a:gd name="connsiteX448" fmla="*/ 553511 w 1381329"/>
              <a:gd name="connsiteY448" fmla="*/ 279008 h 2071187"/>
              <a:gd name="connsiteX449" fmla="*/ 553511 w 1381329"/>
              <a:gd name="connsiteY449" fmla="*/ 279007 h 2071187"/>
              <a:gd name="connsiteX450" fmla="*/ 558855 w 1381329"/>
              <a:gd name="connsiteY450" fmla="*/ 263379 h 2071187"/>
              <a:gd name="connsiteX451" fmla="*/ 549949 w 1381329"/>
              <a:gd name="connsiteY451" fmla="*/ 258323 h 2071187"/>
              <a:gd name="connsiteX452" fmla="*/ 535699 w 1381329"/>
              <a:gd name="connsiteY452" fmla="*/ 261540 h 2071187"/>
              <a:gd name="connsiteX453" fmla="*/ 517441 w 1381329"/>
              <a:gd name="connsiteY453" fmla="*/ 260162 h 2071187"/>
              <a:gd name="connsiteX454" fmla="*/ 507200 w 1381329"/>
              <a:gd name="connsiteY454" fmla="*/ 263379 h 2071187"/>
              <a:gd name="connsiteX455" fmla="*/ 490278 w 1381329"/>
              <a:gd name="connsiteY455" fmla="*/ 237639 h 2071187"/>
              <a:gd name="connsiteX456" fmla="*/ 431053 w 1381329"/>
              <a:gd name="connsiteY456" fmla="*/ 217874 h 2071187"/>
              <a:gd name="connsiteX457" fmla="*/ 431053 w 1381329"/>
              <a:gd name="connsiteY457" fmla="*/ 217875 h 2071187"/>
              <a:gd name="connsiteX458" fmla="*/ 431498 w 1381329"/>
              <a:gd name="connsiteY458" fmla="*/ 224309 h 2071187"/>
              <a:gd name="connsiteX459" fmla="*/ 437732 w 1381329"/>
              <a:gd name="connsiteY459" fmla="*/ 226608 h 2071187"/>
              <a:gd name="connsiteX460" fmla="*/ 443076 w 1381329"/>
              <a:gd name="connsiteY460" fmla="*/ 236720 h 2071187"/>
              <a:gd name="connsiteX461" fmla="*/ 443076 w 1381329"/>
              <a:gd name="connsiteY461" fmla="*/ 236720 h 2071187"/>
              <a:gd name="connsiteX462" fmla="*/ 437733 w 1381329"/>
              <a:gd name="connsiteY462" fmla="*/ 226607 h 2071187"/>
              <a:gd name="connsiteX463" fmla="*/ 431499 w 1381329"/>
              <a:gd name="connsiteY463" fmla="*/ 224309 h 2071187"/>
              <a:gd name="connsiteX464" fmla="*/ 311267 w 1381329"/>
              <a:gd name="connsiteY464" fmla="*/ 209141 h 2071187"/>
              <a:gd name="connsiteX465" fmla="*/ 306368 w 1381329"/>
              <a:gd name="connsiteY465" fmla="*/ 217873 h 2071187"/>
              <a:gd name="connsiteX466" fmla="*/ 298353 w 1381329"/>
              <a:gd name="connsiteY466" fmla="*/ 215575 h 2071187"/>
              <a:gd name="connsiteX467" fmla="*/ 298353 w 1381329"/>
              <a:gd name="connsiteY467" fmla="*/ 215577 h 2071187"/>
              <a:gd name="connsiteX468" fmla="*/ 306368 w 1381329"/>
              <a:gd name="connsiteY468" fmla="*/ 217875 h 2071187"/>
              <a:gd name="connsiteX469" fmla="*/ 433725 w 1381329"/>
              <a:gd name="connsiteY469" fmla="*/ 203012 h 2071187"/>
              <a:gd name="connsiteX470" fmla="*/ 434170 w 1381329"/>
              <a:gd name="connsiteY470" fmla="*/ 206842 h 2071187"/>
              <a:gd name="connsiteX471" fmla="*/ 431481 w 1381329"/>
              <a:gd name="connsiteY471" fmla="*/ 216358 h 2071187"/>
              <a:gd name="connsiteX472" fmla="*/ 434170 w 1381329"/>
              <a:gd name="connsiteY472" fmla="*/ 206842 h 2071187"/>
              <a:gd name="connsiteX473" fmla="*/ 308428 w 1381329"/>
              <a:gd name="connsiteY473" fmla="*/ 188940 h 2071187"/>
              <a:gd name="connsiteX474" fmla="*/ 306368 w 1381329"/>
              <a:gd name="connsiteY474" fmla="*/ 191673 h 2071187"/>
              <a:gd name="connsiteX475" fmla="*/ 306369 w 1381329"/>
              <a:gd name="connsiteY475" fmla="*/ 191674 h 2071187"/>
              <a:gd name="connsiteX476" fmla="*/ 170997 w 1381329"/>
              <a:gd name="connsiteY476" fmla="*/ 183400 h 2071187"/>
              <a:gd name="connsiteX477" fmla="*/ 171887 w 1381329"/>
              <a:gd name="connsiteY477" fmla="*/ 188456 h 2071187"/>
              <a:gd name="connsiteX478" fmla="*/ 169215 w 1381329"/>
              <a:gd name="connsiteY478" fmla="*/ 194432 h 2071187"/>
              <a:gd name="connsiteX479" fmla="*/ 168050 w 1381329"/>
              <a:gd name="connsiteY479" fmla="*/ 199645 h 2071187"/>
              <a:gd name="connsiteX480" fmla="*/ 169216 w 1381329"/>
              <a:gd name="connsiteY480" fmla="*/ 194432 h 2071187"/>
              <a:gd name="connsiteX481" fmla="*/ 171888 w 1381329"/>
              <a:gd name="connsiteY481" fmla="*/ 188456 h 2071187"/>
              <a:gd name="connsiteX482" fmla="*/ 170106 w 1381329"/>
              <a:gd name="connsiteY482" fmla="*/ 175586 h 2071187"/>
              <a:gd name="connsiteX483" fmla="*/ 170106 w 1381329"/>
              <a:gd name="connsiteY483" fmla="*/ 175586 h 2071187"/>
              <a:gd name="connsiteX484" fmla="*/ 175004 w 1381329"/>
              <a:gd name="connsiteY484" fmla="*/ 179722 h 2071187"/>
              <a:gd name="connsiteX485" fmla="*/ 175004 w 1381329"/>
              <a:gd name="connsiteY485" fmla="*/ 179722 h 2071187"/>
              <a:gd name="connsiteX486" fmla="*/ 411905 w 1381329"/>
              <a:gd name="connsiteY486" fmla="*/ 173288 h 2071187"/>
              <a:gd name="connsiteX487" fmla="*/ 411905 w 1381329"/>
              <a:gd name="connsiteY487" fmla="*/ 173289 h 2071187"/>
              <a:gd name="connsiteX488" fmla="*/ 424819 w 1381329"/>
              <a:gd name="connsiteY488" fmla="*/ 175127 h 2071187"/>
              <a:gd name="connsiteX489" fmla="*/ 427490 w 1381329"/>
              <a:gd name="connsiteY489" fmla="*/ 188456 h 2071187"/>
              <a:gd name="connsiteX490" fmla="*/ 429272 w 1381329"/>
              <a:gd name="connsiteY490" fmla="*/ 190755 h 2071187"/>
              <a:gd name="connsiteX491" fmla="*/ 427490 w 1381329"/>
              <a:gd name="connsiteY491" fmla="*/ 188456 h 2071187"/>
              <a:gd name="connsiteX492" fmla="*/ 424819 w 1381329"/>
              <a:gd name="connsiteY492" fmla="*/ 175127 h 2071187"/>
              <a:gd name="connsiteX493" fmla="*/ 420635 w 1381329"/>
              <a:gd name="connsiteY493" fmla="*/ 152049 h 2071187"/>
              <a:gd name="connsiteX494" fmla="*/ 419920 w 1381329"/>
              <a:gd name="connsiteY494" fmla="*/ 155821 h 2071187"/>
              <a:gd name="connsiteX495" fmla="*/ 419920 w 1381329"/>
              <a:gd name="connsiteY495" fmla="*/ 155821 h 2071187"/>
              <a:gd name="connsiteX496" fmla="*/ 447195 w 1381329"/>
              <a:gd name="connsiteY496" fmla="*/ 105032 h 2071187"/>
              <a:gd name="connsiteX497" fmla="*/ 442185 w 1381329"/>
              <a:gd name="connsiteY497" fmla="*/ 115372 h 2071187"/>
              <a:gd name="connsiteX498" fmla="*/ 439349 w 1381329"/>
              <a:gd name="connsiteY498" fmla="*/ 117663 h 2071187"/>
              <a:gd name="connsiteX499" fmla="*/ 442186 w 1381329"/>
              <a:gd name="connsiteY499" fmla="*/ 115372 h 2071187"/>
              <a:gd name="connsiteX500" fmla="*/ 20484 w 1381329"/>
              <a:gd name="connsiteY500" fmla="*/ 17467 h 2071187"/>
              <a:gd name="connsiteX501" fmla="*/ 27608 w 1381329"/>
              <a:gd name="connsiteY501" fmla="*/ 20224 h 2071187"/>
              <a:gd name="connsiteX502" fmla="*/ 32507 w 1381329"/>
              <a:gd name="connsiteY502" fmla="*/ 25741 h 2071187"/>
              <a:gd name="connsiteX503" fmla="*/ 39632 w 1381329"/>
              <a:gd name="connsiteY503" fmla="*/ 30796 h 2071187"/>
              <a:gd name="connsiteX504" fmla="*/ 40077 w 1381329"/>
              <a:gd name="connsiteY504" fmla="*/ 34474 h 2071187"/>
              <a:gd name="connsiteX505" fmla="*/ 51209 w 1381329"/>
              <a:gd name="connsiteY505" fmla="*/ 31256 h 2071187"/>
              <a:gd name="connsiteX506" fmla="*/ 56553 w 1381329"/>
              <a:gd name="connsiteY506" fmla="*/ 33095 h 2071187"/>
              <a:gd name="connsiteX507" fmla="*/ 59671 w 1381329"/>
              <a:gd name="connsiteY507" fmla="*/ 36312 h 2071187"/>
              <a:gd name="connsiteX508" fmla="*/ 56553 w 1381329"/>
              <a:gd name="connsiteY508" fmla="*/ 48263 h 2071187"/>
              <a:gd name="connsiteX509" fmla="*/ 53436 w 1381329"/>
              <a:gd name="connsiteY509" fmla="*/ 55158 h 2071187"/>
              <a:gd name="connsiteX510" fmla="*/ 38741 w 1381329"/>
              <a:gd name="connsiteY510" fmla="*/ 54698 h 2071187"/>
              <a:gd name="connsiteX511" fmla="*/ 29835 w 1381329"/>
              <a:gd name="connsiteY511" fmla="*/ 51940 h 2071187"/>
              <a:gd name="connsiteX512" fmla="*/ 20038 w 1381329"/>
              <a:gd name="connsiteY512" fmla="*/ 45965 h 2071187"/>
              <a:gd name="connsiteX513" fmla="*/ 6679 w 1381329"/>
              <a:gd name="connsiteY513" fmla="*/ 44127 h 2071187"/>
              <a:gd name="connsiteX514" fmla="*/ 0 w 1381329"/>
              <a:gd name="connsiteY514" fmla="*/ 37691 h 2071187"/>
              <a:gd name="connsiteX515" fmla="*/ 1336 w 1381329"/>
              <a:gd name="connsiteY515" fmla="*/ 33555 h 2071187"/>
              <a:gd name="connsiteX516" fmla="*/ 10242 w 1381329"/>
              <a:gd name="connsiteY516" fmla="*/ 26200 h 2071187"/>
              <a:gd name="connsiteX517" fmla="*/ 15585 w 1381329"/>
              <a:gd name="connsiteY517" fmla="*/ 22983 h 2071187"/>
              <a:gd name="connsiteX518" fmla="*/ 14249 w 1381329"/>
              <a:gd name="connsiteY518" fmla="*/ 19305 h 2071187"/>
              <a:gd name="connsiteX519" fmla="*/ 168770 w 1381329"/>
              <a:gd name="connsiteY519" fmla="*/ 0 h 2071187"/>
              <a:gd name="connsiteX520" fmla="*/ 177231 w 1381329"/>
              <a:gd name="connsiteY520" fmla="*/ 460 h 2071187"/>
              <a:gd name="connsiteX521" fmla="*/ 175004 w 1381329"/>
              <a:gd name="connsiteY521" fmla="*/ 3677 h 2071187"/>
              <a:gd name="connsiteX522" fmla="*/ 172778 w 1381329"/>
              <a:gd name="connsiteY522" fmla="*/ 10112 h 2071187"/>
              <a:gd name="connsiteX523" fmla="*/ 174559 w 1381329"/>
              <a:gd name="connsiteY523" fmla="*/ 20684 h 2071187"/>
              <a:gd name="connsiteX524" fmla="*/ 167880 w 1381329"/>
              <a:gd name="connsiteY524" fmla="*/ 30796 h 2071187"/>
              <a:gd name="connsiteX525" fmla="*/ 164317 w 1381329"/>
              <a:gd name="connsiteY525" fmla="*/ 42747 h 2071187"/>
              <a:gd name="connsiteX526" fmla="*/ 162091 w 1381329"/>
              <a:gd name="connsiteY526" fmla="*/ 55618 h 2071187"/>
              <a:gd name="connsiteX527" fmla="*/ 162982 w 1381329"/>
              <a:gd name="connsiteY527" fmla="*/ 63432 h 2071187"/>
              <a:gd name="connsiteX528" fmla="*/ 162536 w 1381329"/>
              <a:gd name="connsiteY528" fmla="*/ 76761 h 2071187"/>
              <a:gd name="connsiteX529" fmla="*/ 158529 w 1381329"/>
              <a:gd name="connsiteY529" fmla="*/ 79520 h 2071187"/>
              <a:gd name="connsiteX530" fmla="*/ 155411 w 1381329"/>
              <a:gd name="connsiteY530" fmla="*/ 92390 h 2071187"/>
              <a:gd name="connsiteX531" fmla="*/ 156303 w 1381329"/>
              <a:gd name="connsiteY531" fmla="*/ 100204 h 2071187"/>
              <a:gd name="connsiteX532" fmla="*/ 150958 w 1381329"/>
              <a:gd name="connsiteY532" fmla="*/ 107558 h 2071187"/>
              <a:gd name="connsiteX533" fmla="*/ 151404 w 1381329"/>
              <a:gd name="connsiteY533" fmla="*/ 115372 h 2071187"/>
              <a:gd name="connsiteX534" fmla="*/ 154966 w 1381329"/>
              <a:gd name="connsiteY534" fmla="*/ 120428 h 2071187"/>
              <a:gd name="connsiteX535" fmla="*/ 154966 w 1381329"/>
              <a:gd name="connsiteY535" fmla="*/ 120428 h 2071187"/>
              <a:gd name="connsiteX536" fmla="*/ 160309 w 1381329"/>
              <a:gd name="connsiteY536" fmla="*/ 136516 h 2071187"/>
              <a:gd name="connsiteX537" fmla="*/ 169215 w 1381329"/>
              <a:gd name="connsiteY537" fmla="*/ 148467 h 2071187"/>
              <a:gd name="connsiteX538" fmla="*/ 180348 w 1381329"/>
              <a:gd name="connsiteY538" fmla="*/ 160877 h 2071187"/>
              <a:gd name="connsiteX539" fmla="*/ 180348 w 1381329"/>
              <a:gd name="connsiteY539" fmla="*/ 160877 h 2071187"/>
              <a:gd name="connsiteX540" fmla="*/ 188809 w 1381329"/>
              <a:gd name="connsiteY540" fmla="*/ 171449 h 2071187"/>
              <a:gd name="connsiteX541" fmla="*/ 187918 w 1381329"/>
              <a:gd name="connsiteY541" fmla="*/ 177884 h 2071187"/>
              <a:gd name="connsiteX542" fmla="*/ 197715 w 1381329"/>
              <a:gd name="connsiteY542" fmla="*/ 179263 h 2071187"/>
              <a:gd name="connsiteX543" fmla="*/ 200387 w 1381329"/>
              <a:gd name="connsiteY543" fmla="*/ 176505 h 2071187"/>
              <a:gd name="connsiteX544" fmla="*/ 207067 w 1381329"/>
              <a:gd name="connsiteY544" fmla="*/ 183860 h 2071187"/>
              <a:gd name="connsiteX545" fmla="*/ 219534 w 1381329"/>
              <a:gd name="connsiteY545" fmla="*/ 181561 h 2071187"/>
              <a:gd name="connsiteX546" fmla="*/ 230667 w 1381329"/>
              <a:gd name="connsiteY546" fmla="*/ 174207 h 2071187"/>
              <a:gd name="connsiteX547" fmla="*/ 246253 w 1381329"/>
              <a:gd name="connsiteY547" fmla="*/ 168231 h 2071187"/>
              <a:gd name="connsiteX548" fmla="*/ 255159 w 1381329"/>
              <a:gd name="connsiteY548" fmla="*/ 159498 h 2071187"/>
              <a:gd name="connsiteX549" fmla="*/ 268963 w 1381329"/>
              <a:gd name="connsiteY549" fmla="*/ 161336 h 2071187"/>
              <a:gd name="connsiteX550" fmla="*/ 268073 w 1381329"/>
              <a:gd name="connsiteY550" fmla="*/ 164094 h 2071187"/>
              <a:gd name="connsiteX551" fmla="*/ 281877 w 1381329"/>
              <a:gd name="connsiteY551" fmla="*/ 165014 h 2071187"/>
              <a:gd name="connsiteX552" fmla="*/ 292564 w 1381329"/>
              <a:gd name="connsiteY552" fmla="*/ 170529 h 2071187"/>
              <a:gd name="connsiteX553" fmla="*/ 300580 w 1381329"/>
              <a:gd name="connsiteY553" fmla="*/ 179263 h 2071187"/>
              <a:gd name="connsiteX554" fmla="*/ 309486 w 1381329"/>
              <a:gd name="connsiteY554" fmla="*/ 187537 h 2071187"/>
              <a:gd name="connsiteX555" fmla="*/ 309485 w 1381329"/>
              <a:gd name="connsiteY555" fmla="*/ 187537 h 2071187"/>
              <a:gd name="connsiteX556" fmla="*/ 322399 w 1381329"/>
              <a:gd name="connsiteY556" fmla="*/ 188456 h 2071187"/>
              <a:gd name="connsiteX557" fmla="*/ 342438 w 1381329"/>
              <a:gd name="connsiteY557" fmla="*/ 167772 h 2071187"/>
              <a:gd name="connsiteX558" fmla="*/ 353125 w 1381329"/>
              <a:gd name="connsiteY558" fmla="*/ 164555 h 2071187"/>
              <a:gd name="connsiteX559" fmla="*/ 353570 w 1381329"/>
              <a:gd name="connsiteY559" fmla="*/ 154903 h 2071187"/>
              <a:gd name="connsiteX560" fmla="*/ 359804 w 1381329"/>
              <a:gd name="connsiteY560" fmla="*/ 129622 h 2071187"/>
              <a:gd name="connsiteX561" fmla="*/ 374945 w 1381329"/>
              <a:gd name="connsiteY561" fmla="*/ 116291 h 2071187"/>
              <a:gd name="connsiteX562" fmla="*/ 390531 w 1381329"/>
              <a:gd name="connsiteY562" fmla="*/ 115372 h 2071187"/>
              <a:gd name="connsiteX563" fmla="*/ 393202 w 1381329"/>
              <a:gd name="connsiteY563" fmla="*/ 109397 h 2071187"/>
              <a:gd name="connsiteX564" fmla="*/ 412796 w 1381329"/>
              <a:gd name="connsiteY564" fmla="*/ 111695 h 2071187"/>
              <a:gd name="connsiteX565" fmla="*/ 433279 w 1381329"/>
              <a:gd name="connsiteY565" fmla="*/ 96986 h 2071187"/>
              <a:gd name="connsiteX566" fmla="*/ 443521 w 1381329"/>
              <a:gd name="connsiteY566" fmla="*/ 90551 h 2071187"/>
              <a:gd name="connsiteX567" fmla="*/ 456435 w 1381329"/>
              <a:gd name="connsiteY567" fmla="*/ 76302 h 2071187"/>
              <a:gd name="connsiteX568" fmla="*/ 465341 w 1381329"/>
              <a:gd name="connsiteY568" fmla="*/ 78140 h 2071187"/>
              <a:gd name="connsiteX569" fmla="*/ 471130 w 1381329"/>
              <a:gd name="connsiteY569" fmla="*/ 85955 h 2071187"/>
              <a:gd name="connsiteX570" fmla="*/ 465787 w 1381329"/>
              <a:gd name="connsiteY570" fmla="*/ 95607 h 2071187"/>
              <a:gd name="connsiteX571" fmla="*/ 464147 w 1381329"/>
              <a:gd name="connsiteY571" fmla="*/ 96110 h 2071187"/>
              <a:gd name="connsiteX572" fmla="*/ 465787 w 1381329"/>
              <a:gd name="connsiteY572" fmla="*/ 95607 h 2071187"/>
              <a:gd name="connsiteX573" fmla="*/ 464896 w 1381329"/>
              <a:gd name="connsiteY573" fmla="*/ 102502 h 2071187"/>
              <a:gd name="connsiteX574" fmla="*/ 449756 w 1381329"/>
              <a:gd name="connsiteY574" fmla="*/ 106179 h 2071187"/>
              <a:gd name="connsiteX575" fmla="*/ 457326 w 1381329"/>
              <a:gd name="connsiteY575" fmla="*/ 119509 h 2071187"/>
              <a:gd name="connsiteX576" fmla="*/ 455990 w 1381329"/>
              <a:gd name="connsiteY576" fmla="*/ 135137 h 2071187"/>
              <a:gd name="connsiteX577" fmla="*/ 443967 w 1381329"/>
              <a:gd name="connsiteY577" fmla="*/ 152144 h 2071187"/>
              <a:gd name="connsiteX578" fmla="*/ 452428 w 1381329"/>
              <a:gd name="connsiteY578" fmla="*/ 175586 h 2071187"/>
              <a:gd name="connsiteX579" fmla="*/ 463560 w 1381329"/>
              <a:gd name="connsiteY579" fmla="*/ 173748 h 2071187"/>
              <a:gd name="connsiteX580" fmla="*/ 470240 w 1381329"/>
              <a:gd name="connsiteY580" fmla="*/ 152144 h 2071187"/>
              <a:gd name="connsiteX581" fmla="*/ 462670 w 1381329"/>
              <a:gd name="connsiteY581" fmla="*/ 142031 h 2071187"/>
              <a:gd name="connsiteX582" fmla="*/ 462670 w 1381329"/>
              <a:gd name="connsiteY582" fmla="*/ 119509 h 2071187"/>
              <a:gd name="connsiteX583" fmla="*/ 494731 w 1381329"/>
              <a:gd name="connsiteY583" fmla="*/ 107558 h 2071187"/>
              <a:gd name="connsiteX584" fmla="*/ 492059 w 1381329"/>
              <a:gd name="connsiteY584" fmla="*/ 93768 h 2071187"/>
              <a:gd name="connsiteX585" fmla="*/ 501411 w 1381329"/>
              <a:gd name="connsiteY585" fmla="*/ 84116 h 2071187"/>
              <a:gd name="connsiteX586" fmla="*/ 508981 w 1381329"/>
              <a:gd name="connsiteY586" fmla="*/ 105259 h 2071187"/>
              <a:gd name="connsiteX587" fmla="*/ 526793 w 1381329"/>
              <a:gd name="connsiteY587" fmla="*/ 105719 h 2071187"/>
              <a:gd name="connsiteX588" fmla="*/ 541933 w 1381329"/>
              <a:gd name="connsiteY588" fmla="*/ 121807 h 2071187"/>
              <a:gd name="connsiteX589" fmla="*/ 542824 w 1381329"/>
              <a:gd name="connsiteY589" fmla="*/ 131919 h 2071187"/>
              <a:gd name="connsiteX590" fmla="*/ 565089 w 1381329"/>
              <a:gd name="connsiteY590" fmla="*/ 131919 h 2071187"/>
              <a:gd name="connsiteX591" fmla="*/ 592252 w 1381329"/>
              <a:gd name="connsiteY591" fmla="*/ 129162 h 2071187"/>
              <a:gd name="connsiteX592" fmla="*/ 606057 w 1381329"/>
              <a:gd name="connsiteY592" fmla="*/ 142031 h 2071187"/>
              <a:gd name="connsiteX593" fmla="*/ 624760 w 1381329"/>
              <a:gd name="connsiteY593" fmla="*/ 145709 h 2071187"/>
              <a:gd name="connsiteX594" fmla="*/ 639455 w 1381329"/>
              <a:gd name="connsiteY594" fmla="*/ 136516 h 2071187"/>
              <a:gd name="connsiteX595" fmla="*/ 639900 w 1381329"/>
              <a:gd name="connsiteY595" fmla="*/ 129162 h 2071187"/>
              <a:gd name="connsiteX596" fmla="*/ 671517 w 1381329"/>
              <a:gd name="connsiteY596" fmla="*/ 127323 h 2071187"/>
              <a:gd name="connsiteX597" fmla="*/ 701352 w 1381329"/>
              <a:gd name="connsiteY597" fmla="*/ 126864 h 2071187"/>
              <a:gd name="connsiteX598" fmla="*/ 679532 w 1381329"/>
              <a:gd name="connsiteY598" fmla="*/ 135597 h 2071187"/>
              <a:gd name="connsiteX599" fmla="*/ 687548 w 1381329"/>
              <a:gd name="connsiteY599" fmla="*/ 149846 h 2071187"/>
              <a:gd name="connsiteX600" fmla="*/ 707586 w 1381329"/>
              <a:gd name="connsiteY600" fmla="*/ 151684 h 2071187"/>
              <a:gd name="connsiteX601" fmla="*/ 726289 w 1381329"/>
              <a:gd name="connsiteY601" fmla="*/ 166393 h 2071187"/>
              <a:gd name="connsiteX602" fmla="*/ 729406 w 1381329"/>
              <a:gd name="connsiteY602" fmla="*/ 189835 h 2071187"/>
              <a:gd name="connsiteX603" fmla="*/ 742319 w 1381329"/>
              <a:gd name="connsiteY603" fmla="*/ 189375 h 2071187"/>
              <a:gd name="connsiteX604" fmla="*/ 752116 w 1381329"/>
              <a:gd name="connsiteY604" fmla="*/ 196270 h 2071187"/>
              <a:gd name="connsiteX605" fmla="*/ 752116 w 1381329"/>
              <a:gd name="connsiteY605" fmla="*/ 196270 h 2071187"/>
              <a:gd name="connsiteX606" fmla="*/ 768147 w 1381329"/>
              <a:gd name="connsiteY606" fmla="*/ 207301 h 2071187"/>
              <a:gd name="connsiteX607" fmla="*/ 782842 w 1381329"/>
              <a:gd name="connsiteY607" fmla="*/ 226147 h 2071187"/>
              <a:gd name="connsiteX608" fmla="*/ 783288 w 1381329"/>
              <a:gd name="connsiteY608" fmla="*/ 241775 h 2071187"/>
              <a:gd name="connsiteX609" fmla="*/ 792639 w 1381329"/>
              <a:gd name="connsiteY609" fmla="*/ 242235 h 2071187"/>
              <a:gd name="connsiteX610" fmla="*/ 805998 w 1381329"/>
              <a:gd name="connsiteY610" fmla="*/ 256484 h 2071187"/>
              <a:gd name="connsiteX611" fmla="*/ 815349 w 1381329"/>
              <a:gd name="connsiteY611" fmla="*/ 267056 h 2071187"/>
              <a:gd name="connsiteX612" fmla="*/ 815349 w 1381329"/>
              <a:gd name="connsiteY612" fmla="*/ 267056 h 2071187"/>
              <a:gd name="connsiteX613" fmla="*/ 845630 w 1381329"/>
              <a:gd name="connsiteY613" fmla="*/ 273032 h 2071187"/>
              <a:gd name="connsiteX614" fmla="*/ 848301 w 1381329"/>
              <a:gd name="connsiteY614" fmla="*/ 267516 h 2071187"/>
              <a:gd name="connsiteX615" fmla="*/ 868785 w 1381329"/>
              <a:gd name="connsiteY615" fmla="*/ 265218 h 2071187"/>
              <a:gd name="connsiteX616" fmla="*/ 895949 w 1381329"/>
              <a:gd name="connsiteY616" fmla="*/ 273492 h 2071187"/>
              <a:gd name="connsiteX617" fmla="*/ 895949 w 1381329"/>
              <a:gd name="connsiteY617" fmla="*/ 273492 h 2071187"/>
              <a:gd name="connsiteX618" fmla="*/ 904408 w 1381329"/>
              <a:gd name="connsiteY618" fmla="*/ 276709 h 2071187"/>
              <a:gd name="connsiteX619" fmla="*/ 922665 w 1381329"/>
              <a:gd name="connsiteY619" fmla="*/ 283604 h 2071187"/>
              <a:gd name="connsiteX620" fmla="*/ 948938 w 1381329"/>
              <a:gd name="connsiteY620" fmla="*/ 308425 h 2071187"/>
              <a:gd name="connsiteX621" fmla="*/ 952501 w 1381329"/>
              <a:gd name="connsiteY621" fmla="*/ 320376 h 2071187"/>
              <a:gd name="connsiteX622" fmla="*/ 937360 w 1381329"/>
              <a:gd name="connsiteY622" fmla="*/ 347496 h 2071187"/>
              <a:gd name="connsiteX623" fmla="*/ 929345 w 1381329"/>
              <a:gd name="connsiteY623" fmla="*/ 369099 h 2071187"/>
              <a:gd name="connsiteX624" fmla="*/ 919548 w 1381329"/>
              <a:gd name="connsiteY624" fmla="*/ 380590 h 2071187"/>
              <a:gd name="connsiteX625" fmla="*/ 907527 w 1381329"/>
              <a:gd name="connsiteY625" fmla="*/ 382429 h 2071187"/>
              <a:gd name="connsiteX626" fmla="*/ 907527 w 1381329"/>
              <a:gd name="connsiteY626" fmla="*/ 382429 h 2071187"/>
              <a:gd name="connsiteX627" fmla="*/ 919551 w 1381329"/>
              <a:gd name="connsiteY627" fmla="*/ 380591 h 2071187"/>
              <a:gd name="connsiteX628" fmla="*/ 929347 w 1381329"/>
              <a:gd name="connsiteY628" fmla="*/ 369100 h 2071187"/>
              <a:gd name="connsiteX629" fmla="*/ 937363 w 1381329"/>
              <a:gd name="connsiteY629" fmla="*/ 347496 h 2071187"/>
              <a:gd name="connsiteX630" fmla="*/ 952503 w 1381329"/>
              <a:gd name="connsiteY630" fmla="*/ 320376 h 2071187"/>
              <a:gd name="connsiteX631" fmla="*/ 961409 w 1381329"/>
              <a:gd name="connsiteY631" fmla="*/ 318997 h 2071187"/>
              <a:gd name="connsiteX632" fmla="*/ 967198 w 1381329"/>
              <a:gd name="connsiteY632" fmla="*/ 335545 h 2071187"/>
              <a:gd name="connsiteX633" fmla="*/ 980557 w 1381329"/>
              <a:gd name="connsiteY633" fmla="*/ 387026 h 2071187"/>
              <a:gd name="connsiteX634" fmla="*/ 994361 w 1381329"/>
              <a:gd name="connsiteY634" fmla="*/ 392082 h 2071187"/>
              <a:gd name="connsiteX635" fmla="*/ 994807 w 1381329"/>
              <a:gd name="connsiteY635" fmla="*/ 412306 h 2071187"/>
              <a:gd name="connsiteX636" fmla="*/ 975659 w 1381329"/>
              <a:gd name="connsiteY636" fmla="*/ 436668 h 2071187"/>
              <a:gd name="connsiteX637" fmla="*/ 983229 w 1381329"/>
              <a:gd name="connsiteY637" fmla="*/ 445401 h 2071187"/>
              <a:gd name="connsiteX638" fmla="*/ 1028204 w 1381329"/>
              <a:gd name="connsiteY638" fmla="*/ 449998 h 2071187"/>
              <a:gd name="connsiteX639" fmla="*/ 1029096 w 1381329"/>
              <a:gd name="connsiteY639" fmla="*/ 479875 h 2071187"/>
              <a:gd name="connsiteX640" fmla="*/ 1048243 w 1381329"/>
              <a:gd name="connsiteY640" fmla="*/ 460570 h 2071187"/>
              <a:gd name="connsiteX641" fmla="*/ 1079860 w 1381329"/>
              <a:gd name="connsiteY641" fmla="*/ 471142 h 2071187"/>
              <a:gd name="connsiteX642" fmla="*/ 1122163 w 1381329"/>
              <a:gd name="connsiteY642" fmla="*/ 489068 h 2071187"/>
              <a:gd name="connsiteX643" fmla="*/ 1134631 w 1381329"/>
              <a:gd name="connsiteY643" fmla="*/ 506076 h 2071187"/>
              <a:gd name="connsiteX644" fmla="*/ 1130624 w 1381329"/>
              <a:gd name="connsiteY644" fmla="*/ 522623 h 2071187"/>
              <a:gd name="connsiteX645" fmla="*/ 1160014 w 1381329"/>
              <a:gd name="connsiteY645" fmla="*/ 513430 h 2071187"/>
              <a:gd name="connsiteX646" fmla="*/ 1208997 w 1381329"/>
              <a:gd name="connsiteY646" fmla="*/ 529058 h 2071187"/>
              <a:gd name="connsiteX647" fmla="*/ 1246848 w 1381329"/>
              <a:gd name="connsiteY647" fmla="*/ 528138 h 2071187"/>
              <a:gd name="connsiteX648" fmla="*/ 1284253 w 1381329"/>
              <a:gd name="connsiteY648" fmla="*/ 552500 h 2071187"/>
              <a:gd name="connsiteX649" fmla="*/ 1317206 w 1381329"/>
              <a:gd name="connsiteY649" fmla="*/ 585595 h 2071187"/>
              <a:gd name="connsiteX650" fmla="*/ 1336799 w 1381329"/>
              <a:gd name="connsiteY650" fmla="*/ 593869 h 2071187"/>
              <a:gd name="connsiteX651" fmla="*/ 1358174 w 1381329"/>
              <a:gd name="connsiteY651" fmla="*/ 595248 h 2071187"/>
              <a:gd name="connsiteX652" fmla="*/ 1367525 w 1381329"/>
              <a:gd name="connsiteY652" fmla="*/ 604441 h 2071187"/>
              <a:gd name="connsiteX653" fmla="*/ 1376431 w 1381329"/>
              <a:gd name="connsiteY653" fmla="*/ 642132 h 2071187"/>
              <a:gd name="connsiteX654" fmla="*/ 1381329 w 1381329"/>
              <a:gd name="connsiteY654" fmla="*/ 660059 h 2071187"/>
              <a:gd name="connsiteX655" fmla="*/ 1371978 w 1381329"/>
              <a:gd name="connsiteY655" fmla="*/ 708781 h 2071187"/>
              <a:gd name="connsiteX656" fmla="*/ 1359955 w 1381329"/>
              <a:gd name="connsiteY656" fmla="*/ 728086 h 2071187"/>
              <a:gd name="connsiteX657" fmla="*/ 1325666 w 1381329"/>
              <a:gd name="connsiteY657" fmla="*/ 768996 h 2071187"/>
              <a:gd name="connsiteX658" fmla="*/ 1310526 w 1381329"/>
              <a:gd name="connsiteY658" fmla="*/ 802550 h 2071187"/>
              <a:gd name="connsiteX659" fmla="*/ 1292714 w 1381329"/>
              <a:gd name="connsiteY659" fmla="*/ 827831 h 2071187"/>
              <a:gd name="connsiteX660" fmla="*/ 1286480 w 1381329"/>
              <a:gd name="connsiteY660" fmla="*/ 828750 h 2071187"/>
              <a:gd name="connsiteX661" fmla="*/ 1280691 w 1381329"/>
              <a:gd name="connsiteY661" fmla="*/ 850354 h 2071187"/>
              <a:gd name="connsiteX662" fmla="*/ 1284699 w 1381329"/>
              <a:gd name="connsiteY662" fmla="*/ 905512 h 2071187"/>
              <a:gd name="connsiteX663" fmla="*/ 1279800 w 1381329"/>
              <a:gd name="connsiteY663" fmla="*/ 951017 h 2071187"/>
              <a:gd name="connsiteX664" fmla="*/ 1278465 w 1381329"/>
              <a:gd name="connsiteY664" fmla="*/ 970323 h 2071187"/>
              <a:gd name="connsiteX665" fmla="*/ 1271340 w 1381329"/>
              <a:gd name="connsiteY665" fmla="*/ 982273 h 2071187"/>
              <a:gd name="connsiteX666" fmla="*/ 1269113 w 1381329"/>
              <a:gd name="connsiteY666" fmla="*/ 1021804 h 2071187"/>
              <a:gd name="connsiteX667" fmla="*/ 1245958 w 1381329"/>
              <a:gd name="connsiteY667" fmla="*/ 1059955 h 2071187"/>
              <a:gd name="connsiteX668" fmla="*/ 1243731 w 1381329"/>
              <a:gd name="connsiteY668" fmla="*/ 1090751 h 2071187"/>
              <a:gd name="connsiteX669" fmla="*/ 1224583 w 1381329"/>
              <a:gd name="connsiteY669" fmla="*/ 1103162 h 2071187"/>
              <a:gd name="connsiteX670" fmla="*/ 1219684 w 1381329"/>
              <a:gd name="connsiteY670" fmla="*/ 1121088 h 2071187"/>
              <a:gd name="connsiteX671" fmla="*/ 1192966 w 1381329"/>
              <a:gd name="connsiteY671" fmla="*/ 1121088 h 2071187"/>
              <a:gd name="connsiteX672" fmla="*/ 1155115 w 1381329"/>
              <a:gd name="connsiteY672" fmla="*/ 1132120 h 2071187"/>
              <a:gd name="connsiteX673" fmla="*/ 1138639 w 1381329"/>
              <a:gd name="connsiteY673" fmla="*/ 1145449 h 2071187"/>
              <a:gd name="connsiteX674" fmla="*/ 1111921 w 1381329"/>
              <a:gd name="connsiteY674" fmla="*/ 1154183 h 2071187"/>
              <a:gd name="connsiteX675" fmla="*/ 1084758 w 1381329"/>
              <a:gd name="connsiteY675" fmla="*/ 1177625 h 2071187"/>
              <a:gd name="connsiteX676" fmla="*/ 1066501 w 1381329"/>
              <a:gd name="connsiteY676" fmla="*/ 1207043 h 2071187"/>
              <a:gd name="connsiteX677" fmla="*/ 1065165 w 1381329"/>
              <a:gd name="connsiteY677" fmla="*/ 1229106 h 2071187"/>
              <a:gd name="connsiteX678" fmla="*/ 1070954 w 1381329"/>
              <a:gd name="connsiteY678" fmla="*/ 1245194 h 2071187"/>
              <a:gd name="connsiteX679" fmla="*/ 1069618 w 1381329"/>
              <a:gd name="connsiteY679" fmla="*/ 1275071 h 2071187"/>
              <a:gd name="connsiteX680" fmla="*/ 1066055 w 1381329"/>
              <a:gd name="connsiteY680" fmla="*/ 1289320 h 2071187"/>
              <a:gd name="connsiteX681" fmla="*/ 1050915 w 1381329"/>
              <a:gd name="connsiteY681" fmla="*/ 1305868 h 2071187"/>
              <a:gd name="connsiteX682" fmla="*/ 1030876 w 1381329"/>
              <a:gd name="connsiteY682" fmla="*/ 1357809 h 2071187"/>
              <a:gd name="connsiteX683" fmla="*/ 1013064 w 1381329"/>
              <a:gd name="connsiteY683" fmla="*/ 1380791 h 2071187"/>
              <a:gd name="connsiteX684" fmla="*/ 998814 w 1381329"/>
              <a:gd name="connsiteY684" fmla="*/ 1395040 h 2071187"/>
              <a:gd name="connsiteX685" fmla="*/ 992135 w 1381329"/>
              <a:gd name="connsiteY685" fmla="*/ 1423079 h 2071187"/>
              <a:gd name="connsiteX686" fmla="*/ 979221 w 1381329"/>
              <a:gd name="connsiteY686" fmla="*/ 1439626 h 2071187"/>
              <a:gd name="connsiteX687" fmla="*/ 969869 w 1381329"/>
              <a:gd name="connsiteY687" fmla="*/ 1423079 h 2071187"/>
              <a:gd name="connsiteX688" fmla="*/ 977886 w 1381329"/>
              <a:gd name="connsiteY688" fmla="*/ 1408829 h 2071187"/>
              <a:gd name="connsiteX689" fmla="*/ 960963 w 1381329"/>
              <a:gd name="connsiteY689" fmla="*/ 1389064 h 2071187"/>
              <a:gd name="connsiteX690" fmla="*/ 939589 w 1381329"/>
              <a:gd name="connsiteY690" fmla="*/ 1372517 h 2071187"/>
              <a:gd name="connsiteX691" fmla="*/ 911535 w 1381329"/>
              <a:gd name="connsiteY691" fmla="*/ 1353671 h 2071187"/>
              <a:gd name="connsiteX692" fmla="*/ 911534 w 1381329"/>
              <a:gd name="connsiteY692" fmla="*/ 1353671 h 2071187"/>
              <a:gd name="connsiteX693" fmla="*/ 939588 w 1381329"/>
              <a:gd name="connsiteY693" fmla="*/ 1372517 h 2071187"/>
              <a:gd name="connsiteX694" fmla="*/ 960962 w 1381329"/>
              <a:gd name="connsiteY694" fmla="*/ 1389064 h 2071187"/>
              <a:gd name="connsiteX695" fmla="*/ 977885 w 1381329"/>
              <a:gd name="connsiteY695" fmla="*/ 1408829 h 2071187"/>
              <a:gd name="connsiteX696" fmla="*/ 969868 w 1381329"/>
              <a:gd name="connsiteY696" fmla="*/ 1423079 h 2071187"/>
              <a:gd name="connsiteX697" fmla="*/ 979220 w 1381329"/>
              <a:gd name="connsiteY697" fmla="*/ 1439626 h 2071187"/>
              <a:gd name="connsiteX698" fmla="*/ 972095 w 1381329"/>
              <a:gd name="connsiteY698" fmla="*/ 1458472 h 2071187"/>
              <a:gd name="connsiteX699" fmla="*/ 948049 w 1381329"/>
              <a:gd name="connsiteY699" fmla="*/ 1474560 h 2071187"/>
              <a:gd name="connsiteX700" fmla="*/ 929346 w 1381329"/>
              <a:gd name="connsiteY700" fmla="*/ 1468584 h 2071187"/>
              <a:gd name="connsiteX701" fmla="*/ 916878 w 1381329"/>
              <a:gd name="connsiteY701" fmla="*/ 1471802 h 2071187"/>
              <a:gd name="connsiteX702" fmla="*/ 892386 w 1381329"/>
              <a:gd name="connsiteY702" fmla="*/ 1459391 h 2071187"/>
              <a:gd name="connsiteX703" fmla="*/ 876355 w 1381329"/>
              <a:gd name="connsiteY703" fmla="*/ 1460311 h 2071187"/>
              <a:gd name="connsiteX704" fmla="*/ 858989 w 1381329"/>
              <a:gd name="connsiteY704" fmla="*/ 1443764 h 2071187"/>
              <a:gd name="connsiteX705" fmla="*/ 860325 w 1381329"/>
              <a:gd name="connsiteY705" fmla="*/ 1459392 h 2071187"/>
              <a:gd name="connsiteX706" fmla="*/ 862137 w 1381329"/>
              <a:gd name="connsiteY706" fmla="*/ 1460712 h 2071187"/>
              <a:gd name="connsiteX707" fmla="*/ 862533 w 1381329"/>
              <a:gd name="connsiteY707" fmla="*/ 1460303 h 2071187"/>
              <a:gd name="connsiteX708" fmla="*/ 864822 w 1381329"/>
              <a:gd name="connsiteY708" fmla="*/ 1462665 h 2071187"/>
              <a:gd name="connsiteX709" fmla="*/ 895058 w 1381329"/>
              <a:gd name="connsiteY709" fmla="*/ 1484673 h 2071187"/>
              <a:gd name="connsiteX710" fmla="*/ 895949 w 1381329"/>
              <a:gd name="connsiteY710" fmla="*/ 1504897 h 2071187"/>
              <a:gd name="connsiteX711" fmla="*/ 913315 w 1381329"/>
              <a:gd name="connsiteY711" fmla="*/ 1517767 h 2071187"/>
              <a:gd name="connsiteX712" fmla="*/ 914651 w 1381329"/>
              <a:gd name="connsiteY712" fmla="*/ 1532017 h 2071187"/>
              <a:gd name="connsiteX713" fmla="*/ 899956 w 1381329"/>
              <a:gd name="connsiteY713" fmla="*/ 1569709 h 2071187"/>
              <a:gd name="connsiteX714" fmla="*/ 868785 w 1381329"/>
              <a:gd name="connsiteY714" fmla="*/ 1585796 h 2071187"/>
              <a:gd name="connsiteX715" fmla="*/ 823364 w 1381329"/>
              <a:gd name="connsiteY715" fmla="*/ 1591771 h 2071187"/>
              <a:gd name="connsiteX716" fmla="*/ 796646 w 1381329"/>
              <a:gd name="connsiteY716" fmla="*/ 1588554 h 2071187"/>
              <a:gd name="connsiteX717" fmla="*/ 805997 w 1381329"/>
              <a:gd name="connsiteY717" fmla="*/ 1606481 h 2071187"/>
              <a:gd name="connsiteX718" fmla="*/ 806442 w 1381329"/>
              <a:gd name="connsiteY718" fmla="*/ 1628083 h 2071187"/>
              <a:gd name="connsiteX719" fmla="*/ 814458 w 1381329"/>
              <a:gd name="connsiteY719" fmla="*/ 1642793 h 2071187"/>
              <a:gd name="connsiteX720" fmla="*/ 803326 w 1381329"/>
              <a:gd name="connsiteY720" fmla="*/ 1653364 h 2071187"/>
              <a:gd name="connsiteX721" fmla="*/ 780615 w 1381329"/>
              <a:gd name="connsiteY721" fmla="*/ 1657501 h 2071187"/>
              <a:gd name="connsiteX722" fmla="*/ 755678 w 1381329"/>
              <a:gd name="connsiteY722" fmla="*/ 1646469 h 2071187"/>
              <a:gd name="connsiteX723" fmla="*/ 748999 w 1381329"/>
              <a:gd name="connsiteY723" fmla="*/ 1654284 h 2071187"/>
              <a:gd name="connsiteX724" fmla="*/ 760131 w 1381329"/>
              <a:gd name="connsiteY724" fmla="*/ 1683241 h 2071187"/>
              <a:gd name="connsiteX725" fmla="*/ 777943 w 1381329"/>
              <a:gd name="connsiteY725" fmla="*/ 1691975 h 2071187"/>
              <a:gd name="connsiteX726" fmla="*/ 788185 w 1381329"/>
              <a:gd name="connsiteY726" fmla="*/ 1682782 h 2071187"/>
              <a:gd name="connsiteX727" fmla="*/ 799317 w 1381329"/>
              <a:gd name="connsiteY727" fmla="*/ 1697951 h 2071187"/>
              <a:gd name="connsiteX728" fmla="*/ 780615 w 1381329"/>
              <a:gd name="connsiteY728" fmla="*/ 1707144 h 2071187"/>
              <a:gd name="connsiteX729" fmla="*/ 767701 w 1381329"/>
              <a:gd name="connsiteY729" fmla="*/ 1725530 h 2071187"/>
              <a:gd name="connsiteX730" fmla="*/ 773045 w 1381329"/>
              <a:gd name="connsiteY730" fmla="*/ 1754487 h 2071187"/>
              <a:gd name="connsiteX731" fmla="*/ 772599 w 1381329"/>
              <a:gd name="connsiteY731" fmla="*/ 1770116 h 2071187"/>
              <a:gd name="connsiteX732" fmla="*/ 751225 w 1381329"/>
              <a:gd name="connsiteY732" fmla="*/ 1770116 h 2071187"/>
              <a:gd name="connsiteX733" fmla="*/ 737866 w 1381329"/>
              <a:gd name="connsiteY733" fmla="*/ 1784825 h 2071187"/>
              <a:gd name="connsiteX734" fmla="*/ 738311 w 1381329"/>
              <a:gd name="connsiteY734" fmla="*/ 1806888 h 2071187"/>
              <a:gd name="connsiteX735" fmla="*/ 767256 w 1381329"/>
              <a:gd name="connsiteY735" fmla="*/ 1828031 h 2071187"/>
              <a:gd name="connsiteX736" fmla="*/ 790411 w 1381329"/>
              <a:gd name="connsiteY736" fmla="*/ 1833548 h 2071187"/>
              <a:gd name="connsiteX737" fmla="*/ 791303 w 1381329"/>
              <a:gd name="connsiteY737" fmla="*/ 1859748 h 2071187"/>
              <a:gd name="connsiteX738" fmla="*/ 770818 w 1381329"/>
              <a:gd name="connsiteY738" fmla="*/ 1875836 h 2071187"/>
              <a:gd name="connsiteX739" fmla="*/ 768146 w 1381329"/>
              <a:gd name="connsiteY739" fmla="*/ 1909390 h 2071187"/>
              <a:gd name="connsiteX740" fmla="*/ 752561 w 1381329"/>
              <a:gd name="connsiteY740" fmla="*/ 1920422 h 2071187"/>
              <a:gd name="connsiteX741" fmla="*/ 748553 w 1381329"/>
              <a:gd name="connsiteY741" fmla="*/ 1933752 h 2071187"/>
              <a:gd name="connsiteX742" fmla="*/ 767256 w 1381329"/>
              <a:gd name="connsiteY742" fmla="*/ 1963629 h 2071187"/>
              <a:gd name="connsiteX743" fmla="*/ 787740 w 1381329"/>
              <a:gd name="connsiteY743" fmla="*/ 1979717 h 2071187"/>
              <a:gd name="connsiteX744" fmla="*/ 778388 w 1381329"/>
              <a:gd name="connsiteY744" fmla="*/ 1978338 h 2071187"/>
              <a:gd name="connsiteX745" fmla="*/ 778386 w 1381329"/>
              <a:gd name="connsiteY745" fmla="*/ 1978337 h 2071187"/>
              <a:gd name="connsiteX746" fmla="*/ 759240 w 1381329"/>
              <a:gd name="connsiteY746" fmla="*/ 1978337 h 2071187"/>
              <a:gd name="connsiteX747" fmla="*/ 751670 w 1381329"/>
              <a:gd name="connsiteY747" fmla="*/ 1985232 h 2071187"/>
              <a:gd name="connsiteX748" fmla="*/ 736530 w 1381329"/>
              <a:gd name="connsiteY748" fmla="*/ 1995344 h 2071187"/>
              <a:gd name="connsiteX749" fmla="*/ 744100 w 1381329"/>
              <a:gd name="connsiteY749" fmla="*/ 2021544 h 2071187"/>
              <a:gd name="connsiteX750" fmla="*/ 735639 w 1381329"/>
              <a:gd name="connsiteY750" fmla="*/ 2022004 h 2071187"/>
              <a:gd name="connsiteX751" fmla="*/ 707586 w 1381329"/>
              <a:gd name="connsiteY751" fmla="*/ 2013270 h 2071187"/>
              <a:gd name="connsiteX752" fmla="*/ 674188 w 1381329"/>
              <a:gd name="connsiteY752" fmla="*/ 1993505 h 2071187"/>
              <a:gd name="connsiteX753" fmla="*/ 640345 w 1381329"/>
              <a:gd name="connsiteY753" fmla="*/ 1977417 h 2071187"/>
              <a:gd name="connsiteX754" fmla="*/ 626095 w 1381329"/>
              <a:gd name="connsiteY754" fmla="*/ 1959491 h 2071187"/>
              <a:gd name="connsiteX755" fmla="*/ 624759 w 1381329"/>
              <a:gd name="connsiteY755" fmla="*/ 1942943 h 2071187"/>
              <a:gd name="connsiteX756" fmla="*/ 606057 w 1381329"/>
              <a:gd name="connsiteY756" fmla="*/ 1923638 h 2071187"/>
              <a:gd name="connsiteX757" fmla="*/ 583791 w 1381329"/>
              <a:gd name="connsiteY757" fmla="*/ 1874916 h 2071187"/>
              <a:gd name="connsiteX758" fmla="*/ 582901 w 1381329"/>
              <a:gd name="connsiteY758" fmla="*/ 1847337 h 2071187"/>
              <a:gd name="connsiteX759" fmla="*/ 598041 w 1381329"/>
              <a:gd name="connsiteY759" fmla="*/ 1825273 h 2071187"/>
              <a:gd name="connsiteX760" fmla="*/ 561081 w 1381329"/>
              <a:gd name="connsiteY760" fmla="*/ 1816540 h 2071187"/>
              <a:gd name="connsiteX761" fmla="*/ 573104 w 1381329"/>
              <a:gd name="connsiteY761" fmla="*/ 1791259 h 2071187"/>
              <a:gd name="connsiteX762" fmla="*/ 564198 w 1381329"/>
              <a:gd name="connsiteY762" fmla="*/ 1742995 h 2071187"/>
              <a:gd name="connsiteX763" fmla="*/ 593142 w 1381329"/>
              <a:gd name="connsiteY763" fmla="*/ 1753108 h 2071187"/>
              <a:gd name="connsiteX764" fmla="*/ 585128 w 1381329"/>
              <a:gd name="connsiteY764" fmla="*/ 1692894 h 2071187"/>
              <a:gd name="connsiteX765" fmla="*/ 567315 w 1381329"/>
              <a:gd name="connsiteY765" fmla="*/ 1685080 h 2071187"/>
              <a:gd name="connsiteX766" fmla="*/ 571768 w 1381329"/>
              <a:gd name="connsiteY766" fmla="*/ 1721392 h 2071187"/>
              <a:gd name="connsiteX767" fmla="*/ 556183 w 1381329"/>
              <a:gd name="connsiteY767" fmla="*/ 1717255 h 2071187"/>
              <a:gd name="connsiteX768" fmla="*/ 549503 w 1381329"/>
              <a:gd name="connsiteY768" fmla="*/ 1675887 h 2071187"/>
              <a:gd name="connsiteX769" fmla="*/ 540597 w 1381329"/>
              <a:gd name="connsiteY769" fmla="*/ 1621648 h 2071187"/>
              <a:gd name="connsiteX770" fmla="*/ 545495 w 1381329"/>
              <a:gd name="connsiteY770" fmla="*/ 1601423 h 2071187"/>
              <a:gd name="connsiteX771" fmla="*/ 530800 w 1381329"/>
              <a:gd name="connsiteY771" fmla="*/ 1572925 h 2071187"/>
              <a:gd name="connsiteX772" fmla="*/ 520113 w 1381329"/>
              <a:gd name="connsiteY772" fmla="*/ 1539830 h 2071187"/>
              <a:gd name="connsiteX773" fmla="*/ 529910 w 1381329"/>
              <a:gd name="connsiteY773" fmla="*/ 1538451 h 2071187"/>
              <a:gd name="connsiteX774" fmla="*/ 532582 w 1381329"/>
              <a:gd name="connsiteY774" fmla="*/ 1491107 h 2071187"/>
              <a:gd name="connsiteX775" fmla="*/ 537925 w 1381329"/>
              <a:gd name="connsiteY775" fmla="*/ 1443763 h 2071187"/>
              <a:gd name="connsiteX776" fmla="*/ 538371 w 1381329"/>
              <a:gd name="connsiteY776" fmla="*/ 1400096 h 2071187"/>
              <a:gd name="connsiteX777" fmla="*/ 523676 w 1381329"/>
              <a:gd name="connsiteY777" fmla="*/ 1355509 h 2071187"/>
              <a:gd name="connsiteX778" fmla="*/ 526347 w 1381329"/>
              <a:gd name="connsiteY778" fmla="*/ 1331148 h 2071187"/>
              <a:gd name="connsiteX779" fmla="*/ 516996 w 1381329"/>
              <a:gd name="connsiteY779" fmla="*/ 1294836 h 2071187"/>
              <a:gd name="connsiteX780" fmla="*/ 525012 w 1381329"/>
              <a:gd name="connsiteY780" fmla="*/ 1258983 h 2071187"/>
              <a:gd name="connsiteX781" fmla="*/ 521003 w 1381329"/>
              <a:gd name="connsiteY781" fmla="*/ 1201986 h 2071187"/>
              <a:gd name="connsiteX782" fmla="*/ 521003 w 1381329"/>
              <a:gd name="connsiteY782" fmla="*/ 1140393 h 2071187"/>
              <a:gd name="connsiteX783" fmla="*/ 521449 w 1381329"/>
              <a:gd name="connsiteY783" fmla="*/ 1074663 h 2071187"/>
              <a:gd name="connsiteX784" fmla="*/ 514770 w 1381329"/>
              <a:gd name="connsiteY784" fmla="*/ 1026400 h 2071187"/>
              <a:gd name="connsiteX785" fmla="*/ 505418 w 1381329"/>
              <a:gd name="connsiteY785" fmla="*/ 984572 h 2071187"/>
              <a:gd name="connsiteX786" fmla="*/ 479145 w 1381329"/>
              <a:gd name="connsiteY786" fmla="*/ 967565 h 2071187"/>
              <a:gd name="connsiteX787" fmla="*/ 475583 w 1381329"/>
              <a:gd name="connsiteY787" fmla="*/ 955614 h 2071187"/>
              <a:gd name="connsiteX788" fmla="*/ 423483 w 1381329"/>
              <a:gd name="connsiteY788" fmla="*/ 926196 h 2071187"/>
              <a:gd name="connsiteX789" fmla="*/ 375836 w 1381329"/>
              <a:gd name="connsiteY789" fmla="*/ 893561 h 2071187"/>
              <a:gd name="connsiteX790" fmla="*/ 354906 w 1381329"/>
              <a:gd name="connsiteY790" fmla="*/ 875635 h 2071187"/>
              <a:gd name="connsiteX791" fmla="*/ 342438 w 1381329"/>
              <a:gd name="connsiteY791" fmla="*/ 851273 h 2071187"/>
              <a:gd name="connsiteX792" fmla="*/ 346000 w 1381329"/>
              <a:gd name="connsiteY792" fmla="*/ 842540 h 2071187"/>
              <a:gd name="connsiteX793" fmla="*/ 321954 w 1381329"/>
              <a:gd name="connsiteY793" fmla="*/ 803929 h 2071187"/>
              <a:gd name="connsiteX794" fmla="*/ 293455 w 1381329"/>
              <a:gd name="connsiteY794" fmla="*/ 749691 h 2071187"/>
              <a:gd name="connsiteX795" fmla="*/ 266737 w 1381329"/>
              <a:gd name="connsiteY795" fmla="*/ 690855 h 2071187"/>
              <a:gd name="connsiteX796" fmla="*/ 256049 w 1381329"/>
              <a:gd name="connsiteY796" fmla="*/ 677066 h 2071187"/>
              <a:gd name="connsiteX797" fmla="*/ 247143 w 1381329"/>
              <a:gd name="connsiteY797" fmla="*/ 655462 h 2071187"/>
              <a:gd name="connsiteX798" fmla="*/ 226660 w 1381329"/>
              <a:gd name="connsiteY798" fmla="*/ 636156 h 2071187"/>
              <a:gd name="connsiteX799" fmla="*/ 208402 w 1381329"/>
              <a:gd name="connsiteY799" fmla="*/ 624206 h 2071187"/>
              <a:gd name="connsiteX800" fmla="*/ 215972 w 1381329"/>
              <a:gd name="connsiteY800" fmla="*/ 611335 h 2071187"/>
              <a:gd name="connsiteX801" fmla="*/ 202613 w 1381329"/>
              <a:gd name="connsiteY801" fmla="*/ 582837 h 2071187"/>
              <a:gd name="connsiteX802" fmla="*/ 210183 w 1381329"/>
              <a:gd name="connsiteY802" fmla="*/ 562153 h 2071187"/>
              <a:gd name="connsiteX803" fmla="*/ 229777 w 1381329"/>
              <a:gd name="connsiteY803" fmla="*/ 543767 h 2071187"/>
              <a:gd name="connsiteX804" fmla="*/ 232894 w 1381329"/>
              <a:gd name="connsiteY804" fmla="*/ 556177 h 2071187"/>
              <a:gd name="connsiteX805" fmla="*/ 225768 w 1381329"/>
              <a:gd name="connsiteY805" fmla="*/ 563072 h 2071187"/>
              <a:gd name="connsiteX806" fmla="*/ 227104 w 1381329"/>
              <a:gd name="connsiteY806" fmla="*/ 573644 h 2071187"/>
              <a:gd name="connsiteX807" fmla="*/ 235110 w 1381329"/>
              <a:gd name="connsiteY807" fmla="*/ 571848 h 2071187"/>
              <a:gd name="connsiteX808" fmla="*/ 227105 w 1381329"/>
              <a:gd name="connsiteY808" fmla="*/ 573644 h 2071187"/>
              <a:gd name="connsiteX809" fmla="*/ 225769 w 1381329"/>
              <a:gd name="connsiteY809" fmla="*/ 563073 h 2071187"/>
              <a:gd name="connsiteX810" fmla="*/ 232894 w 1381329"/>
              <a:gd name="connsiteY810" fmla="*/ 556178 h 2071187"/>
              <a:gd name="connsiteX811" fmla="*/ 229777 w 1381329"/>
              <a:gd name="connsiteY811" fmla="*/ 543767 h 2071187"/>
              <a:gd name="connsiteX812" fmla="*/ 242691 w 1381329"/>
              <a:gd name="connsiteY812" fmla="*/ 521704 h 2071187"/>
              <a:gd name="connsiteX813" fmla="*/ 236901 w 1381329"/>
              <a:gd name="connsiteY813" fmla="*/ 508833 h 2071187"/>
              <a:gd name="connsiteX814" fmla="*/ 227550 w 1381329"/>
              <a:gd name="connsiteY814" fmla="*/ 522622 h 2071187"/>
              <a:gd name="connsiteX815" fmla="*/ 211965 w 1381329"/>
              <a:gd name="connsiteY815" fmla="*/ 509293 h 2071187"/>
              <a:gd name="connsiteX816" fmla="*/ 216863 w 1381329"/>
              <a:gd name="connsiteY816" fmla="*/ 501020 h 2071187"/>
              <a:gd name="connsiteX817" fmla="*/ 212410 w 1381329"/>
              <a:gd name="connsiteY817" fmla="*/ 474360 h 2071187"/>
              <a:gd name="connsiteX818" fmla="*/ 221316 w 1381329"/>
              <a:gd name="connsiteY818" fmla="*/ 469763 h 2071187"/>
              <a:gd name="connsiteX819" fmla="*/ 225769 w 1381329"/>
              <a:gd name="connsiteY819" fmla="*/ 451377 h 2071187"/>
              <a:gd name="connsiteX820" fmla="*/ 235121 w 1381329"/>
              <a:gd name="connsiteY820" fmla="*/ 432531 h 2071187"/>
              <a:gd name="connsiteX821" fmla="*/ 233784 w 1381329"/>
              <a:gd name="connsiteY821" fmla="*/ 420580 h 2071187"/>
              <a:gd name="connsiteX822" fmla="*/ 247589 w 1381329"/>
              <a:gd name="connsiteY822" fmla="*/ 414145 h 2071187"/>
              <a:gd name="connsiteX823" fmla="*/ 264955 w 1381329"/>
              <a:gd name="connsiteY823" fmla="*/ 402654 h 2071187"/>
              <a:gd name="connsiteX824" fmla="*/ 261838 w 1381329"/>
              <a:gd name="connsiteY824" fmla="*/ 393461 h 2071187"/>
              <a:gd name="connsiteX825" fmla="*/ 271190 w 1381329"/>
              <a:gd name="connsiteY825" fmla="*/ 391163 h 2071187"/>
              <a:gd name="connsiteX826" fmla="*/ 270299 w 1381329"/>
              <a:gd name="connsiteY826" fmla="*/ 376454 h 2071187"/>
              <a:gd name="connsiteX827" fmla="*/ 276533 w 1381329"/>
              <a:gd name="connsiteY827" fmla="*/ 365422 h 2071187"/>
              <a:gd name="connsiteX828" fmla="*/ 289002 w 1381329"/>
              <a:gd name="connsiteY828" fmla="*/ 363584 h 2071187"/>
              <a:gd name="connsiteX829" fmla="*/ 300134 w 1381329"/>
              <a:gd name="connsiteY829" fmla="*/ 345198 h 2071187"/>
              <a:gd name="connsiteX830" fmla="*/ 309931 w 1381329"/>
              <a:gd name="connsiteY830" fmla="*/ 329570 h 2071187"/>
              <a:gd name="connsiteX831" fmla="*/ 301025 w 1381329"/>
              <a:gd name="connsiteY831" fmla="*/ 322675 h 2071187"/>
              <a:gd name="connsiteX832" fmla="*/ 306368 w 1381329"/>
              <a:gd name="connsiteY832" fmla="*/ 305667 h 2071187"/>
              <a:gd name="connsiteX833" fmla="*/ 301470 w 1381329"/>
              <a:gd name="connsiteY833" fmla="*/ 278548 h 2071187"/>
              <a:gd name="connsiteX834" fmla="*/ 307259 w 1381329"/>
              <a:gd name="connsiteY834" fmla="*/ 270734 h 2071187"/>
              <a:gd name="connsiteX835" fmla="*/ 304142 w 1381329"/>
              <a:gd name="connsiteY835" fmla="*/ 245913 h 2071187"/>
              <a:gd name="connsiteX836" fmla="*/ 294345 w 1381329"/>
              <a:gd name="connsiteY836" fmla="*/ 229825 h 2071187"/>
              <a:gd name="connsiteX837" fmla="*/ 294345 w 1381329"/>
              <a:gd name="connsiteY837" fmla="*/ 229824 h 2071187"/>
              <a:gd name="connsiteX838" fmla="*/ 286330 w 1381329"/>
              <a:gd name="connsiteY838" fmla="*/ 221551 h 2071187"/>
              <a:gd name="connsiteX839" fmla="*/ 281877 w 1381329"/>
              <a:gd name="connsiteY839" fmla="*/ 205463 h 2071187"/>
              <a:gd name="connsiteX840" fmla="*/ 288111 w 1381329"/>
              <a:gd name="connsiteY840" fmla="*/ 197649 h 2071187"/>
              <a:gd name="connsiteX841" fmla="*/ 281877 w 1381329"/>
              <a:gd name="connsiteY841" fmla="*/ 195810 h 2071187"/>
              <a:gd name="connsiteX842" fmla="*/ 277869 w 1381329"/>
              <a:gd name="connsiteY842" fmla="*/ 186158 h 2071187"/>
              <a:gd name="connsiteX843" fmla="*/ 265401 w 1381329"/>
              <a:gd name="connsiteY843" fmla="*/ 177884 h 2071187"/>
              <a:gd name="connsiteX844" fmla="*/ 254714 w 1381329"/>
              <a:gd name="connsiteY844" fmla="*/ 179722 h 2071187"/>
              <a:gd name="connsiteX845" fmla="*/ 248925 w 1381329"/>
              <a:gd name="connsiteY845" fmla="*/ 189835 h 2071187"/>
              <a:gd name="connsiteX846" fmla="*/ 238238 w 1381329"/>
              <a:gd name="connsiteY846" fmla="*/ 197189 h 2071187"/>
              <a:gd name="connsiteX847" fmla="*/ 232893 w 1381329"/>
              <a:gd name="connsiteY847" fmla="*/ 198108 h 2071187"/>
              <a:gd name="connsiteX848" fmla="*/ 230222 w 1381329"/>
              <a:gd name="connsiteY848" fmla="*/ 204544 h 2071187"/>
              <a:gd name="connsiteX849" fmla="*/ 241355 w 1381329"/>
              <a:gd name="connsiteY849" fmla="*/ 220632 h 2071187"/>
              <a:gd name="connsiteX850" fmla="*/ 234230 w 1381329"/>
              <a:gd name="connsiteY850" fmla="*/ 224309 h 2071187"/>
              <a:gd name="connsiteX851" fmla="*/ 230667 w 1381329"/>
              <a:gd name="connsiteY851" fmla="*/ 228446 h 2071187"/>
              <a:gd name="connsiteX852" fmla="*/ 218645 w 1381329"/>
              <a:gd name="connsiteY852" fmla="*/ 230284 h 2071187"/>
              <a:gd name="connsiteX853" fmla="*/ 215081 w 1381329"/>
              <a:gd name="connsiteY853" fmla="*/ 212358 h 2071187"/>
              <a:gd name="connsiteX854" fmla="*/ 211520 w 1381329"/>
              <a:gd name="connsiteY854" fmla="*/ 217414 h 2071187"/>
              <a:gd name="connsiteX855" fmla="*/ 203504 w 1381329"/>
              <a:gd name="connsiteY855" fmla="*/ 215575 h 2071187"/>
              <a:gd name="connsiteX856" fmla="*/ 199051 w 1381329"/>
              <a:gd name="connsiteY856" fmla="*/ 204084 h 2071187"/>
              <a:gd name="connsiteX857" fmla="*/ 188809 w 1381329"/>
              <a:gd name="connsiteY857" fmla="*/ 201786 h 2071187"/>
              <a:gd name="connsiteX858" fmla="*/ 182129 w 1381329"/>
              <a:gd name="connsiteY858" fmla="*/ 198568 h 2071187"/>
              <a:gd name="connsiteX859" fmla="*/ 171442 w 1381329"/>
              <a:gd name="connsiteY859" fmla="*/ 198568 h 2071187"/>
              <a:gd name="connsiteX860" fmla="*/ 170551 w 1381329"/>
              <a:gd name="connsiteY860" fmla="*/ 205003 h 2071187"/>
              <a:gd name="connsiteX861" fmla="*/ 167880 w 1381329"/>
              <a:gd name="connsiteY861" fmla="*/ 200407 h 2071187"/>
              <a:gd name="connsiteX862" fmla="*/ 167880 w 1381329"/>
              <a:gd name="connsiteY862" fmla="*/ 200407 h 2071187"/>
              <a:gd name="connsiteX863" fmla="*/ 154521 w 1381329"/>
              <a:gd name="connsiteY863" fmla="*/ 193972 h 2071187"/>
              <a:gd name="connsiteX864" fmla="*/ 149622 w 1381329"/>
              <a:gd name="connsiteY864" fmla="*/ 187537 h 2071187"/>
              <a:gd name="connsiteX865" fmla="*/ 152739 w 1381329"/>
              <a:gd name="connsiteY865" fmla="*/ 182481 h 2071187"/>
              <a:gd name="connsiteX866" fmla="*/ 152294 w 1381329"/>
              <a:gd name="connsiteY866" fmla="*/ 176046 h 2071187"/>
              <a:gd name="connsiteX867" fmla="*/ 145615 w 1381329"/>
              <a:gd name="connsiteY867" fmla="*/ 169151 h 2071187"/>
              <a:gd name="connsiteX868" fmla="*/ 135818 w 1381329"/>
              <a:gd name="connsiteY868" fmla="*/ 163176 h 2071187"/>
              <a:gd name="connsiteX869" fmla="*/ 127803 w 1381329"/>
              <a:gd name="connsiteY869" fmla="*/ 159498 h 2071187"/>
              <a:gd name="connsiteX870" fmla="*/ 126467 w 1381329"/>
              <a:gd name="connsiteY870" fmla="*/ 150765 h 2071187"/>
              <a:gd name="connsiteX871" fmla="*/ 120232 w 1381329"/>
              <a:gd name="connsiteY871" fmla="*/ 145709 h 2071187"/>
              <a:gd name="connsiteX872" fmla="*/ 121123 w 1381329"/>
              <a:gd name="connsiteY872" fmla="*/ 153982 h 2071187"/>
              <a:gd name="connsiteX873" fmla="*/ 115779 w 1381329"/>
              <a:gd name="connsiteY873" fmla="*/ 161336 h 2071187"/>
              <a:gd name="connsiteX874" fmla="*/ 110435 w 1381329"/>
              <a:gd name="connsiteY874" fmla="*/ 153063 h 2071187"/>
              <a:gd name="connsiteX875" fmla="*/ 102865 w 1381329"/>
              <a:gd name="connsiteY875" fmla="*/ 149845 h 2071187"/>
              <a:gd name="connsiteX876" fmla="*/ 99748 w 1381329"/>
              <a:gd name="connsiteY876" fmla="*/ 144330 h 2071187"/>
              <a:gd name="connsiteX877" fmla="*/ 100193 w 1381329"/>
              <a:gd name="connsiteY877" fmla="*/ 135136 h 2071187"/>
              <a:gd name="connsiteX878" fmla="*/ 104201 w 1381329"/>
              <a:gd name="connsiteY878" fmla="*/ 125943 h 2071187"/>
              <a:gd name="connsiteX879" fmla="*/ 97522 w 1381329"/>
              <a:gd name="connsiteY879" fmla="*/ 121807 h 2071187"/>
              <a:gd name="connsiteX880" fmla="*/ 103756 w 1381329"/>
              <a:gd name="connsiteY880" fmla="*/ 115831 h 2071187"/>
              <a:gd name="connsiteX881" fmla="*/ 103756 w 1381329"/>
              <a:gd name="connsiteY881" fmla="*/ 115831 h 2071187"/>
              <a:gd name="connsiteX882" fmla="*/ 95741 w 1381329"/>
              <a:gd name="connsiteY882" fmla="*/ 106639 h 2071187"/>
              <a:gd name="connsiteX883" fmla="*/ 84609 w 1381329"/>
              <a:gd name="connsiteY883" fmla="*/ 94688 h 2071187"/>
              <a:gd name="connsiteX884" fmla="*/ 79710 w 1381329"/>
              <a:gd name="connsiteY884" fmla="*/ 85035 h 2071187"/>
              <a:gd name="connsiteX885" fmla="*/ 69913 w 1381329"/>
              <a:gd name="connsiteY885" fmla="*/ 75382 h 2071187"/>
              <a:gd name="connsiteX886" fmla="*/ 58781 w 1381329"/>
              <a:gd name="connsiteY886" fmla="*/ 62053 h 2071187"/>
              <a:gd name="connsiteX887" fmla="*/ 61898 w 1381329"/>
              <a:gd name="connsiteY887" fmla="*/ 57456 h 2071187"/>
              <a:gd name="connsiteX888" fmla="*/ 65460 w 1381329"/>
              <a:gd name="connsiteY888" fmla="*/ 62053 h 2071187"/>
              <a:gd name="connsiteX889" fmla="*/ 67687 w 1381329"/>
              <a:gd name="connsiteY889" fmla="*/ 60214 h 2071187"/>
              <a:gd name="connsiteX890" fmla="*/ 75703 w 1381329"/>
              <a:gd name="connsiteY890" fmla="*/ 58835 h 2071187"/>
              <a:gd name="connsiteX891" fmla="*/ 79265 w 1381329"/>
              <a:gd name="connsiteY891" fmla="*/ 51940 h 2071187"/>
              <a:gd name="connsiteX892" fmla="*/ 82827 w 1381329"/>
              <a:gd name="connsiteY892" fmla="*/ 51940 h 2071187"/>
              <a:gd name="connsiteX893" fmla="*/ 83718 w 1381329"/>
              <a:gd name="connsiteY893" fmla="*/ 37232 h 2071187"/>
              <a:gd name="connsiteX894" fmla="*/ 89506 w 1381329"/>
              <a:gd name="connsiteY894" fmla="*/ 36772 h 2071187"/>
              <a:gd name="connsiteX895" fmla="*/ 94851 w 1381329"/>
              <a:gd name="connsiteY895" fmla="*/ 36772 h 2071187"/>
              <a:gd name="connsiteX896" fmla="*/ 101085 w 1381329"/>
              <a:gd name="connsiteY896" fmla="*/ 28958 h 2071187"/>
              <a:gd name="connsiteX897" fmla="*/ 107764 w 1381329"/>
              <a:gd name="connsiteY897" fmla="*/ 34934 h 2071187"/>
              <a:gd name="connsiteX898" fmla="*/ 110436 w 1381329"/>
              <a:gd name="connsiteY898" fmla="*/ 31256 h 2071187"/>
              <a:gd name="connsiteX899" fmla="*/ 115780 w 1381329"/>
              <a:gd name="connsiteY899" fmla="*/ 27579 h 2071187"/>
              <a:gd name="connsiteX900" fmla="*/ 125131 w 1381329"/>
              <a:gd name="connsiteY900" fmla="*/ 19765 h 2071187"/>
              <a:gd name="connsiteX901" fmla="*/ 126022 w 1381329"/>
              <a:gd name="connsiteY901" fmla="*/ 13329 h 2071187"/>
              <a:gd name="connsiteX902" fmla="*/ 128248 w 1381329"/>
              <a:gd name="connsiteY902" fmla="*/ 13789 h 2071187"/>
              <a:gd name="connsiteX903" fmla="*/ 132256 w 1381329"/>
              <a:gd name="connsiteY903" fmla="*/ 6895 h 2071187"/>
              <a:gd name="connsiteX904" fmla="*/ 134928 w 1381329"/>
              <a:gd name="connsiteY904" fmla="*/ 5975 h 2071187"/>
              <a:gd name="connsiteX905" fmla="*/ 138935 w 1381329"/>
              <a:gd name="connsiteY905" fmla="*/ 10572 h 2071187"/>
              <a:gd name="connsiteX906" fmla="*/ 143833 w 1381329"/>
              <a:gd name="connsiteY906" fmla="*/ 11491 h 2071187"/>
              <a:gd name="connsiteX907" fmla="*/ 149623 w 1381329"/>
              <a:gd name="connsiteY907" fmla="*/ 7814 h 2071187"/>
              <a:gd name="connsiteX908" fmla="*/ 155857 w 1381329"/>
              <a:gd name="connsiteY908" fmla="*/ 7814 h 2071187"/>
              <a:gd name="connsiteX909" fmla="*/ 164763 w 1381329"/>
              <a:gd name="connsiteY909" fmla="*/ 4136 h 2071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</a:cxnLst>
            <a:rect l="l" t="t" r="r" b="b"/>
            <a:pathLst>
              <a:path w="1381329" h="2071187">
                <a:moveTo>
                  <a:pt x="764138" y="1984312"/>
                </a:moveTo>
                <a:lnTo>
                  <a:pt x="780614" y="1987990"/>
                </a:lnTo>
                <a:lnTo>
                  <a:pt x="807332" y="2050503"/>
                </a:lnTo>
                <a:lnTo>
                  <a:pt x="829597" y="2050503"/>
                </a:lnTo>
                <a:lnTo>
                  <a:pt x="837427" y="2051041"/>
                </a:lnTo>
                <a:lnTo>
                  <a:pt x="829598" y="2050502"/>
                </a:lnTo>
                <a:lnTo>
                  <a:pt x="807333" y="2050502"/>
                </a:lnTo>
                <a:lnTo>
                  <a:pt x="780615" y="1987990"/>
                </a:lnTo>
                <a:lnTo>
                  <a:pt x="794420" y="2000861"/>
                </a:lnTo>
                <a:lnTo>
                  <a:pt x="813568" y="2022004"/>
                </a:lnTo>
                <a:lnTo>
                  <a:pt x="848301" y="2039011"/>
                </a:lnTo>
                <a:lnTo>
                  <a:pt x="880808" y="2045906"/>
                </a:lnTo>
                <a:lnTo>
                  <a:pt x="877246" y="2059695"/>
                </a:lnTo>
                <a:lnTo>
                  <a:pt x="857652" y="2061074"/>
                </a:lnTo>
                <a:lnTo>
                  <a:pt x="842957" y="2051422"/>
                </a:lnTo>
                <a:lnTo>
                  <a:pt x="842956" y="2051422"/>
                </a:lnTo>
                <a:lnTo>
                  <a:pt x="840729" y="2062453"/>
                </a:lnTo>
                <a:lnTo>
                  <a:pt x="826480" y="2071187"/>
                </a:lnTo>
                <a:lnTo>
                  <a:pt x="815793" y="2070267"/>
                </a:lnTo>
                <a:lnTo>
                  <a:pt x="801988" y="2067969"/>
                </a:lnTo>
                <a:lnTo>
                  <a:pt x="783286" y="2059696"/>
                </a:lnTo>
                <a:lnTo>
                  <a:pt x="759239" y="2055558"/>
                </a:lnTo>
                <a:lnTo>
                  <a:pt x="725842" y="2039930"/>
                </a:lnTo>
                <a:lnTo>
                  <a:pt x="697343" y="2025222"/>
                </a:lnTo>
                <a:lnTo>
                  <a:pt x="653703" y="1993505"/>
                </a:lnTo>
                <a:lnTo>
                  <a:pt x="674187" y="1999481"/>
                </a:lnTo>
                <a:lnTo>
                  <a:pt x="712482" y="2018327"/>
                </a:lnTo>
                <a:lnTo>
                  <a:pt x="744990" y="2028439"/>
                </a:lnTo>
                <a:lnTo>
                  <a:pt x="750333" y="2015569"/>
                </a:lnTo>
                <a:lnTo>
                  <a:pt x="748998" y="1996264"/>
                </a:lnTo>
                <a:close/>
                <a:moveTo>
                  <a:pt x="651315" y="1919432"/>
                </a:moveTo>
                <a:lnTo>
                  <a:pt x="653258" y="1923638"/>
                </a:lnTo>
                <a:lnTo>
                  <a:pt x="653258" y="1923638"/>
                </a:lnTo>
                <a:close/>
                <a:moveTo>
                  <a:pt x="651923" y="1862965"/>
                </a:moveTo>
                <a:lnTo>
                  <a:pt x="651477" y="1880891"/>
                </a:lnTo>
                <a:lnTo>
                  <a:pt x="639454" y="1893761"/>
                </a:lnTo>
                <a:lnTo>
                  <a:pt x="639455" y="1893762"/>
                </a:lnTo>
                <a:lnTo>
                  <a:pt x="651477" y="1880892"/>
                </a:lnTo>
                <a:close/>
                <a:moveTo>
                  <a:pt x="636628" y="1773618"/>
                </a:moveTo>
                <a:lnTo>
                  <a:pt x="642126" y="1785284"/>
                </a:lnTo>
                <a:lnTo>
                  <a:pt x="646605" y="1820170"/>
                </a:lnTo>
                <a:lnTo>
                  <a:pt x="642126" y="1785284"/>
                </a:lnTo>
                <a:close/>
                <a:moveTo>
                  <a:pt x="639658" y="1758394"/>
                </a:moveTo>
                <a:lnTo>
                  <a:pt x="642126" y="1762761"/>
                </a:lnTo>
                <a:lnTo>
                  <a:pt x="634111" y="1768276"/>
                </a:lnTo>
                <a:lnTo>
                  <a:pt x="634111" y="1768277"/>
                </a:lnTo>
                <a:lnTo>
                  <a:pt x="642126" y="1762762"/>
                </a:lnTo>
                <a:close/>
                <a:moveTo>
                  <a:pt x="626985" y="1733803"/>
                </a:moveTo>
                <a:lnTo>
                  <a:pt x="623423" y="1746213"/>
                </a:lnTo>
                <a:lnTo>
                  <a:pt x="623424" y="1746213"/>
                </a:lnTo>
                <a:lnTo>
                  <a:pt x="626986" y="1733803"/>
                </a:lnTo>
                <a:close/>
                <a:moveTo>
                  <a:pt x="603055" y="1702149"/>
                </a:moveTo>
                <a:lnTo>
                  <a:pt x="613181" y="1722771"/>
                </a:lnTo>
                <a:lnTo>
                  <a:pt x="616497" y="1725421"/>
                </a:lnTo>
                <a:lnTo>
                  <a:pt x="613182" y="1722772"/>
                </a:lnTo>
                <a:close/>
                <a:moveTo>
                  <a:pt x="597230" y="1666052"/>
                </a:moveTo>
                <a:lnTo>
                  <a:pt x="604275" y="1683241"/>
                </a:lnTo>
                <a:lnTo>
                  <a:pt x="596705" y="1689216"/>
                </a:lnTo>
                <a:lnTo>
                  <a:pt x="596705" y="1689217"/>
                </a:lnTo>
                <a:lnTo>
                  <a:pt x="604276" y="1683241"/>
                </a:lnTo>
                <a:close/>
                <a:moveTo>
                  <a:pt x="585193" y="1593230"/>
                </a:moveTo>
                <a:lnTo>
                  <a:pt x="586018" y="1617511"/>
                </a:lnTo>
                <a:lnTo>
                  <a:pt x="587498" y="1629924"/>
                </a:lnTo>
                <a:lnTo>
                  <a:pt x="586018" y="1617512"/>
                </a:lnTo>
                <a:close/>
                <a:moveTo>
                  <a:pt x="596260" y="1580739"/>
                </a:moveTo>
                <a:lnTo>
                  <a:pt x="585128" y="1591311"/>
                </a:lnTo>
                <a:lnTo>
                  <a:pt x="585128" y="1591311"/>
                </a:lnTo>
                <a:lnTo>
                  <a:pt x="596260" y="1580740"/>
                </a:lnTo>
                <a:close/>
                <a:moveTo>
                  <a:pt x="578247" y="1539366"/>
                </a:moveTo>
                <a:lnTo>
                  <a:pt x="581565" y="1551781"/>
                </a:lnTo>
                <a:lnTo>
                  <a:pt x="581565" y="1551782"/>
                </a:lnTo>
                <a:close/>
                <a:moveTo>
                  <a:pt x="587799" y="1505816"/>
                </a:moveTo>
                <a:lnTo>
                  <a:pt x="574440" y="1525121"/>
                </a:lnTo>
                <a:lnTo>
                  <a:pt x="574440" y="1525122"/>
                </a:lnTo>
                <a:lnTo>
                  <a:pt x="587799" y="1505817"/>
                </a:lnTo>
                <a:close/>
                <a:moveTo>
                  <a:pt x="583832" y="1431367"/>
                </a:moveTo>
                <a:lnTo>
                  <a:pt x="588689" y="1452496"/>
                </a:lnTo>
                <a:lnTo>
                  <a:pt x="581565" y="1480995"/>
                </a:lnTo>
                <a:lnTo>
                  <a:pt x="584567" y="1492950"/>
                </a:lnTo>
                <a:lnTo>
                  <a:pt x="581565" y="1480995"/>
                </a:lnTo>
                <a:lnTo>
                  <a:pt x="588690" y="1452497"/>
                </a:lnTo>
                <a:close/>
                <a:moveTo>
                  <a:pt x="857207" y="1424917"/>
                </a:moveTo>
                <a:lnTo>
                  <a:pt x="857207" y="1424918"/>
                </a:lnTo>
                <a:lnTo>
                  <a:pt x="857854" y="1431762"/>
                </a:lnTo>
                <a:close/>
                <a:moveTo>
                  <a:pt x="859879" y="1334826"/>
                </a:moveTo>
                <a:lnTo>
                  <a:pt x="859879" y="1334826"/>
                </a:lnTo>
                <a:lnTo>
                  <a:pt x="857652" y="1358728"/>
                </a:lnTo>
                <a:lnTo>
                  <a:pt x="856762" y="1373896"/>
                </a:lnTo>
                <a:lnTo>
                  <a:pt x="857653" y="1358728"/>
                </a:lnTo>
                <a:close/>
                <a:moveTo>
                  <a:pt x="875020" y="1331608"/>
                </a:moveTo>
                <a:lnTo>
                  <a:pt x="903073" y="1354590"/>
                </a:lnTo>
                <a:lnTo>
                  <a:pt x="903074" y="1354590"/>
                </a:lnTo>
                <a:lnTo>
                  <a:pt x="875021" y="1331608"/>
                </a:lnTo>
                <a:close/>
                <a:moveTo>
                  <a:pt x="585572" y="1236920"/>
                </a:moveTo>
                <a:lnTo>
                  <a:pt x="570877" y="1255306"/>
                </a:lnTo>
                <a:lnTo>
                  <a:pt x="559300" y="1282885"/>
                </a:lnTo>
                <a:lnTo>
                  <a:pt x="555292" y="1310004"/>
                </a:lnTo>
                <a:lnTo>
                  <a:pt x="562862" y="1338502"/>
                </a:lnTo>
                <a:lnTo>
                  <a:pt x="553511" y="1368840"/>
                </a:lnTo>
                <a:lnTo>
                  <a:pt x="575330" y="1419860"/>
                </a:lnTo>
                <a:lnTo>
                  <a:pt x="575331" y="1419860"/>
                </a:lnTo>
                <a:lnTo>
                  <a:pt x="553511" y="1368840"/>
                </a:lnTo>
                <a:lnTo>
                  <a:pt x="562863" y="1338503"/>
                </a:lnTo>
                <a:lnTo>
                  <a:pt x="555293" y="1310005"/>
                </a:lnTo>
                <a:lnTo>
                  <a:pt x="559300" y="1282885"/>
                </a:lnTo>
                <a:lnTo>
                  <a:pt x="570878" y="1255306"/>
                </a:lnTo>
                <a:lnTo>
                  <a:pt x="585572" y="1236920"/>
                </a:lnTo>
                <a:close/>
                <a:moveTo>
                  <a:pt x="580229" y="1215776"/>
                </a:moveTo>
                <a:lnTo>
                  <a:pt x="576666" y="1225429"/>
                </a:lnTo>
                <a:lnTo>
                  <a:pt x="576667" y="1225429"/>
                </a:lnTo>
                <a:lnTo>
                  <a:pt x="580229" y="1215777"/>
                </a:lnTo>
                <a:close/>
                <a:moveTo>
                  <a:pt x="927566" y="1196931"/>
                </a:moveTo>
                <a:lnTo>
                  <a:pt x="927565" y="1196931"/>
                </a:lnTo>
                <a:lnTo>
                  <a:pt x="941814" y="1214397"/>
                </a:lnTo>
                <a:lnTo>
                  <a:pt x="943596" y="1237839"/>
                </a:lnTo>
                <a:lnTo>
                  <a:pt x="924893" y="1253927"/>
                </a:lnTo>
                <a:lnTo>
                  <a:pt x="910198" y="1265878"/>
                </a:lnTo>
                <a:lnTo>
                  <a:pt x="886597" y="1294836"/>
                </a:lnTo>
                <a:lnTo>
                  <a:pt x="859880" y="1334825"/>
                </a:lnTo>
                <a:lnTo>
                  <a:pt x="859881" y="1334825"/>
                </a:lnTo>
                <a:lnTo>
                  <a:pt x="886599" y="1294836"/>
                </a:lnTo>
                <a:lnTo>
                  <a:pt x="910199" y="1265878"/>
                </a:lnTo>
                <a:lnTo>
                  <a:pt x="924894" y="1253927"/>
                </a:lnTo>
                <a:lnTo>
                  <a:pt x="943597" y="1237839"/>
                </a:lnTo>
                <a:lnTo>
                  <a:pt x="941816" y="1214397"/>
                </a:lnTo>
                <a:close/>
                <a:moveTo>
                  <a:pt x="603384" y="1121548"/>
                </a:moveTo>
                <a:lnTo>
                  <a:pt x="598041" y="1152344"/>
                </a:lnTo>
                <a:lnTo>
                  <a:pt x="573104" y="1166593"/>
                </a:lnTo>
                <a:lnTo>
                  <a:pt x="579005" y="1207330"/>
                </a:lnTo>
                <a:lnTo>
                  <a:pt x="573105" y="1166594"/>
                </a:lnTo>
                <a:lnTo>
                  <a:pt x="598041" y="1152344"/>
                </a:lnTo>
                <a:lnTo>
                  <a:pt x="603385" y="1121548"/>
                </a:lnTo>
                <a:close/>
                <a:moveTo>
                  <a:pt x="860326" y="1094888"/>
                </a:moveTo>
                <a:lnTo>
                  <a:pt x="860325" y="1094888"/>
                </a:lnTo>
                <a:lnTo>
                  <a:pt x="877691" y="1103163"/>
                </a:lnTo>
                <a:lnTo>
                  <a:pt x="883034" y="1111896"/>
                </a:lnTo>
                <a:lnTo>
                  <a:pt x="887933" y="1139015"/>
                </a:lnTo>
                <a:lnTo>
                  <a:pt x="891495" y="1150046"/>
                </a:lnTo>
                <a:lnTo>
                  <a:pt x="900846" y="1151426"/>
                </a:lnTo>
                <a:lnTo>
                  <a:pt x="909752" y="1146829"/>
                </a:lnTo>
                <a:lnTo>
                  <a:pt x="919104" y="1151885"/>
                </a:lnTo>
                <a:lnTo>
                  <a:pt x="920440" y="1168432"/>
                </a:lnTo>
                <a:lnTo>
                  <a:pt x="919104" y="1185900"/>
                </a:lnTo>
                <a:lnTo>
                  <a:pt x="915987" y="1202906"/>
                </a:lnTo>
                <a:lnTo>
                  <a:pt x="914651" y="1228647"/>
                </a:lnTo>
                <a:lnTo>
                  <a:pt x="914651" y="1228646"/>
                </a:lnTo>
                <a:lnTo>
                  <a:pt x="915987" y="1202906"/>
                </a:lnTo>
                <a:lnTo>
                  <a:pt x="915988" y="1202905"/>
                </a:lnTo>
                <a:lnTo>
                  <a:pt x="919105" y="1185899"/>
                </a:lnTo>
                <a:lnTo>
                  <a:pt x="920441" y="1168432"/>
                </a:lnTo>
                <a:lnTo>
                  <a:pt x="919105" y="1151885"/>
                </a:lnTo>
                <a:lnTo>
                  <a:pt x="909754" y="1146828"/>
                </a:lnTo>
                <a:lnTo>
                  <a:pt x="900848" y="1151425"/>
                </a:lnTo>
                <a:lnTo>
                  <a:pt x="891497" y="1150046"/>
                </a:lnTo>
                <a:lnTo>
                  <a:pt x="887934" y="1139015"/>
                </a:lnTo>
                <a:lnTo>
                  <a:pt x="883035" y="1111895"/>
                </a:lnTo>
                <a:lnTo>
                  <a:pt x="877693" y="1103162"/>
                </a:lnTo>
                <a:close/>
                <a:moveTo>
                  <a:pt x="812231" y="1029619"/>
                </a:moveTo>
                <a:lnTo>
                  <a:pt x="812547" y="1031788"/>
                </a:lnTo>
                <a:lnTo>
                  <a:pt x="812232" y="1029619"/>
                </a:lnTo>
                <a:close/>
                <a:moveTo>
                  <a:pt x="732430" y="1020650"/>
                </a:moveTo>
                <a:lnTo>
                  <a:pt x="722280" y="1022724"/>
                </a:lnTo>
                <a:lnTo>
                  <a:pt x="712929" y="1048464"/>
                </a:lnTo>
                <a:lnTo>
                  <a:pt x="722281" y="1022724"/>
                </a:lnTo>
                <a:close/>
                <a:moveTo>
                  <a:pt x="556627" y="1015829"/>
                </a:moveTo>
                <a:lnTo>
                  <a:pt x="552870" y="1037692"/>
                </a:lnTo>
                <a:lnTo>
                  <a:pt x="556628" y="1015829"/>
                </a:lnTo>
                <a:close/>
                <a:moveTo>
                  <a:pt x="535698" y="930333"/>
                </a:moveTo>
                <a:lnTo>
                  <a:pt x="522785" y="962049"/>
                </a:lnTo>
                <a:lnTo>
                  <a:pt x="535699" y="930334"/>
                </a:lnTo>
                <a:close/>
                <a:moveTo>
                  <a:pt x="527683" y="895400"/>
                </a:moveTo>
                <a:lnTo>
                  <a:pt x="522785" y="905512"/>
                </a:lnTo>
                <a:lnTo>
                  <a:pt x="522785" y="905512"/>
                </a:lnTo>
                <a:close/>
                <a:moveTo>
                  <a:pt x="742318" y="888505"/>
                </a:moveTo>
                <a:lnTo>
                  <a:pt x="754787" y="922979"/>
                </a:lnTo>
                <a:lnTo>
                  <a:pt x="802434" y="924358"/>
                </a:lnTo>
                <a:lnTo>
                  <a:pt x="800208" y="941365"/>
                </a:lnTo>
                <a:lnTo>
                  <a:pt x="803770" y="952856"/>
                </a:lnTo>
                <a:lnTo>
                  <a:pt x="818020" y="961130"/>
                </a:lnTo>
                <a:lnTo>
                  <a:pt x="825591" y="979516"/>
                </a:lnTo>
                <a:lnTo>
                  <a:pt x="822918" y="1002958"/>
                </a:lnTo>
                <a:lnTo>
                  <a:pt x="817129" y="1015829"/>
                </a:lnTo>
                <a:lnTo>
                  <a:pt x="820692" y="1032376"/>
                </a:lnTo>
                <a:lnTo>
                  <a:pt x="813567" y="1038811"/>
                </a:lnTo>
                <a:lnTo>
                  <a:pt x="822473" y="1054899"/>
                </a:lnTo>
                <a:lnTo>
                  <a:pt x="824254" y="1094888"/>
                </a:lnTo>
                <a:lnTo>
                  <a:pt x="850527" y="1100864"/>
                </a:lnTo>
                <a:lnTo>
                  <a:pt x="850528" y="1100863"/>
                </a:lnTo>
                <a:lnTo>
                  <a:pt x="824256" y="1094888"/>
                </a:lnTo>
                <a:lnTo>
                  <a:pt x="822475" y="1054898"/>
                </a:lnTo>
                <a:lnTo>
                  <a:pt x="813568" y="1038811"/>
                </a:lnTo>
                <a:lnTo>
                  <a:pt x="820693" y="1032376"/>
                </a:lnTo>
                <a:lnTo>
                  <a:pt x="817131" y="1015828"/>
                </a:lnTo>
                <a:lnTo>
                  <a:pt x="822919" y="1002958"/>
                </a:lnTo>
                <a:lnTo>
                  <a:pt x="825592" y="979516"/>
                </a:lnTo>
                <a:lnTo>
                  <a:pt x="818022" y="961130"/>
                </a:lnTo>
                <a:lnTo>
                  <a:pt x="803772" y="952856"/>
                </a:lnTo>
                <a:lnTo>
                  <a:pt x="800209" y="941365"/>
                </a:lnTo>
                <a:lnTo>
                  <a:pt x="802436" y="924358"/>
                </a:lnTo>
                <a:lnTo>
                  <a:pt x="754789" y="922979"/>
                </a:lnTo>
                <a:lnTo>
                  <a:pt x="742320" y="888505"/>
                </a:lnTo>
                <a:close/>
                <a:moveTo>
                  <a:pt x="530800" y="869659"/>
                </a:moveTo>
                <a:lnTo>
                  <a:pt x="522340" y="884368"/>
                </a:lnTo>
                <a:lnTo>
                  <a:pt x="522340" y="884368"/>
                </a:lnTo>
                <a:lnTo>
                  <a:pt x="530800" y="869659"/>
                </a:lnTo>
                <a:close/>
                <a:moveTo>
                  <a:pt x="531880" y="818933"/>
                </a:moveTo>
                <a:lnTo>
                  <a:pt x="529465" y="823694"/>
                </a:lnTo>
                <a:lnTo>
                  <a:pt x="529465" y="823694"/>
                </a:lnTo>
                <a:close/>
                <a:moveTo>
                  <a:pt x="509872" y="766238"/>
                </a:moveTo>
                <a:lnTo>
                  <a:pt x="528573" y="768996"/>
                </a:lnTo>
                <a:lnTo>
                  <a:pt x="528575" y="768996"/>
                </a:lnTo>
                <a:lnTo>
                  <a:pt x="509873" y="766238"/>
                </a:lnTo>
                <a:close/>
                <a:moveTo>
                  <a:pt x="613182" y="731305"/>
                </a:moveTo>
                <a:lnTo>
                  <a:pt x="613181" y="731305"/>
                </a:lnTo>
                <a:lnTo>
                  <a:pt x="611400" y="753368"/>
                </a:lnTo>
                <a:lnTo>
                  <a:pt x="615407" y="764859"/>
                </a:lnTo>
                <a:lnTo>
                  <a:pt x="614072" y="784624"/>
                </a:lnTo>
                <a:lnTo>
                  <a:pt x="643017" y="810825"/>
                </a:lnTo>
                <a:lnTo>
                  <a:pt x="671516" y="815881"/>
                </a:lnTo>
                <a:lnTo>
                  <a:pt x="681758" y="826912"/>
                </a:lnTo>
                <a:lnTo>
                  <a:pt x="699124" y="832887"/>
                </a:lnTo>
                <a:lnTo>
                  <a:pt x="710257" y="841162"/>
                </a:lnTo>
                <a:lnTo>
                  <a:pt x="725842" y="841162"/>
                </a:lnTo>
                <a:lnTo>
                  <a:pt x="740983" y="849895"/>
                </a:lnTo>
                <a:lnTo>
                  <a:pt x="743210" y="866902"/>
                </a:lnTo>
                <a:lnTo>
                  <a:pt x="748553" y="875636"/>
                </a:lnTo>
                <a:lnTo>
                  <a:pt x="749889" y="888045"/>
                </a:lnTo>
                <a:lnTo>
                  <a:pt x="749890" y="888045"/>
                </a:lnTo>
                <a:lnTo>
                  <a:pt x="748555" y="875635"/>
                </a:lnTo>
                <a:lnTo>
                  <a:pt x="743211" y="866901"/>
                </a:lnTo>
                <a:lnTo>
                  <a:pt x="740984" y="849894"/>
                </a:lnTo>
                <a:lnTo>
                  <a:pt x="725844" y="841161"/>
                </a:lnTo>
                <a:lnTo>
                  <a:pt x="710259" y="841161"/>
                </a:lnTo>
                <a:lnTo>
                  <a:pt x="699126" y="832887"/>
                </a:lnTo>
                <a:lnTo>
                  <a:pt x="681759" y="826911"/>
                </a:lnTo>
                <a:lnTo>
                  <a:pt x="671517" y="815880"/>
                </a:lnTo>
                <a:lnTo>
                  <a:pt x="643018" y="810823"/>
                </a:lnTo>
                <a:lnTo>
                  <a:pt x="614073" y="784624"/>
                </a:lnTo>
                <a:lnTo>
                  <a:pt x="615409" y="764858"/>
                </a:lnTo>
                <a:lnTo>
                  <a:pt x="611401" y="753367"/>
                </a:lnTo>
                <a:close/>
                <a:moveTo>
                  <a:pt x="483600" y="723490"/>
                </a:moveTo>
                <a:lnTo>
                  <a:pt x="483598" y="723491"/>
                </a:lnTo>
                <a:lnTo>
                  <a:pt x="484043" y="768077"/>
                </a:lnTo>
                <a:lnTo>
                  <a:pt x="495621" y="771294"/>
                </a:lnTo>
                <a:lnTo>
                  <a:pt x="495622" y="771294"/>
                </a:lnTo>
                <a:lnTo>
                  <a:pt x="484045" y="768077"/>
                </a:lnTo>
                <a:close/>
                <a:moveTo>
                  <a:pt x="247589" y="574564"/>
                </a:moveTo>
                <a:lnTo>
                  <a:pt x="258721" y="589732"/>
                </a:lnTo>
                <a:lnTo>
                  <a:pt x="258721" y="589732"/>
                </a:lnTo>
                <a:lnTo>
                  <a:pt x="247589" y="574564"/>
                </a:lnTo>
                <a:close/>
                <a:moveTo>
                  <a:pt x="237347" y="571346"/>
                </a:moveTo>
                <a:lnTo>
                  <a:pt x="240468" y="572326"/>
                </a:lnTo>
                <a:lnTo>
                  <a:pt x="237347" y="571346"/>
                </a:lnTo>
                <a:close/>
                <a:moveTo>
                  <a:pt x="470239" y="568588"/>
                </a:moveTo>
                <a:lnTo>
                  <a:pt x="466677" y="573184"/>
                </a:lnTo>
                <a:lnTo>
                  <a:pt x="446193" y="578700"/>
                </a:lnTo>
                <a:lnTo>
                  <a:pt x="418139" y="598925"/>
                </a:lnTo>
                <a:lnTo>
                  <a:pt x="416803" y="612714"/>
                </a:lnTo>
                <a:lnTo>
                  <a:pt x="410569" y="622827"/>
                </a:lnTo>
                <a:lnTo>
                  <a:pt x="413686" y="638914"/>
                </a:lnTo>
                <a:lnTo>
                  <a:pt x="398546" y="647188"/>
                </a:lnTo>
                <a:lnTo>
                  <a:pt x="399436" y="660059"/>
                </a:lnTo>
                <a:lnTo>
                  <a:pt x="392756" y="665114"/>
                </a:lnTo>
                <a:lnTo>
                  <a:pt x="404335" y="691774"/>
                </a:lnTo>
                <a:lnTo>
                  <a:pt x="419030" y="709700"/>
                </a:lnTo>
                <a:lnTo>
                  <a:pt x="414577" y="722571"/>
                </a:lnTo>
                <a:lnTo>
                  <a:pt x="431498" y="723950"/>
                </a:lnTo>
                <a:lnTo>
                  <a:pt x="441740" y="740038"/>
                </a:lnTo>
                <a:lnTo>
                  <a:pt x="464005" y="740498"/>
                </a:lnTo>
                <a:lnTo>
                  <a:pt x="441741" y="740038"/>
                </a:lnTo>
                <a:lnTo>
                  <a:pt x="431499" y="723950"/>
                </a:lnTo>
                <a:lnTo>
                  <a:pt x="414578" y="722571"/>
                </a:lnTo>
                <a:lnTo>
                  <a:pt x="419031" y="709700"/>
                </a:lnTo>
                <a:lnTo>
                  <a:pt x="404335" y="691774"/>
                </a:lnTo>
                <a:lnTo>
                  <a:pt x="392758" y="665114"/>
                </a:lnTo>
                <a:lnTo>
                  <a:pt x="399437" y="660059"/>
                </a:lnTo>
                <a:lnTo>
                  <a:pt x="398547" y="647188"/>
                </a:lnTo>
                <a:lnTo>
                  <a:pt x="413687" y="638914"/>
                </a:lnTo>
                <a:lnTo>
                  <a:pt x="410570" y="622827"/>
                </a:lnTo>
                <a:lnTo>
                  <a:pt x="416805" y="612714"/>
                </a:lnTo>
                <a:lnTo>
                  <a:pt x="418140" y="598925"/>
                </a:lnTo>
                <a:lnTo>
                  <a:pt x="446194" y="578700"/>
                </a:lnTo>
                <a:lnTo>
                  <a:pt x="466678" y="573184"/>
                </a:lnTo>
                <a:lnTo>
                  <a:pt x="470241" y="568588"/>
                </a:lnTo>
                <a:close/>
                <a:moveTo>
                  <a:pt x="479929" y="554332"/>
                </a:moveTo>
                <a:lnTo>
                  <a:pt x="480036" y="554339"/>
                </a:lnTo>
                <a:lnTo>
                  <a:pt x="492949" y="569967"/>
                </a:lnTo>
                <a:lnTo>
                  <a:pt x="480036" y="554339"/>
                </a:lnTo>
                <a:close/>
                <a:moveTo>
                  <a:pt x="488051" y="523542"/>
                </a:moveTo>
                <a:lnTo>
                  <a:pt x="472466" y="553879"/>
                </a:lnTo>
                <a:lnTo>
                  <a:pt x="472467" y="553879"/>
                </a:lnTo>
                <a:lnTo>
                  <a:pt x="488052" y="523542"/>
                </a:lnTo>
                <a:close/>
                <a:moveTo>
                  <a:pt x="359359" y="444942"/>
                </a:moveTo>
                <a:lnTo>
                  <a:pt x="376280" y="458731"/>
                </a:lnTo>
                <a:lnTo>
                  <a:pt x="359360" y="444942"/>
                </a:lnTo>
                <a:close/>
                <a:moveTo>
                  <a:pt x="329524" y="431152"/>
                </a:moveTo>
                <a:lnTo>
                  <a:pt x="322400" y="435749"/>
                </a:lnTo>
                <a:lnTo>
                  <a:pt x="322400" y="435749"/>
                </a:lnTo>
                <a:close/>
                <a:moveTo>
                  <a:pt x="488053" y="427015"/>
                </a:moveTo>
                <a:lnTo>
                  <a:pt x="488052" y="427016"/>
                </a:lnTo>
                <a:lnTo>
                  <a:pt x="487606" y="448619"/>
                </a:lnTo>
                <a:lnTo>
                  <a:pt x="499184" y="459650"/>
                </a:lnTo>
                <a:lnTo>
                  <a:pt x="503192" y="476198"/>
                </a:lnTo>
                <a:lnTo>
                  <a:pt x="502747" y="489069"/>
                </a:lnTo>
                <a:lnTo>
                  <a:pt x="492951" y="569967"/>
                </a:lnTo>
                <a:lnTo>
                  <a:pt x="492951" y="569967"/>
                </a:lnTo>
                <a:lnTo>
                  <a:pt x="502747" y="489068"/>
                </a:lnTo>
                <a:lnTo>
                  <a:pt x="503193" y="476198"/>
                </a:lnTo>
                <a:lnTo>
                  <a:pt x="499186" y="459651"/>
                </a:lnTo>
                <a:lnTo>
                  <a:pt x="487607" y="448619"/>
                </a:lnTo>
                <a:close/>
                <a:moveTo>
                  <a:pt x="508090" y="414145"/>
                </a:moveTo>
                <a:lnTo>
                  <a:pt x="507200" y="425636"/>
                </a:lnTo>
                <a:lnTo>
                  <a:pt x="507200" y="425637"/>
                </a:lnTo>
                <a:lnTo>
                  <a:pt x="508092" y="414146"/>
                </a:lnTo>
                <a:close/>
                <a:moveTo>
                  <a:pt x="493395" y="392542"/>
                </a:moveTo>
                <a:lnTo>
                  <a:pt x="493395" y="410928"/>
                </a:lnTo>
                <a:lnTo>
                  <a:pt x="505286" y="413531"/>
                </a:lnTo>
                <a:lnTo>
                  <a:pt x="493396" y="410927"/>
                </a:lnTo>
                <a:lnTo>
                  <a:pt x="493396" y="392542"/>
                </a:lnTo>
                <a:close/>
                <a:moveTo>
                  <a:pt x="808224" y="385645"/>
                </a:moveTo>
                <a:lnTo>
                  <a:pt x="800209" y="393459"/>
                </a:lnTo>
                <a:lnTo>
                  <a:pt x="788631" y="398516"/>
                </a:lnTo>
                <a:lnTo>
                  <a:pt x="780616" y="399895"/>
                </a:lnTo>
                <a:lnTo>
                  <a:pt x="777943" y="405871"/>
                </a:lnTo>
                <a:lnTo>
                  <a:pt x="765475" y="404491"/>
                </a:lnTo>
                <a:lnTo>
                  <a:pt x="749890" y="390702"/>
                </a:lnTo>
                <a:lnTo>
                  <a:pt x="749890" y="390703"/>
                </a:lnTo>
                <a:lnTo>
                  <a:pt x="765476" y="404493"/>
                </a:lnTo>
                <a:lnTo>
                  <a:pt x="777944" y="405872"/>
                </a:lnTo>
                <a:lnTo>
                  <a:pt x="780616" y="399896"/>
                </a:lnTo>
                <a:lnTo>
                  <a:pt x="788632" y="398517"/>
                </a:lnTo>
                <a:lnTo>
                  <a:pt x="800209" y="393461"/>
                </a:lnTo>
                <a:lnTo>
                  <a:pt x="808225" y="385647"/>
                </a:lnTo>
                <a:lnTo>
                  <a:pt x="822475" y="388405"/>
                </a:lnTo>
                <a:lnTo>
                  <a:pt x="828264" y="387026"/>
                </a:lnTo>
                <a:lnTo>
                  <a:pt x="834815" y="388335"/>
                </a:lnTo>
                <a:lnTo>
                  <a:pt x="828262" y="387025"/>
                </a:lnTo>
                <a:lnTo>
                  <a:pt x="828262" y="387025"/>
                </a:lnTo>
                <a:lnTo>
                  <a:pt x="822474" y="388404"/>
                </a:lnTo>
                <a:close/>
                <a:moveTo>
                  <a:pt x="550840" y="382889"/>
                </a:moveTo>
                <a:lnTo>
                  <a:pt x="542378" y="393461"/>
                </a:lnTo>
                <a:lnTo>
                  <a:pt x="542379" y="393461"/>
                </a:lnTo>
                <a:lnTo>
                  <a:pt x="550840" y="382889"/>
                </a:lnTo>
                <a:close/>
                <a:moveTo>
                  <a:pt x="656376" y="378292"/>
                </a:moveTo>
                <a:lnTo>
                  <a:pt x="638119" y="386566"/>
                </a:lnTo>
                <a:lnTo>
                  <a:pt x="635002" y="398976"/>
                </a:lnTo>
                <a:lnTo>
                  <a:pt x="624314" y="404032"/>
                </a:lnTo>
                <a:lnTo>
                  <a:pt x="605612" y="410927"/>
                </a:lnTo>
                <a:lnTo>
                  <a:pt x="600714" y="420120"/>
                </a:lnTo>
                <a:lnTo>
                  <a:pt x="581120" y="421959"/>
                </a:lnTo>
                <a:lnTo>
                  <a:pt x="581121" y="421959"/>
                </a:lnTo>
                <a:lnTo>
                  <a:pt x="600714" y="420120"/>
                </a:lnTo>
                <a:lnTo>
                  <a:pt x="605612" y="410927"/>
                </a:lnTo>
                <a:lnTo>
                  <a:pt x="624315" y="404033"/>
                </a:lnTo>
                <a:lnTo>
                  <a:pt x="635003" y="398977"/>
                </a:lnTo>
                <a:lnTo>
                  <a:pt x="638119" y="386566"/>
                </a:lnTo>
                <a:lnTo>
                  <a:pt x="656377" y="378293"/>
                </a:lnTo>
                <a:close/>
                <a:moveTo>
                  <a:pt x="898174" y="373236"/>
                </a:moveTo>
                <a:lnTo>
                  <a:pt x="890604" y="381049"/>
                </a:lnTo>
                <a:lnTo>
                  <a:pt x="890606" y="381050"/>
                </a:lnTo>
                <a:lnTo>
                  <a:pt x="898176" y="373236"/>
                </a:lnTo>
                <a:lnTo>
                  <a:pt x="903963" y="374155"/>
                </a:lnTo>
                <a:lnTo>
                  <a:pt x="903963" y="374155"/>
                </a:lnTo>
                <a:close/>
                <a:moveTo>
                  <a:pt x="655041" y="371857"/>
                </a:moveTo>
                <a:lnTo>
                  <a:pt x="656094" y="376931"/>
                </a:lnTo>
                <a:lnTo>
                  <a:pt x="655041" y="371857"/>
                </a:lnTo>
                <a:close/>
                <a:moveTo>
                  <a:pt x="865223" y="368639"/>
                </a:moveTo>
                <a:lnTo>
                  <a:pt x="853199" y="371857"/>
                </a:lnTo>
                <a:lnTo>
                  <a:pt x="842957" y="369099"/>
                </a:lnTo>
                <a:lnTo>
                  <a:pt x="840286" y="377832"/>
                </a:lnTo>
                <a:lnTo>
                  <a:pt x="844739" y="383348"/>
                </a:lnTo>
                <a:lnTo>
                  <a:pt x="842067" y="389783"/>
                </a:lnTo>
                <a:lnTo>
                  <a:pt x="842068" y="389784"/>
                </a:lnTo>
                <a:lnTo>
                  <a:pt x="844740" y="383348"/>
                </a:lnTo>
                <a:lnTo>
                  <a:pt x="840287" y="377833"/>
                </a:lnTo>
                <a:lnTo>
                  <a:pt x="842958" y="369100"/>
                </a:lnTo>
                <a:lnTo>
                  <a:pt x="853201" y="371857"/>
                </a:lnTo>
                <a:lnTo>
                  <a:pt x="865223" y="368640"/>
                </a:lnTo>
                <a:lnTo>
                  <a:pt x="879471" y="375074"/>
                </a:lnTo>
                <a:lnTo>
                  <a:pt x="879472" y="375074"/>
                </a:lnTo>
                <a:close/>
                <a:moveTo>
                  <a:pt x="544605" y="359906"/>
                </a:moveTo>
                <a:lnTo>
                  <a:pt x="544605" y="359906"/>
                </a:lnTo>
                <a:lnTo>
                  <a:pt x="553511" y="366342"/>
                </a:lnTo>
                <a:lnTo>
                  <a:pt x="560190" y="376913"/>
                </a:lnTo>
                <a:lnTo>
                  <a:pt x="567316" y="406331"/>
                </a:lnTo>
                <a:lnTo>
                  <a:pt x="567316" y="406331"/>
                </a:lnTo>
                <a:lnTo>
                  <a:pt x="570706" y="410169"/>
                </a:lnTo>
                <a:lnTo>
                  <a:pt x="567316" y="406330"/>
                </a:lnTo>
                <a:lnTo>
                  <a:pt x="560191" y="376913"/>
                </a:lnTo>
                <a:lnTo>
                  <a:pt x="553511" y="366341"/>
                </a:lnTo>
                <a:close/>
                <a:moveTo>
                  <a:pt x="812233" y="354199"/>
                </a:moveTo>
                <a:lnTo>
                  <a:pt x="813568" y="361284"/>
                </a:lnTo>
                <a:lnTo>
                  <a:pt x="813568" y="361285"/>
                </a:lnTo>
                <a:close/>
                <a:moveTo>
                  <a:pt x="631885" y="330948"/>
                </a:moveTo>
                <a:lnTo>
                  <a:pt x="630549" y="350713"/>
                </a:lnTo>
                <a:lnTo>
                  <a:pt x="633258" y="367092"/>
                </a:lnTo>
                <a:lnTo>
                  <a:pt x="630550" y="350714"/>
                </a:lnTo>
                <a:lnTo>
                  <a:pt x="631885" y="330948"/>
                </a:lnTo>
                <a:close/>
                <a:moveTo>
                  <a:pt x="739649" y="308425"/>
                </a:moveTo>
                <a:lnTo>
                  <a:pt x="739649" y="308426"/>
                </a:lnTo>
                <a:lnTo>
                  <a:pt x="748554" y="312562"/>
                </a:lnTo>
                <a:lnTo>
                  <a:pt x="748554" y="312561"/>
                </a:lnTo>
                <a:close/>
                <a:moveTo>
                  <a:pt x="810896" y="293715"/>
                </a:moveTo>
                <a:lnTo>
                  <a:pt x="795311" y="301070"/>
                </a:lnTo>
                <a:lnTo>
                  <a:pt x="795311" y="301071"/>
                </a:lnTo>
                <a:lnTo>
                  <a:pt x="810896" y="293716"/>
                </a:lnTo>
                <a:close/>
                <a:moveTo>
                  <a:pt x="739041" y="290074"/>
                </a:moveTo>
                <a:lnTo>
                  <a:pt x="743210" y="295095"/>
                </a:lnTo>
                <a:lnTo>
                  <a:pt x="743210" y="295095"/>
                </a:lnTo>
                <a:close/>
                <a:moveTo>
                  <a:pt x="547722" y="289120"/>
                </a:moveTo>
                <a:lnTo>
                  <a:pt x="545050" y="310264"/>
                </a:lnTo>
                <a:lnTo>
                  <a:pt x="549948" y="330029"/>
                </a:lnTo>
                <a:lnTo>
                  <a:pt x="556628" y="338763"/>
                </a:lnTo>
                <a:lnTo>
                  <a:pt x="557160" y="342602"/>
                </a:lnTo>
                <a:lnTo>
                  <a:pt x="556628" y="338762"/>
                </a:lnTo>
                <a:lnTo>
                  <a:pt x="549949" y="330029"/>
                </a:lnTo>
                <a:lnTo>
                  <a:pt x="545051" y="310264"/>
                </a:lnTo>
                <a:lnTo>
                  <a:pt x="547722" y="289120"/>
                </a:lnTo>
                <a:close/>
                <a:moveTo>
                  <a:pt x="737866" y="288660"/>
                </a:moveTo>
                <a:lnTo>
                  <a:pt x="724507" y="289579"/>
                </a:lnTo>
                <a:lnTo>
                  <a:pt x="724507" y="289579"/>
                </a:lnTo>
                <a:lnTo>
                  <a:pt x="727625" y="297853"/>
                </a:lnTo>
                <a:lnTo>
                  <a:pt x="718273" y="309344"/>
                </a:lnTo>
                <a:lnTo>
                  <a:pt x="689774" y="320376"/>
                </a:lnTo>
                <a:lnTo>
                  <a:pt x="671517" y="324972"/>
                </a:lnTo>
                <a:lnTo>
                  <a:pt x="663947" y="331867"/>
                </a:lnTo>
                <a:lnTo>
                  <a:pt x="643908" y="324513"/>
                </a:lnTo>
                <a:lnTo>
                  <a:pt x="625650" y="320836"/>
                </a:lnTo>
                <a:lnTo>
                  <a:pt x="620752" y="323593"/>
                </a:lnTo>
                <a:lnTo>
                  <a:pt x="620753" y="323594"/>
                </a:lnTo>
                <a:lnTo>
                  <a:pt x="625651" y="320836"/>
                </a:lnTo>
                <a:lnTo>
                  <a:pt x="643909" y="324514"/>
                </a:lnTo>
                <a:lnTo>
                  <a:pt x="663947" y="331868"/>
                </a:lnTo>
                <a:lnTo>
                  <a:pt x="671517" y="324973"/>
                </a:lnTo>
                <a:lnTo>
                  <a:pt x="689774" y="320376"/>
                </a:lnTo>
                <a:lnTo>
                  <a:pt x="718273" y="309345"/>
                </a:lnTo>
                <a:lnTo>
                  <a:pt x="727625" y="297854"/>
                </a:lnTo>
                <a:lnTo>
                  <a:pt x="724508" y="289580"/>
                </a:lnTo>
                <a:lnTo>
                  <a:pt x="737867" y="288661"/>
                </a:lnTo>
                <a:close/>
                <a:moveTo>
                  <a:pt x="475583" y="233961"/>
                </a:moveTo>
                <a:lnTo>
                  <a:pt x="443769" y="236661"/>
                </a:lnTo>
                <a:lnTo>
                  <a:pt x="475583" y="233962"/>
                </a:lnTo>
                <a:lnTo>
                  <a:pt x="490278" y="237640"/>
                </a:lnTo>
                <a:lnTo>
                  <a:pt x="507200" y="263380"/>
                </a:lnTo>
                <a:lnTo>
                  <a:pt x="517442" y="260162"/>
                </a:lnTo>
                <a:lnTo>
                  <a:pt x="535699" y="261541"/>
                </a:lnTo>
                <a:lnTo>
                  <a:pt x="549948" y="258324"/>
                </a:lnTo>
                <a:lnTo>
                  <a:pt x="558854" y="263380"/>
                </a:lnTo>
                <a:lnTo>
                  <a:pt x="553511" y="279008"/>
                </a:lnTo>
                <a:lnTo>
                  <a:pt x="553511" y="279007"/>
                </a:lnTo>
                <a:lnTo>
                  <a:pt x="558855" y="263379"/>
                </a:lnTo>
                <a:lnTo>
                  <a:pt x="549949" y="258323"/>
                </a:lnTo>
                <a:lnTo>
                  <a:pt x="535699" y="261540"/>
                </a:lnTo>
                <a:lnTo>
                  <a:pt x="517441" y="260162"/>
                </a:lnTo>
                <a:lnTo>
                  <a:pt x="507200" y="263379"/>
                </a:lnTo>
                <a:lnTo>
                  <a:pt x="490278" y="237639"/>
                </a:lnTo>
                <a:close/>
                <a:moveTo>
                  <a:pt x="431053" y="217874"/>
                </a:moveTo>
                <a:lnTo>
                  <a:pt x="431053" y="217875"/>
                </a:lnTo>
                <a:lnTo>
                  <a:pt x="431498" y="224309"/>
                </a:lnTo>
                <a:lnTo>
                  <a:pt x="437732" y="226608"/>
                </a:lnTo>
                <a:lnTo>
                  <a:pt x="443076" y="236720"/>
                </a:lnTo>
                <a:lnTo>
                  <a:pt x="443076" y="236720"/>
                </a:lnTo>
                <a:lnTo>
                  <a:pt x="437733" y="226607"/>
                </a:lnTo>
                <a:lnTo>
                  <a:pt x="431499" y="224309"/>
                </a:lnTo>
                <a:close/>
                <a:moveTo>
                  <a:pt x="311267" y="209141"/>
                </a:moveTo>
                <a:lnTo>
                  <a:pt x="306368" y="217873"/>
                </a:lnTo>
                <a:lnTo>
                  <a:pt x="298353" y="215575"/>
                </a:lnTo>
                <a:lnTo>
                  <a:pt x="298353" y="215577"/>
                </a:lnTo>
                <a:lnTo>
                  <a:pt x="306368" y="217875"/>
                </a:lnTo>
                <a:close/>
                <a:moveTo>
                  <a:pt x="433725" y="203012"/>
                </a:moveTo>
                <a:lnTo>
                  <a:pt x="434170" y="206842"/>
                </a:lnTo>
                <a:lnTo>
                  <a:pt x="431481" y="216358"/>
                </a:lnTo>
                <a:lnTo>
                  <a:pt x="434170" y="206842"/>
                </a:lnTo>
                <a:close/>
                <a:moveTo>
                  <a:pt x="308428" y="188940"/>
                </a:moveTo>
                <a:lnTo>
                  <a:pt x="306368" y="191673"/>
                </a:lnTo>
                <a:lnTo>
                  <a:pt x="306369" y="191674"/>
                </a:lnTo>
                <a:close/>
                <a:moveTo>
                  <a:pt x="170997" y="183400"/>
                </a:moveTo>
                <a:lnTo>
                  <a:pt x="171887" y="188456"/>
                </a:lnTo>
                <a:lnTo>
                  <a:pt x="169215" y="194432"/>
                </a:lnTo>
                <a:lnTo>
                  <a:pt x="168050" y="199645"/>
                </a:lnTo>
                <a:lnTo>
                  <a:pt x="169216" y="194432"/>
                </a:lnTo>
                <a:lnTo>
                  <a:pt x="171888" y="188456"/>
                </a:lnTo>
                <a:close/>
                <a:moveTo>
                  <a:pt x="170106" y="175586"/>
                </a:moveTo>
                <a:lnTo>
                  <a:pt x="170106" y="175586"/>
                </a:lnTo>
                <a:lnTo>
                  <a:pt x="175004" y="179722"/>
                </a:lnTo>
                <a:lnTo>
                  <a:pt x="175004" y="179722"/>
                </a:lnTo>
                <a:close/>
                <a:moveTo>
                  <a:pt x="411905" y="173288"/>
                </a:moveTo>
                <a:lnTo>
                  <a:pt x="411905" y="173289"/>
                </a:lnTo>
                <a:lnTo>
                  <a:pt x="424819" y="175127"/>
                </a:lnTo>
                <a:lnTo>
                  <a:pt x="427490" y="188456"/>
                </a:lnTo>
                <a:lnTo>
                  <a:pt x="429272" y="190755"/>
                </a:lnTo>
                <a:lnTo>
                  <a:pt x="427490" y="188456"/>
                </a:lnTo>
                <a:lnTo>
                  <a:pt x="424819" y="175127"/>
                </a:lnTo>
                <a:close/>
                <a:moveTo>
                  <a:pt x="420635" y="152049"/>
                </a:moveTo>
                <a:lnTo>
                  <a:pt x="419920" y="155821"/>
                </a:lnTo>
                <a:lnTo>
                  <a:pt x="419920" y="155821"/>
                </a:lnTo>
                <a:close/>
                <a:moveTo>
                  <a:pt x="447195" y="105032"/>
                </a:moveTo>
                <a:lnTo>
                  <a:pt x="442185" y="115372"/>
                </a:lnTo>
                <a:lnTo>
                  <a:pt x="439349" y="117663"/>
                </a:lnTo>
                <a:lnTo>
                  <a:pt x="442186" y="115372"/>
                </a:lnTo>
                <a:close/>
                <a:moveTo>
                  <a:pt x="20484" y="17467"/>
                </a:moveTo>
                <a:lnTo>
                  <a:pt x="27608" y="20224"/>
                </a:lnTo>
                <a:lnTo>
                  <a:pt x="32507" y="25741"/>
                </a:lnTo>
                <a:lnTo>
                  <a:pt x="39632" y="30796"/>
                </a:lnTo>
                <a:lnTo>
                  <a:pt x="40077" y="34474"/>
                </a:lnTo>
                <a:lnTo>
                  <a:pt x="51209" y="31256"/>
                </a:lnTo>
                <a:lnTo>
                  <a:pt x="56553" y="33095"/>
                </a:lnTo>
                <a:lnTo>
                  <a:pt x="59671" y="36312"/>
                </a:lnTo>
                <a:lnTo>
                  <a:pt x="56553" y="48263"/>
                </a:lnTo>
                <a:lnTo>
                  <a:pt x="53436" y="55158"/>
                </a:lnTo>
                <a:lnTo>
                  <a:pt x="38741" y="54698"/>
                </a:lnTo>
                <a:lnTo>
                  <a:pt x="29835" y="51940"/>
                </a:lnTo>
                <a:lnTo>
                  <a:pt x="20038" y="45965"/>
                </a:lnTo>
                <a:lnTo>
                  <a:pt x="6679" y="44127"/>
                </a:lnTo>
                <a:lnTo>
                  <a:pt x="0" y="37691"/>
                </a:lnTo>
                <a:lnTo>
                  <a:pt x="1336" y="33555"/>
                </a:lnTo>
                <a:lnTo>
                  <a:pt x="10242" y="26200"/>
                </a:lnTo>
                <a:lnTo>
                  <a:pt x="15585" y="22983"/>
                </a:lnTo>
                <a:lnTo>
                  <a:pt x="14249" y="19305"/>
                </a:lnTo>
                <a:close/>
                <a:moveTo>
                  <a:pt x="168770" y="0"/>
                </a:moveTo>
                <a:lnTo>
                  <a:pt x="177231" y="460"/>
                </a:lnTo>
                <a:lnTo>
                  <a:pt x="175004" y="3677"/>
                </a:lnTo>
                <a:lnTo>
                  <a:pt x="172778" y="10112"/>
                </a:lnTo>
                <a:lnTo>
                  <a:pt x="174559" y="20684"/>
                </a:lnTo>
                <a:lnTo>
                  <a:pt x="167880" y="30796"/>
                </a:lnTo>
                <a:lnTo>
                  <a:pt x="164317" y="42747"/>
                </a:lnTo>
                <a:lnTo>
                  <a:pt x="162091" y="55618"/>
                </a:lnTo>
                <a:lnTo>
                  <a:pt x="162982" y="63432"/>
                </a:lnTo>
                <a:lnTo>
                  <a:pt x="162536" y="76761"/>
                </a:lnTo>
                <a:lnTo>
                  <a:pt x="158529" y="79520"/>
                </a:lnTo>
                <a:lnTo>
                  <a:pt x="155411" y="92390"/>
                </a:lnTo>
                <a:lnTo>
                  <a:pt x="156303" y="100204"/>
                </a:lnTo>
                <a:lnTo>
                  <a:pt x="150958" y="107558"/>
                </a:lnTo>
                <a:lnTo>
                  <a:pt x="151404" y="115372"/>
                </a:lnTo>
                <a:lnTo>
                  <a:pt x="154966" y="120428"/>
                </a:lnTo>
                <a:lnTo>
                  <a:pt x="154966" y="120428"/>
                </a:lnTo>
                <a:lnTo>
                  <a:pt x="160309" y="136516"/>
                </a:lnTo>
                <a:lnTo>
                  <a:pt x="169215" y="148467"/>
                </a:lnTo>
                <a:lnTo>
                  <a:pt x="180348" y="160877"/>
                </a:lnTo>
                <a:lnTo>
                  <a:pt x="180348" y="160877"/>
                </a:lnTo>
                <a:lnTo>
                  <a:pt x="188809" y="171449"/>
                </a:lnTo>
                <a:lnTo>
                  <a:pt x="187918" y="177884"/>
                </a:lnTo>
                <a:lnTo>
                  <a:pt x="197715" y="179263"/>
                </a:lnTo>
                <a:lnTo>
                  <a:pt x="200387" y="176505"/>
                </a:lnTo>
                <a:lnTo>
                  <a:pt x="207067" y="183860"/>
                </a:lnTo>
                <a:lnTo>
                  <a:pt x="219534" y="181561"/>
                </a:lnTo>
                <a:lnTo>
                  <a:pt x="230667" y="174207"/>
                </a:lnTo>
                <a:lnTo>
                  <a:pt x="246253" y="168231"/>
                </a:lnTo>
                <a:lnTo>
                  <a:pt x="255159" y="159498"/>
                </a:lnTo>
                <a:lnTo>
                  <a:pt x="268963" y="161336"/>
                </a:lnTo>
                <a:lnTo>
                  <a:pt x="268073" y="164094"/>
                </a:lnTo>
                <a:lnTo>
                  <a:pt x="281877" y="165014"/>
                </a:lnTo>
                <a:lnTo>
                  <a:pt x="292564" y="170529"/>
                </a:lnTo>
                <a:lnTo>
                  <a:pt x="300580" y="179263"/>
                </a:lnTo>
                <a:lnTo>
                  <a:pt x="309486" y="187537"/>
                </a:lnTo>
                <a:lnTo>
                  <a:pt x="309485" y="187537"/>
                </a:lnTo>
                <a:lnTo>
                  <a:pt x="322399" y="188456"/>
                </a:lnTo>
                <a:lnTo>
                  <a:pt x="342438" y="167772"/>
                </a:lnTo>
                <a:lnTo>
                  <a:pt x="353125" y="164555"/>
                </a:lnTo>
                <a:lnTo>
                  <a:pt x="353570" y="154903"/>
                </a:lnTo>
                <a:lnTo>
                  <a:pt x="359804" y="129622"/>
                </a:lnTo>
                <a:lnTo>
                  <a:pt x="374945" y="116291"/>
                </a:lnTo>
                <a:lnTo>
                  <a:pt x="390531" y="115372"/>
                </a:lnTo>
                <a:lnTo>
                  <a:pt x="393202" y="109397"/>
                </a:lnTo>
                <a:lnTo>
                  <a:pt x="412796" y="111695"/>
                </a:lnTo>
                <a:lnTo>
                  <a:pt x="433279" y="96986"/>
                </a:lnTo>
                <a:lnTo>
                  <a:pt x="443521" y="90551"/>
                </a:lnTo>
                <a:lnTo>
                  <a:pt x="456435" y="76302"/>
                </a:lnTo>
                <a:lnTo>
                  <a:pt x="465341" y="78140"/>
                </a:lnTo>
                <a:lnTo>
                  <a:pt x="471130" y="85955"/>
                </a:lnTo>
                <a:lnTo>
                  <a:pt x="465787" y="95607"/>
                </a:lnTo>
                <a:lnTo>
                  <a:pt x="464147" y="96110"/>
                </a:lnTo>
                <a:lnTo>
                  <a:pt x="465787" y="95607"/>
                </a:lnTo>
                <a:lnTo>
                  <a:pt x="464896" y="102502"/>
                </a:lnTo>
                <a:lnTo>
                  <a:pt x="449756" y="106179"/>
                </a:lnTo>
                <a:lnTo>
                  <a:pt x="457326" y="119509"/>
                </a:lnTo>
                <a:lnTo>
                  <a:pt x="455990" y="135137"/>
                </a:lnTo>
                <a:lnTo>
                  <a:pt x="443967" y="152144"/>
                </a:lnTo>
                <a:lnTo>
                  <a:pt x="452428" y="175586"/>
                </a:lnTo>
                <a:lnTo>
                  <a:pt x="463560" y="173748"/>
                </a:lnTo>
                <a:lnTo>
                  <a:pt x="470240" y="152144"/>
                </a:lnTo>
                <a:lnTo>
                  <a:pt x="462670" y="142031"/>
                </a:lnTo>
                <a:lnTo>
                  <a:pt x="462670" y="119509"/>
                </a:lnTo>
                <a:lnTo>
                  <a:pt x="494731" y="107558"/>
                </a:lnTo>
                <a:lnTo>
                  <a:pt x="492059" y="93768"/>
                </a:lnTo>
                <a:lnTo>
                  <a:pt x="501411" y="84116"/>
                </a:lnTo>
                <a:lnTo>
                  <a:pt x="508981" y="105259"/>
                </a:lnTo>
                <a:lnTo>
                  <a:pt x="526793" y="105719"/>
                </a:lnTo>
                <a:lnTo>
                  <a:pt x="541933" y="121807"/>
                </a:lnTo>
                <a:lnTo>
                  <a:pt x="542824" y="131919"/>
                </a:lnTo>
                <a:lnTo>
                  <a:pt x="565089" y="131919"/>
                </a:lnTo>
                <a:lnTo>
                  <a:pt x="592252" y="129162"/>
                </a:lnTo>
                <a:lnTo>
                  <a:pt x="606057" y="142031"/>
                </a:lnTo>
                <a:lnTo>
                  <a:pt x="624760" y="145709"/>
                </a:lnTo>
                <a:lnTo>
                  <a:pt x="639455" y="136516"/>
                </a:lnTo>
                <a:lnTo>
                  <a:pt x="639900" y="129162"/>
                </a:lnTo>
                <a:lnTo>
                  <a:pt x="671517" y="127323"/>
                </a:lnTo>
                <a:lnTo>
                  <a:pt x="701352" y="126864"/>
                </a:lnTo>
                <a:lnTo>
                  <a:pt x="679532" y="135597"/>
                </a:lnTo>
                <a:lnTo>
                  <a:pt x="687548" y="149846"/>
                </a:lnTo>
                <a:lnTo>
                  <a:pt x="707586" y="151684"/>
                </a:lnTo>
                <a:lnTo>
                  <a:pt x="726289" y="166393"/>
                </a:lnTo>
                <a:lnTo>
                  <a:pt x="729406" y="189835"/>
                </a:lnTo>
                <a:lnTo>
                  <a:pt x="742319" y="189375"/>
                </a:lnTo>
                <a:lnTo>
                  <a:pt x="752116" y="196270"/>
                </a:lnTo>
                <a:lnTo>
                  <a:pt x="752116" y="196270"/>
                </a:lnTo>
                <a:lnTo>
                  <a:pt x="768147" y="207301"/>
                </a:lnTo>
                <a:lnTo>
                  <a:pt x="782842" y="226147"/>
                </a:lnTo>
                <a:lnTo>
                  <a:pt x="783288" y="241775"/>
                </a:lnTo>
                <a:lnTo>
                  <a:pt x="792639" y="242235"/>
                </a:lnTo>
                <a:lnTo>
                  <a:pt x="805998" y="256484"/>
                </a:lnTo>
                <a:lnTo>
                  <a:pt x="815349" y="267056"/>
                </a:lnTo>
                <a:lnTo>
                  <a:pt x="815349" y="267056"/>
                </a:lnTo>
                <a:lnTo>
                  <a:pt x="845630" y="273032"/>
                </a:lnTo>
                <a:lnTo>
                  <a:pt x="848301" y="267516"/>
                </a:lnTo>
                <a:lnTo>
                  <a:pt x="868785" y="265218"/>
                </a:lnTo>
                <a:lnTo>
                  <a:pt x="895949" y="273492"/>
                </a:lnTo>
                <a:lnTo>
                  <a:pt x="895949" y="273492"/>
                </a:lnTo>
                <a:lnTo>
                  <a:pt x="904408" y="276709"/>
                </a:lnTo>
                <a:lnTo>
                  <a:pt x="922665" y="283604"/>
                </a:lnTo>
                <a:lnTo>
                  <a:pt x="948938" y="308425"/>
                </a:lnTo>
                <a:lnTo>
                  <a:pt x="952501" y="320376"/>
                </a:lnTo>
                <a:lnTo>
                  <a:pt x="937360" y="347496"/>
                </a:lnTo>
                <a:lnTo>
                  <a:pt x="929345" y="369099"/>
                </a:lnTo>
                <a:lnTo>
                  <a:pt x="919548" y="380590"/>
                </a:lnTo>
                <a:lnTo>
                  <a:pt x="907527" y="382429"/>
                </a:lnTo>
                <a:lnTo>
                  <a:pt x="907527" y="382429"/>
                </a:lnTo>
                <a:lnTo>
                  <a:pt x="919551" y="380591"/>
                </a:lnTo>
                <a:lnTo>
                  <a:pt x="929347" y="369100"/>
                </a:lnTo>
                <a:lnTo>
                  <a:pt x="937363" y="347496"/>
                </a:lnTo>
                <a:lnTo>
                  <a:pt x="952503" y="320376"/>
                </a:lnTo>
                <a:lnTo>
                  <a:pt x="961409" y="318997"/>
                </a:lnTo>
                <a:lnTo>
                  <a:pt x="967198" y="335545"/>
                </a:lnTo>
                <a:lnTo>
                  <a:pt x="980557" y="387026"/>
                </a:lnTo>
                <a:lnTo>
                  <a:pt x="994361" y="392082"/>
                </a:lnTo>
                <a:lnTo>
                  <a:pt x="994807" y="412306"/>
                </a:lnTo>
                <a:lnTo>
                  <a:pt x="975659" y="436668"/>
                </a:lnTo>
                <a:lnTo>
                  <a:pt x="983229" y="445401"/>
                </a:lnTo>
                <a:lnTo>
                  <a:pt x="1028204" y="449998"/>
                </a:lnTo>
                <a:lnTo>
                  <a:pt x="1029096" y="479875"/>
                </a:lnTo>
                <a:lnTo>
                  <a:pt x="1048243" y="460570"/>
                </a:lnTo>
                <a:lnTo>
                  <a:pt x="1079860" y="471142"/>
                </a:lnTo>
                <a:lnTo>
                  <a:pt x="1122163" y="489068"/>
                </a:lnTo>
                <a:lnTo>
                  <a:pt x="1134631" y="506076"/>
                </a:lnTo>
                <a:lnTo>
                  <a:pt x="1130624" y="522623"/>
                </a:lnTo>
                <a:lnTo>
                  <a:pt x="1160014" y="513430"/>
                </a:lnTo>
                <a:lnTo>
                  <a:pt x="1208997" y="529058"/>
                </a:lnTo>
                <a:lnTo>
                  <a:pt x="1246848" y="528138"/>
                </a:lnTo>
                <a:lnTo>
                  <a:pt x="1284253" y="552500"/>
                </a:lnTo>
                <a:lnTo>
                  <a:pt x="1317206" y="585595"/>
                </a:lnTo>
                <a:lnTo>
                  <a:pt x="1336799" y="593869"/>
                </a:lnTo>
                <a:lnTo>
                  <a:pt x="1358174" y="595248"/>
                </a:lnTo>
                <a:lnTo>
                  <a:pt x="1367525" y="604441"/>
                </a:lnTo>
                <a:lnTo>
                  <a:pt x="1376431" y="642132"/>
                </a:lnTo>
                <a:lnTo>
                  <a:pt x="1381329" y="660059"/>
                </a:lnTo>
                <a:lnTo>
                  <a:pt x="1371978" y="708781"/>
                </a:lnTo>
                <a:lnTo>
                  <a:pt x="1359955" y="728086"/>
                </a:lnTo>
                <a:lnTo>
                  <a:pt x="1325666" y="768996"/>
                </a:lnTo>
                <a:lnTo>
                  <a:pt x="1310526" y="802550"/>
                </a:lnTo>
                <a:lnTo>
                  <a:pt x="1292714" y="827831"/>
                </a:lnTo>
                <a:lnTo>
                  <a:pt x="1286480" y="828750"/>
                </a:lnTo>
                <a:lnTo>
                  <a:pt x="1280691" y="850354"/>
                </a:lnTo>
                <a:lnTo>
                  <a:pt x="1284699" y="905512"/>
                </a:lnTo>
                <a:lnTo>
                  <a:pt x="1279800" y="951017"/>
                </a:lnTo>
                <a:lnTo>
                  <a:pt x="1278465" y="970323"/>
                </a:lnTo>
                <a:lnTo>
                  <a:pt x="1271340" y="982273"/>
                </a:lnTo>
                <a:lnTo>
                  <a:pt x="1269113" y="1021804"/>
                </a:lnTo>
                <a:lnTo>
                  <a:pt x="1245958" y="1059955"/>
                </a:lnTo>
                <a:lnTo>
                  <a:pt x="1243731" y="1090751"/>
                </a:lnTo>
                <a:lnTo>
                  <a:pt x="1224583" y="1103162"/>
                </a:lnTo>
                <a:lnTo>
                  <a:pt x="1219684" y="1121088"/>
                </a:lnTo>
                <a:lnTo>
                  <a:pt x="1192966" y="1121088"/>
                </a:lnTo>
                <a:lnTo>
                  <a:pt x="1155115" y="1132120"/>
                </a:lnTo>
                <a:lnTo>
                  <a:pt x="1138639" y="1145449"/>
                </a:lnTo>
                <a:lnTo>
                  <a:pt x="1111921" y="1154183"/>
                </a:lnTo>
                <a:lnTo>
                  <a:pt x="1084758" y="1177625"/>
                </a:lnTo>
                <a:lnTo>
                  <a:pt x="1066501" y="1207043"/>
                </a:lnTo>
                <a:lnTo>
                  <a:pt x="1065165" y="1229106"/>
                </a:lnTo>
                <a:lnTo>
                  <a:pt x="1070954" y="1245194"/>
                </a:lnTo>
                <a:lnTo>
                  <a:pt x="1069618" y="1275071"/>
                </a:lnTo>
                <a:lnTo>
                  <a:pt x="1066055" y="1289320"/>
                </a:lnTo>
                <a:lnTo>
                  <a:pt x="1050915" y="1305868"/>
                </a:lnTo>
                <a:lnTo>
                  <a:pt x="1030876" y="1357809"/>
                </a:lnTo>
                <a:lnTo>
                  <a:pt x="1013064" y="1380791"/>
                </a:lnTo>
                <a:lnTo>
                  <a:pt x="998814" y="1395040"/>
                </a:lnTo>
                <a:lnTo>
                  <a:pt x="992135" y="1423079"/>
                </a:lnTo>
                <a:lnTo>
                  <a:pt x="979221" y="1439626"/>
                </a:lnTo>
                <a:lnTo>
                  <a:pt x="969869" y="1423079"/>
                </a:lnTo>
                <a:lnTo>
                  <a:pt x="977886" y="1408829"/>
                </a:lnTo>
                <a:lnTo>
                  <a:pt x="960963" y="1389064"/>
                </a:lnTo>
                <a:lnTo>
                  <a:pt x="939589" y="1372517"/>
                </a:lnTo>
                <a:lnTo>
                  <a:pt x="911535" y="1353671"/>
                </a:lnTo>
                <a:lnTo>
                  <a:pt x="911534" y="1353671"/>
                </a:lnTo>
                <a:lnTo>
                  <a:pt x="939588" y="1372517"/>
                </a:lnTo>
                <a:lnTo>
                  <a:pt x="960962" y="1389064"/>
                </a:lnTo>
                <a:lnTo>
                  <a:pt x="977885" y="1408829"/>
                </a:lnTo>
                <a:lnTo>
                  <a:pt x="969868" y="1423079"/>
                </a:lnTo>
                <a:lnTo>
                  <a:pt x="979220" y="1439626"/>
                </a:lnTo>
                <a:lnTo>
                  <a:pt x="972095" y="1458472"/>
                </a:lnTo>
                <a:lnTo>
                  <a:pt x="948049" y="1474560"/>
                </a:lnTo>
                <a:lnTo>
                  <a:pt x="929346" y="1468584"/>
                </a:lnTo>
                <a:lnTo>
                  <a:pt x="916878" y="1471802"/>
                </a:lnTo>
                <a:lnTo>
                  <a:pt x="892386" y="1459391"/>
                </a:lnTo>
                <a:lnTo>
                  <a:pt x="876355" y="1460311"/>
                </a:lnTo>
                <a:lnTo>
                  <a:pt x="858989" y="1443764"/>
                </a:lnTo>
                <a:lnTo>
                  <a:pt x="860325" y="1459392"/>
                </a:lnTo>
                <a:lnTo>
                  <a:pt x="862137" y="1460712"/>
                </a:lnTo>
                <a:lnTo>
                  <a:pt x="862533" y="1460303"/>
                </a:lnTo>
                <a:lnTo>
                  <a:pt x="864822" y="1462665"/>
                </a:lnTo>
                <a:lnTo>
                  <a:pt x="895058" y="1484673"/>
                </a:lnTo>
                <a:lnTo>
                  <a:pt x="895949" y="1504897"/>
                </a:lnTo>
                <a:lnTo>
                  <a:pt x="913315" y="1517767"/>
                </a:lnTo>
                <a:lnTo>
                  <a:pt x="914651" y="1532017"/>
                </a:lnTo>
                <a:lnTo>
                  <a:pt x="899956" y="1569709"/>
                </a:lnTo>
                <a:lnTo>
                  <a:pt x="868785" y="1585796"/>
                </a:lnTo>
                <a:lnTo>
                  <a:pt x="823364" y="1591771"/>
                </a:lnTo>
                <a:lnTo>
                  <a:pt x="796646" y="1588554"/>
                </a:lnTo>
                <a:lnTo>
                  <a:pt x="805997" y="1606481"/>
                </a:lnTo>
                <a:lnTo>
                  <a:pt x="806442" y="1628083"/>
                </a:lnTo>
                <a:lnTo>
                  <a:pt x="814458" y="1642793"/>
                </a:lnTo>
                <a:lnTo>
                  <a:pt x="803326" y="1653364"/>
                </a:lnTo>
                <a:lnTo>
                  <a:pt x="780615" y="1657501"/>
                </a:lnTo>
                <a:lnTo>
                  <a:pt x="755678" y="1646469"/>
                </a:lnTo>
                <a:lnTo>
                  <a:pt x="748999" y="1654284"/>
                </a:lnTo>
                <a:lnTo>
                  <a:pt x="760131" y="1683241"/>
                </a:lnTo>
                <a:lnTo>
                  <a:pt x="777943" y="1691975"/>
                </a:lnTo>
                <a:lnTo>
                  <a:pt x="788185" y="1682782"/>
                </a:lnTo>
                <a:lnTo>
                  <a:pt x="799317" y="1697951"/>
                </a:lnTo>
                <a:lnTo>
                  <a:pt x="780615" y="1707144"/>
                </a:lnTo>
                <a:lnTo>
                  <a:pt x="767701" y="1725530"/>
                </a:lnTo>
                <a:lnTo>
                  <a:pt x="773045" y="1754487"/>
                </a:lnTo>
                <a:lnTo>
                  <a:pt x="772599" y="1770116"/>
                </a:lnTo>
                <a:lnTo>
                  <a:pt x="751225" y="1770116"/>
                </a:lnTo>
                <a:lnTo>
                  <a:pt x="737866" y="1784825"/>
                </a:lnTo>
                <a:lnTo>
                  <a:pt x="738311" y="1806888"/>
                </a:lnTo>
                <a:lnTo>
                  <a:pt x="767256" y="1828031"/>
                </a:lnTo>
                <a:lnTo>
                  <a:pt x="790411" y="1833548"/>
                </a:lnTo>
                <a:lnTo>
                  <a:pt x="791303" y="1859748"/>
                </a:lnTo>
                <a:lnTo>
                  <a:pt x="770818" y="1875836"/>
                </a:lnTo>
                <a:lnTo>
                  <a:pt x="768146" y="1909390"/>
                </a:lnTo>
                <a:lnTo>
                  <a:pt x="752561" y="1920422"/>
                </a:lnTo>
                <a:lnTo>
                  <a:pt x="748553" y="1933752"/>
                </a:lnTo>
                <a:lnTo>
                  <a:pt x="767256" y="1963629"/>
                </a:lnTo>
                <a:lnTo>
                  <a:pt x="787740" y="1979717"/>
                </a:lnTo>
                <a:lnTo>
                  <a:pt x="778388" y="1978338"/>
                </a:lnTo>
                <a:lnTo>
                  <a:pt x="778386" y="1978337"/>
                </a:lnTo>
                <a:lnTo>
                  <a:pt x="759240" y="1978337"/>
                </a:lnTo>
                <a:lnTo>
                  <a:pt x="751670" y="1985232"/>
                </a:lnTo>
                <a:lnTo>
                  <a:pt x="736530" y="1995344"/>
                </a:lnTo>
                <a:lnTo>
                  <a:pt x="744100" y="2021544"/>
                </a:lnTo>
                <a:lnTo>
                  <a:pt x="735639" y="2022004"/>
                </a:lnTo>
                <a:lnTo>
                  <a:pt x="707586" y="2013270"/>
                </a:lnTo>
                <a:lnTo>
                  <a:pt x="674188" y="1993505"/>
                </a:lnTo>
                <a:lnTo>
                  <a:pt x="640345" y="1977417"/>
                </a:lnTo>
                <a:lnTo>
                  <a:pt x="626095" y="1959491"/>
                </a:lnTo>
                <a:lnTo>
                  <a:pt x="624759" y="1942943"/>
                </a:lnTo>
                <a:lnTo>
                  <a:pt x="606057" y="1923638"/>
                </a:lnTo>
                <a:lnTo>
                  <a:pt x="583791" y="1874916"/>
                </a:lnTo>
                <a:lnTo>
                  <a:pt x="582901" y="1847337"/>
                </a:lnTo>
                <a:lnTo>
                  <a:pt x="598041" y="1825273"/>
                </a:lnTo>
                <a:lnTo>
                  <a:pt x="561081" y="1816540"/>
                </a:lnTo>
                <a:lnTo>
                  <a:pt x="573104" y="1791259"/>
                </a:lnTo>
                <a:lnTo>
                  <a:pt x="564198" y="1742995"/>
                </a:lnTo>
                <a:lnTo>
                  <a:pt x="593142" y="1753108"/>
                </a:lnTo>
                <a:lnTo>
                  <a:pt x="585128" y="1692894"/>
                </a:lnTo>
                <a:lnTo>
                  <a:pt x="567315" y="1685080"/>
                </a:lnTo>
                <a:lnTo>
                  <a:pt x="571768" y="1721392"/>
                </a:lnTo>
                <a:lnTo>
                  <a:pt x="556183" y="1717255"/>
                </a:lnTo>
                <a:lnTo>
                  <a:pt x="549503" y="1675887"/>
                </a:lnTo>
                <a:lnTo>
                  <a:pt x="540597" y="1621648"/>
                </a:lnTo>
                <a:lnTo>
                  <a:pt x="545495" y="1601423"/>
                </a:lnTo>
                <a:lnTo>
                  <a:pt x="530800" y="1572925"/>
                </a:lnTo>
                <a:lnTo>
                  <a:pt x="520113" y="1539830"/>
                </a:lnTo>
                <a:lnTo>
                  <a:pt x="529910" y="1538451"/>
                </a:lnTo>
                <a:lnTo>
                  <a:pt x="532582" y="1491107"/>
                </a:lnTo>
                <a:lnTo>
                  <a:pt x="537925" y="1443763"/>
                </a:lnTo>
                <a:lnTo>
                  <a:pt x="538371" y="1400096"/>
                </a:lnTo>
                <a:lnTo>
                  <a:pt x="523676" y="1355509"/>
                </a:lnTo>
                <a:lnTo>
                  <a:pt x="526347" y="1331148"/>
                </a:lnTo>
                <a:lnTo>
                  <a:pt x="516996" y="1294836"/>
                </a:lnTo>
                <a:lnTo>
                  <a:pt x="525012" y="1258983"/>
                </a:lnTo>
                <a:lnTo>
                  <a:pt x="521003" y="1201986"/>
                </a:lnTo>
                <a:lnTo>
                  <a:pt x="521003" y="1140393"/>
                </a:lnTo>
                <a:lnTo>
                  <a:pt x="521449" y="1074663"/>
                </a:lnTo>
                <a:lnTo>
                  <a:pt x="514770" y="1026400"/>
                </a:lnTo>
                <a:lnTo>
                  <a:pt x="505418" y="984572"/>
                </a:lnTo>
                <a:lnTo>
                  <a:pt x="479145" y="967565"/>
                </a:lnTo>
                <a:lnTo>
                  <a:pt x="475583" y="955614"/>
                </a:lnTo>
                <a:lnTo>
                  <a:pt x="423483" y="926196"/>
                </a:lnTo>
                <a:lnTo>
                  <a:pt x="375836" y="893561"/>
                </a:lnTo>
                <a:lnTo>
                  <a:pt x="354906" y="875635"/>
                </a:lnTo>
                <a:lnTo>
                  <a:pt x="342438" y="851273"/>
                </a:lnTo>
                <a:lnTo>
                  <a:pt x="346000" y="842540"/>
                </a:lnTo>
                <a:lnTo>
                  <a:pt x="321954" y="803929"/>
                </a:lnTo>
                <a:lnTo>
                  <a:pt x="293455" y="749691"/>
                </a:lnTo>
                <a:lnTo>
                  <a:pt x="266737" y="690855"/>
                </a:lnTo>
                <a:lnTo>
                  <a:pt x="256049" y="677066"/>
                </a:lnTo>
                <a:lnTo>
                  <a:pt x="247143" y="655462"/>
                </a:lnTo>
                <a:lnTo>
                  <a:pt x="226660" y="636156"/>
                </a:lnTo>
                <a:lnTo>
                  <a:pt x="208402" y="624206"/>
                </a:lnTo>
                <a:lnTo>
                  <a:pt x="215972" y="611335"/>
                </a:lnTo>
                <a:lnTo>
                  <a:pt x="202613" y="582837"/>
                </a:lnTo>
                <a:lnTo>
                  <a:pt x="210183" y="562153"/>
                </a:lnTo>
                <a:lnTo>
                  <a:pt x="229777" y="543767"/>
                </a:lnTo>
                <a:lnTo>
                  <a:pt x="232894" y="556177"/>
                </a:lnTo>
                <a:lnTo>
                  <a:pt x="225768" y="563072"/>
                </a:lnTo>
                <a:lnTo>
                  <a:pt x="227104" y="573644"/>
                </a:lnTo>
                <a:lnTo>
                  <a:pt x="235110" y="571848"/>
                </a:lnTo>
                <a:lnTo>
                  <a:pt x="227105" y="573644"/>
                </a:lnTo>
                <a:lnTo>
                  <a:pt x="225769" y="563073"/>
                </a:lnTo>
                <a:lnTo>
                  <a:pt x="232894" y="556178"/>
                </a:lnTo>
                <a:lnTo>
                  <a:pt x="229777" y="543767"/>
                </a:lnTo>
                <a:lnTo>
                  <a:pt x="242691" y="521704"/>
                </a:lnTo>
                <a:lnTo>
                  <a:pt x="236901" y="508833"/>
                </a:lnTo>
                <a:lnTo>
                  <a:pt x="227550" y="522622"/>
                </a:lnTo>
                <a:lnTo>
                  <a:pt x="211965" y="509293"/>
                </a:lnTo>
                <a:lnTo>
                  <a:pt x="216863" y="501020"/>
                </a:lnTo>
                <a:lnTo>
                  <a:pt x="212410" y="474360"/>
                </a:lnTo>
                <a:lnTo>
                  <a:pt x="221316" y="469763"/>
                </a:lnTo>
                <a:lnTo>
                  <a:pt x="225769" y="451377"/>
                </a:lnTo>
                <a:lnTo>
                  <a:pt x="235121" y="432531"/>
                </a:lnTo>
                <a:lnTo>
                  <a:pt x="233784" y="420580"/>
                </a:lnTo>
                <a:lnTo>
                  <a:pt x="247589" y="414145"/>
                </a:lnTo>
                <a:lnTo>
                  <a:pt x="264955" y="402654"/>
                </a:lnTo>
                <a:lnTo>
                  <a:pt x="261838" y="393461"/>
                </a:lnTo>
                <a:lnTo>
                  <a:pt x="271190" y="391163"/>
                </a:lnTo>
                <a:lnTo>
                  <a:pt x="270299" y="376454"/>
                </a:lnTo>
                <a:lnTo>
                  <a:pt x="276533" y="365422"/>
                </a:lnTo>
                <a:lnTo>
                  <a:pt x="289002" y="363584"/>
                </a:lnTo>
                <a:lnTo>
                  <a:pt x="300134" y="345198"/>
                </a:lnTo>
                <a:lnTo>
                  <a:pt x="309931" y="329570"/>
                </a:lnTo>
                <a:lnTo>
                  <a:pt x="301025" y="322675"/>
                </a:lnTo>
                <a:lnTo>
                  <a:pt x="306368" y="305667"/>
                </a:lnTo>
                <a:lnTo>
                  <a:pt x="301470" y="278548"/>
                </a:lnTo>
                <a:lnTo>
                  <a:pt x="307259" y="270734"/>
                </a:lnTo>
                <a:lnTo>
                  <a:pt x="304142" y="245913"/>
                </a:lnTo>
                <a:lnTo>
                  <a:pt x="294345" y="229825"/>
                </a:lnTo>
                <a:lnTo>
                  <a:pt x="294345" y="229824"/>
                </a:lnTo>
                <a:lnTo>
                  <a:pt x="286330" y="221551"/>
                </a:lnTo>
                <a:lnTo>
                  <a:pt x="281877" y="205463"/>
                </a:lnTo>
                <a:lnTo>
                  <a:pt x="288111" y="197649"/>
                </a:lnTo>
                <a:lnTo>
                  <a:pt x="281877" y="195810"/>
                </a:lnTo>
                <a:lnTo>
                  <a:pt x="277869" y="186158"/>
                </a:lnTo>
                <a:lnTo>
                  <a:pt x="265401" y="177884"/>
                </a:lnTo>
                <a:lnTo>
                  <a:pt x="254714" y="179722"/>
                </a:lnTo>
                <a:lnTo>
                  <a:pt x="248925" y="189835"/>
                </a:lnTo>
                <a:lnTo>
                  <a:pt x="238238" y="197189"/>
                </a:lnTo>
                <a:lnTo>
                  <a:pt x="232893" y="198108"/>
                </a:lnTo>
                <a:lnTo>
                  <a:pt x="230222" y="204544"/>
                </a:lnTo>
                <a:lnTo>
                  <a:pt x="241355" y="220632"/>
                </a:lnTo>
                <a:lnTo>
                  <a:pt x="234230" y="224309"/>
                </a:lnTo>
                <a:lnTo>
                  <a:pt x="230667" y="228446"/>
                </a:lnTo>
                <a:lnTo>
                  <a:pt x="218645" y="230284"/>
                </a:lnTo>
                <a:lnTo>
                  <a:pt x="215081" y="212358"/>
                </a:lnTo>
                <a:lnTo>
                  <a:pt x="211520" y="217414"/>
                </a:lnTo>
                <a:lnTo>
                  <a:pt x="203504" y="215575"/>
                </a:lnTo>
                <a:lnTo>
                  <a:pt x="199051" y="204084"/>
                </a:lnTo>
                <a:lnTo>
                  <a:pt x="188809" y="201786"/>
                </a:lnTo>
                <a:lnTo>
                  <a:pt x="182129" y="198568"/>
                </a:lnTo>
                <a:lnTo>
                  <a:pt x="171442" y="198568"/>
                </a:lnTo>
                <a:lnTo>
                  <a:pt x="170551" y="205003"/>
                </a:lnTo>
                <a:lnTo>
                  <a:pt x="167880" y="200407"/>
                </a:lnTo>
                <a:lnTo>
                  <a:pt x="167880" y="200407"/>
                </a:lnTo>
                <a:lnTo>
                  <a:pt x="154521" y="193972"/>
                </a:lnTo>
                <a:lnTo>
                  <a:pt x="149622" y="187537"/>
                </a:lnTo>
                <a:lnTo>
                  <a:pt x="152739" y="182481"/>
                </a:lnTo>
                <a:lnTo>
                  <a:pt x="152294" y="176046"/>
                </a:lnTo>
                <a:lnTo>
                  <a:pt x="145615" y="169151"/>
                </a:lnTo>
                <a:lnTo>
                  <a:pt x="135818" y="163176"/>
                </a:lnTo>
                <a:lnTo>
                  <a:pt x="127803" y="159498"/>
                </a:lnTo>
                <a:lnTo>
                  <a:pt x="126467" y="150765"/>
                </a:lnTo>
                <a:lnTo>
                  <a:pt x="120232" y="145709"/>
                </a:lnTo>
                <a:lnTo>
                  <a:pt x="121123" y="153982"/>
                </a:lnTo>
                <a:lnTo>
                  <a:pt x="115779" y="161336"/>
                </a:lnTo>
                <a:lnTo>
                  <a:pt x="110435" y="153063"/>
                </a:lnTo>
                <a:lnTo>
                  <a:pt x="102865" y="149845"/>
                </a:lnTo>
                <a:lnTo>
                  <a:pt x="99748" y="144330"/>
                </a:lnTo>
                <a:lnTo>
                  <a:pt x="100193" y="135136"/>
                </a:lnTo>
                <a:lnTo>
                  <a:pt x="104201" y="125943"/>
                </a:lnTo>
                <a:lnTo>
                  <a:pt x="97522" y="121807"/>
                </a:lnTo>
                <a:lnTo>
                  <a:pt x="103756" y="115831"/>
                </a:lnTo>
                <a:lnTo>
                  <a:pt x="103756" y="115831"/>
                </a:lnTo>
                <a:lnTo>
                  <a:pt x="95741" y="106639"/>
                </a:lnTo>
                <a:lnTo>
                  <a:pt x="84609" y="94688"/>
                </a:lnTo>
                <a:lnTo>
                  <a:pt x="79710" y="85035"/>
                </a:lnTo>
                <a:lnTo>
                  <a:pt x="69913" y="75382"/>
                </a:lnTo>
                <a:lnTo>
                  <a:pt x="58781" y="62053"/>
                </a:lnTo>
                <a:lnTo>
                  <a:pt x="61898" y="57456"/>
                </a:lnTo>
                <a:lnTo>
                  <a:pt x="65460" y="62053"/>
                </a:lnTo>
                <a:lnTo>
                  <a:pt x="67687" y="60214"/>
                </a:lnTo>
                <a:lnTo>
                  <a:pt x="75703" y="58835"/>
                </a:lnTo>
                <a:lnTo>
                  <a:pt x="79265" y="51940"/>
                </a:lnTo>
                <a:lnTo>
                  <a:pt x="82827" y="51940"/>
                </a:lnTo>
                <a:lnTo>
                  <a:pt x="83718" y="37232"/>
                </a:lnTo>
                <a:lnTo>
                  <a:pt x="89506" y="36772"/>
                </a:lnTo>
                <a:lnTo>
                  <a:pt x="94851" y="36772"/>
                </a:lnTo>
                <a:lnTo>
                  <a:pt x="101085" y="28958"/>
                </a:lnTo>
                <a:lnTo>
                  <a:pt x="107764" y="34934"/>
                </a:lnTo>
                <a:lnTo>
                  <a:pt x="110436" y="31256"/>
                </a:lnTo>
                <a:lnTo>
                  <a:pt x="115780" y="27579"/>
                </a:lnTo>
                <a:lnTo>
                  <a:pt x="125131" y="19765"/>
                </a:lnTo>
                <a:lnTo>
                  <a:pt x="126022" y="13329"/>
                </a:lnTo>
                <a:lnTo>
                  <a:pt x="128248" y="13789"/>
                </a:lnTo>
                <a:lnTo>
                  <a:pt x="132256" y="6895"/>
                </a:lnTo>
                <a:lnTo>
                  <a:pt x="134928" y="5975"/>
                </a:lnTo>
                <a:lnTo>
                  <a:pt x="138935" y="10572"/>
                </a:lnTo>
                <a:lnTo>
                  <a:pt x="143833" y="11491"/>
                </a:lnTo>
                <a:lnTo>
                  <a:pt x="149623" y="7814"/>
                </a:lnTo>
                <a:lnTo>
                  <a:pt x="155857" y="7814"/>
                </a:lnTo>
                <a:lnTo>
                  <a:pt x="164763" y="413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77000"/>
            </a:schemeClr>
          </a:solidFill>
          <a:ln w="1219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/>
          <a:p>
            <a:endParaRPr lang="en-ID">
              <a:solidFill>
                <a:schemeClr val="bg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24C809-9C75-CDA8-D474-012448E10F0B}"/>
              </a:ext>
            </a:extLst>
          </p:cNvPr>
          <p:cNvSpPr/>
          <p:nvPr/>
        </p:nvSpPr>
        <p:spPr>
          <a:xfrm>
            <a:off x="8885803" y="4567209"/>
            <a:ext cx="1501484" cy="1020461"/>
          </a:xfrm>
          <a:custGeom>
            <a:avLst/>
            <a:gdLst>
              <a:gd name="connsiteX0" fmla="*/ 609173 w 1453466"/>
              <a:gd name="connsiteY0" fmla="*/ 885748 h 1058576"/>
              <a:gd name="connsiteX1" fmla="*/ 622532 w 1453466"/>
              <a:gd name="connsiteY1" fmla="*/ 888506 h 1058576"/>
              <a:gd name="connsiteX2" fmla="*/ 639008 w 1453466"/>
              <a:gd name="connsiteY2" fmla="*/ 898619 h 1058576"/>
              <a:gd name="connsiteX3" fmla="*/ 653703 w 1453466"/>
              <a:gd name="connsiteY3" fmla="*/ 894482 h 1058576"/>
              <a:gd name="connsiteX4" fmla="*/ 675523 w 1453466"/>
              <a:gd name="connsiteY4" fmla="*/ 888966 h 1058576"/>
              <a:gd name="connsiteX5" fmla="*/ 687991 w 1453466"/>
              <a:gd name="connsiteY5" fmla="*/ 890804 h 1058576"/>
              <a:gd name="connsiteX6" fmla="*/ 667952 w 1453466"/>
              <a:gd name="connsiteY6" fmla="*/ 925738 h 1058576"/>
              <a:gd name="connsiteX7" fmla="*/ 653258 w 1453466"/>
              <a:gd name="connsiteY7" fmla="*/ 935391 h 1058576"/>
              <a:gd name="connsiteX8" fmla="*/ 635446 w 1453466"/>
              <a:gd name="connsiteY8" fmla="*/ 959293 h 1058576"/>
              <a:gd name="connsiteX9" fmla="*/ 632774 w 1453466"/>
              <a:gd name="connsiteY9" fmla="*/ 951019 h 1058576"/>
              <a:gd name="connsiteX10" fmla="*/ 603384 w 1453466"/>
              <a:gd name="connsiteY10" fmla="*/ 971243 h 1058576"/>
              <a:gd name="connsiteX11" fmla="*/ 599822 w 1453466"/>
              <a:gd name="connsiteY11" fmla="*/ 969865 h 1058576"/>
              <a:gd name="connsiteX12" fmla="*/ 586463 w 1453466"/>
              <a:gd name="connsiteY12" fmla="*/ 968945 h 1058576"/>
              <a:gd name="connsiteX13" fmla="*/ 588689 w 1453466"/>
              <a:gd name="connsiteY13" fmla="*/ 944124 h 1058576"/>
              <a:gd name="connsiteX14" fmla="*/ 597595 w 1453466"/>
              <a:gd name="connsiteY14" fmla="*/ 924819 h 1058576"/>
              <a:gd name="connsiteX15" fmla="*/ 600267 w 1453466"/>
              <a:gd name="connsiteY15" fmla="*/ 899079 h 1058576"/>
              <a:gd name="connsiteX16" fmla="*/ 1263768 w 1453466"/>
              <a:gd name="connsiteY16" fmla="*/ 879772 h 1058576"/>
              <a:gd name="connsiteX17" fmla="*/ 1260204 w 1453466"/>
              <a:gd name="connsiteY17" fmla="*/ 892183 h 1058576"/>
              <a:gd name="connsiteX18" fmla="*/ 1256642 w 1453466"/>
              <a:gd name="connsiteY18" fmla="*/ 904134 h 1058576"/>
              <a:gd name="connsiteX19" fmla="*/ 1281580 w 1453466"/>
              <a:gd name="connsiteY19" fmla="*/ 892183 h 1058576"/>
              <a:gd name="connsiteX20" fmla="*/ 1279353 w 1453466"/>
              <a:gd name="connsiteY20" fmla="*/ 904593 h 1058576"/>
              <a:gd name="connsiteX21" fmla="*/ 1270002 w 1453466"/>
              <a:gd name="connsiteY21" fmla="*/ 917004 h 1058576"/>
              <a:gd name="connsiteX22" fmla="*/ 1251298 w 1453466"/>
              <a:gd name="connsiteY22" fmla="*/ 930334 h 1058576"/>
              <a:gd name="connsiteX23" fmla="*/ 1219682 w 1453466"/>
              <a:gd name="connsiteY23" fmla="*/ 951937 h 1058576"/>
              <a:gd name="connsiteX24" fmla="*/ 1198753 w 1453466"/>
              <a:gd name="connsiteY24" fmla="*/ 963889 h 1058576"/>
              <a:gd name="connsiteX25" fmla="*/ 1196082 w 1453466"/>
              <a:gd name="connsiteY25" fmla="*/ 977678 h 1058576"/>
              <a:gd name="connsiteX26" fmla="*/ 1178270 w 1453466"/>
              <a:gd name="connsiteY26" fmla="*/ 978137 h 1058576"/>
              <a:gd name="connsiteX27" fmla="*/ 1150216 w 1453466"/>
              <a:gd name="connsiteY27" fmla="*/ 989169 h 1058576"/>
              <a:gd name="connsiteX28" fmla="*/ 1129286 w 1453466"/>
              <a:gd name="connsiteY28" fmla="*/ 1008015 h 1058576"/>
              <a:gd name="connsiteX29" fmla="*/ 1092771 w 1453466"/>
              <a:gd name="connsiteY29" fmla="*/ 1037433 h 1058576"/>
              <a:gd name="connsiteX30" fmla="*/ 1064718 w 1453466"/>
              <a:gd name="connsiteY30" fmla="*/ 1050302 h 1058576"/>
              <a:gd name="connsiteX31" fmla="*/ 1046905 w 1453466"/>
              <a:gd name="connsiteY31" fmla="*/ 1058576 h 1058576"/>
              <a:gd name="connsiteX32" fmla="*/ 1026421 w 1453466"/>
              <a:gd name="connsiteY32" fmla="*/ 1058117 h 1058576"/>
              <a:gd name="connsiteX33" fmla="*/ 1019741 w 1453466"/>
              <a:gd name="connsiteY33" fmla="*/ 1048464 h 1058576"/>
              <a:gd name="connsiteX34" fmla="*/ 997031 w 1453466"/>
              <a:gd name="connsiteY34" fmla="*/ 1046626 h 1058576"/>
              <a:gd name="connsiteX35" fmla="*/ 1001484 w 1453466"/>
              <a:gd name="connsiteY35" fmla="*/ 1035594 h 1058576"/>
              <a:gd name="connsiteX36" fmla="*/ 1030429 w 1453466"/>
              <a:gd name="connsiteY36" fmla="*/ 1014450 h 1058576"/>
              <a:gd name="connsiteX37" fmla="*/ 1081194 w 1453466"/>
              <a:gd name="connsiteY37" fmla="*/ 985492 h 1058576"/>
              <a:gd name="connsiteX38" fmla="*/ 1100342 w 1453466"/>
              <a:gd name="connsiteY38" fmla="*/ 979976 h 1058576"/>
              <a:gd name="connsiteX39" fmla="*/ 1125278 w 1453466"/>
              <a:gd name="connsiteY39" fmla="*/ 968944 h 1058576"/>
              <a:gd name="connsiteX40" fmla="*/ 1156449 w 1453466"/>
              <a:gd name="connsiteY40" fmla="*/ 953776 h 1058576"/>
              <a:gd name="connsiteX41" fmla="*/ 1181832 w 1453466"/>
              <a:gd name="connsiteY41" fmla="*/ 938608 h 1058576"/>
              <a:gd name="connsiteX42" fmla="*/ 1208550 w 1453466"/>
              <a:gd name="connsiteY42" fmla="*/ 917004 h 1058576"/>
              <a:gd name="connsiteX43" fmla="*/ 1222354 w 1453466"/>
              <a:gd name="connsiteY43" fmla="*/ 909650 h 1058576"/>
              <a:gd name="connsiteX44" fmla="*/ 1237939 w 1453466"/>
              <a:gd name="connsiteY44" fmla="*/ 893102 h 1058576"/>
              <a:gd name="connsiteX45" fmla="*/ 1379991 w 1453466"/>
              <a:gd name="connsiteY45" fmla="*/ 701887 h 1058576"/>
              <a:gd name="connsiteX46" fmla="*/ 1383998 w 1453466"/>
              <a:gd name="connsiteY46" fmla="*/ 718434 h 1058576"/>
              <a:gd name="connsiteX47" fmla="*/ 1398248 w 1453466"/>
              <a:gd name="connsiteY47" fmla="*/ 725789 h 1058576"/>
              <a:gd name="connsiteX48" fmla="*/ 1389342 w 1453466"/>
              <a:gd name="connsiteY48" fmla="*/ 751990 h 1058576"/>
              <a:gd name="connsiteX49" fmla="*/ 1387562 w 1453466"/>
              <a:gd name="connsiteY49" fmla="*/ 783245 h 1058576"/>
              <a:gd name="connsiteX50" fmla="*/ 1400474 w 1453466"/>
              <a:gd name="connsiteY50" fmla="*/ 763021 h 1058576"/>
              <a:gd name="connsiteX51" fmla="*/ 1406263 w 1453466"/>
              <a:gd name="connsiteY51" fmla="*/ 771294 h 1058576"/>
              <a:gd name="connsiteX52" fmla="*/ 1395576 w 1453466"/>
              <a:gd name="connsiteY52" fmla="*/ 793358 h 1058576"/>
              <a:gd name="connsiteX53" fmla="*/ 1408490 w 1453466"/>
              <a:gd name="connsiteY53" fmla="*/ 803011 h 1058576"/>
              <a:gd name="connsiteX54" fmla="*/ 1422739 w 1453466"/>
              <a:gd name="connsiteY54" fmla="*/ 805309 h 1058576"/>
              <a:gd name="connsiteX55" fmla="*/ 1443669 w 1453466"/>
              <a:gd name="connsiteY55" fmla="*/ 794277 h 1058576"/>
              <a:gd name="connsiteX56" fmla="*/ 1453466 w 1453466"/>
              <a:gd name="connsiteY56" fmla="*/ 797495 h 1058576"/>
              <a:gd name="connsiteX57" fmla="*/ 1430310 w 1453466"/>
              <a:gd name="connsiteY57" fmla="*/ 823695 h 1058576"/>
              <a:gd name="connsiteX58" fmla="*/ 1411607 w 1453466"/>
              <a:gd name="connsiteY58" fmla="*/ 840702 h 1058576"/>
              <a:gd name="connsiteX59" fmla="*/ 1394241 w 1453466"/>
              <a:gd name="connsiteY59" fmla="*/ 840242 h 1058576"/>
              <a:gd name="connsiteX60" fmla="*/ 1381772 w 1453466"/>
              <a:gd name="connsiteY60" fmla="*/ 848976 h 1058576"/>
              <a:gd name="connsiteX61" fmla="*/ 1375092 w 1453466"/>
              <a:gd name="connsiteY61" fmla="*/ 861846 h 1058576"/>
              <a:gd name="connsiteX62" fmla="*/ 1367968 w 1453466"/>
              <a:gd name="connsiteY62" fmla="*/ 866903 h 1058576"/>
              <a:gd name="connsiteX63" fmla="*/ 1347484 w 1453466"/>
              <a:gd name="connsiteY63" fmla="*/ 882990 h 1058576"/>
              <a:gd name="connsiteX64" fmla="*/ 1321211 w 1453466"/>
              <a:gd name="connsiteY64" fmla="*/ 902755 h 1058576"/>
              <a:gd name="connsiteX65" fmla="*/ 1294493 w 1453466"/>
              <a:gd name="connsiteY65" fmla="*/ 914706 h 1058576"/>
              <a:gd name="connsiteX66" fmla="*/ 1296720 w 1453466"/>
              <a:gd name="connsiteY66" fmla="*/ 906891 h 1058576"/>
              <a:gd name="connsiteX67" fmla="*/ 1290040 w 1453466"/>
              <a:gd name="connsiteY67" fmla="*/ 902755 h 1058576"/>
              <a:gd name="connsiteX68" fmla="*/ 1320766 w 1453466"/>
              <a:gd name="connsiteY68" fmla="*/ 878853 h 1058576"/>
              <a:gd name="connsiteX69" fmla="*/ 1324773 w 1453466"/>
              <a:gd name="connsiteY69" fmla="*/ 862306 h 1058576"/>
              <a:gd name="connsiteX70" fmla="*/ 1307852 w 1453466"/>
              <a:gd name="connsiteY70" fmla="*/ 850815 h 1058576"/>
              <a:gd name="connsiteX71" fmla="*/ 1315867 w 1453466"/>
              <a:gd name="connsiteY71" fmla="*/ 840242 h 1058576"/>
              <a:gd name="connsiteX72" fmla="*/ 1339468 w 1453466"/>
              <a:gd name="connsiteY72" fmla="*/ 830130 h 1058576"/>
              <a:gd name="connsiteX73" fmla="*/ 1358171 w 1453466"/>
              <a:gd name="connsiteY73" fmla="*/ 807148 h 1058576"/>
              <a:gd name="connsiteX74" fmla="*/ 1369303 w 1453466"/>
              <a:gd name="connsiteY74" fmla="*/ 788302 h 1058576"/>
              <a:gd name="connsiteX75" fmla="*/ 1371976 w 1453466"/>
              <a:gd name="connsiteY75" fmla="*/ 768537 h 1058576"/>
              <a:gd name="connsiteX76" fmla="*/ 1375538 w 1453466"/>
              <a:gd name="connsiteY76" fmla="*/ 763481 h 1058576"/>
              <a:gd name="connsiteX77" fmla="*/ 1371530 w 1453466"/>
              <a:gd name="connsiteY77" fmla="*/ 751070 h 1058576"/>
              <a:gd name="connsiteX78" fmla="*/ 1368413 w 1453466"/>
              <a:gd name="connsiteY78" fmla="*/ 725329 h 1058576"/>
              <a:gd name="connsiteX79" fmla="*/ 1370194 w 1453466"/>
              <a:gd name="connsiteY79" fmla="*/ 704186 h 1058576"/>
              <a:gd name="connsiteX80" fmla="*/ 832715 w 1453466"/>
              <a:gd name="connsiteY80" fmla="*/ 0 h 1058576"/>
              <a:gd name="connsiteX81" fmla="*/ 838504 w 1453466"/>
              <a:gd name="connsiteY81" fmla="*/ 14708 h 1058576"/>
              <a:gd name="connsiteX82" fmla="*/ 838059 w 1453466"/>
              <a:gd name="connsiteY82" fmla="*/ 33094 h 1058576"/>
              <a:gd name="connsiteX83" fmla="*/ 843847 w 1453466"/>
              <a:gd name="connsiteY83" fmla="*/ 36772 h 1058576"/>
              <a:gd name="connsiteX84" fmla="*/ 843402 w 1453466"/>
              <a:gd name="connsiteY84" fmla="*/ 49182 h 1058576"/>
              <a:gd name="connsiteX85" fmla="*/ 850527 w 1453466"/>
              <a:gd name="connsiteY85" fmla="*/ 63892 h 1058576"/>
              <a:gd name="connsiteX86" fmla="*/ 850082 w 1453466"/>
              <a:gd name="connsiteY86" fmla="*/ 80899 h 1058576"/>
              <a:gd name="connsiteX87" fmla="*/ 847410 w 1453466"/>
              <a:gd name="connsiteY87" fmla="*/ 91471 h 1058576"/>
              <a:gd name="connsiteX88" fmla="*/ 852753 w 1453466"/>
              <a:gd name="connsiteY88" fmla="*/ 114453 h 1058576"/>
              <a:gd name="connsiteX89" fmla="*/ 870566 w 1453466"/>
              <a:gd name="connsiteY89" fmla="*/ 103421 h 1058576"/>
              <a:gd name="connsiteX90" fmla="*/ 876800 w 1453466"/>
              <a:gd name="connsiteY90" fmla="*/ 115832 h 1058576"/>
              <a:gd name="connsiteX91" fmla="*/ 887042 w 1453466"/>
              <a:gd name="connsiteY91" fmla="*/ 127323 h 1058576"/>
              <a:gd name="connsiteX92" fmla="*/ 882144 w 1453466"/>
              <a:gd name="connsiteY92" fmla="*/ 140653 h 1058576"/>
              <a:gd name="connsiteX93" fmla="*/ 883034 w 1453466"/>
              <a:gd name="connsiteY93" fmla="*/ 165934 h 1058576"/>
              <a:gd name="connsiteX94" fmla="*/ 883925 w 1453466"/>
              <a:gd name="connsiteY94" fmla="*/ 180643 h 1058576"/>
              <a:gd name="connsiteX95" fmla="*/ 889714 w 1453466"/>
              <a:gd name="connsiteY95" fmla="*/ 184320 h 1058576"/>
              <a:gd name="connsiteX96" fmla="*/ 891495 w 1453466"/>
              <a:gd name="connsiteY96" fmla="*/ 209601 h 1058576"/>
              <a:gd name="connsiteX97" fmla="*/ 886151 w 1453466"/>
              <a:gd name="connsiteY97" fmla="*/ 224770 h 1058576"/>
              <a:gd name="connsiteX98" fmla="*/ 889714 w 1453466"/>
              <a:gd name="connsiteY98" fmla="*/ 244534 h 1058576"/>
              <a:gd name="connsiteX99" fmla="*/ 913761 w 1453466"/>
              <a:gd name="connsiteY99" fmla="*/ 260163 h 1058576"/>
              <a:gd name="connsiteX100" fmla="*/ 928010 w 1453466"/>
              <a:gd name="connsiteY100" fmla="*/ 273952 h 1058576"/>
              <a:gd name="connsiteX101" fmla="*/ 942259 w 1453466"/>
              <a:gd name="connsiteY101" fmla="*/ 286822 h 1058576"/>
              <a:gd name="connsiteX102" fmla="*/ 937361 w 1453466"/>
              <a:gd name="connsiteY102" fmla="*/ 294176 h 1058576"/>
              <a:gd name="connsiteX103" fmla="*/ 947603 w 1453466"/>
              <a:gd name="connsiteY103" fmla="*/ 312562 h 1058576"/>
              <a:gd name="connsiteX104" fmla="*/ 949829 w 1453466"/>
              <a:gd name="connsiteY104" fmla="*/ 344738 h 1058576"/>
              <a:gd name="connsiteX105" fmla="*/ 961408 w 1453466"/>
              <a:gd name="connsiteY105" fmla="*/ 338303 h 1058576"/>
              <a:gd name="connsiteX106" fmla="*/ 968087 w 1453466"/>
              <a:gd name="connsiteY106" fmla="*/ 350714 h 1058576"/>
              <a:gd name="connsiteX107" fmla="*/ 975211 w 1453466"/>
              <a:gd name="connsiteY107" fmla="*/ 346577 h 1058576"/>
              <a:gd name="connsiteX108" fmla="*/ 972094 w 1453466"/>
              <a:gd name="connsiteY108" fmla="*/ 377833 h 1058576"/>
              <a:gd name="connsiteX109" fmla="*/ 985009 w 1453466"/>
              <a:gd name="connsiteY109" fmla="*/ 395760 h 1058576"/>
              <a:gd name="connsiteX110" fmla="*/ 993469 w 1453466"/>
              <a:gd name="connsiteY110" fmla="*/ 406791 h 1058576"/>
              <a:gd name="connsiteX111" fmla="*/ 1005938 w 1453466"/>
              <a:gd name="connsiteY111" fmla="*/ 430693 h 1058576"/>
              <a:gd name="connsiteX112" fmla="*/ 1005938 w 1453466"/>
              <a:gd name="connsiteY112" fmla="*/ 454595 h 1058576"/>
              <a:gd name="connsiteX113" fmla="*/ 1001485 w 1453466"/>
              <a:gd name="connsiteY113" fmla="*/ 471602 h 1058576"/>
              <a:gd name="connsiteX114" fmla="*/ 993469 w 1453466"/>
              <a:gd name="connsiteY114" fmla="*/ 489528 h 1058576"/>
              <a:gd name="connsiteX115" fmla="*/ 996586 w 1453466"/>
              <a:gd name="connsiteY115" fmla="*/ 514809 h 1058576"/>
              <a:gd name="connsiteX116" fmla="*/ 985454 w 1453466"/>
              <a:gd name="connsiteY116" fmla="*/ 541009 h 1058576"/>
              <a:gd name="connsiteX117" fmla="*/ 976103 w 1453466"/>
              <a:gd name="connsiteY117" fmla="*/ 554798 h 1058576"/>
              <a:gd name="connsiteX118" fmla="*/ 959181 w 1453466"/>
              <a:gd name="connsiteY118" fmla="*/ 580999 h 1058576"/>
              <a:gd name="connsiteX119" fmla="*/ 952502 w 1453466"/>
              <a:gd name="connsiteY119" fmla="*/ 598006 h 1058576"/>
              <a:gd name="connsiteX120" fmla="*/ 938697 w 1453466"/>
              <a:gd name="connsiteY120" fmla="*/ 619150 h 1058576"/>
              <a:gd name="connsiteX121" fmla="*/ 916432 w 1453466"/>
              <a:gd name="connsiteY121" fmla="*/ 645809 h 1058576"/>
              <a:gd name="connsiteX122" fmla="*/ 891940 w 1453466"/>
              <a:gd name="connsiteY122" fmla="*/ 660518 h 1058576"/>
              <a:gd name="connsiteX123" fmla="*/ 872347 w 1453466"/>
              <a:gd name="connsiteY123" fmla="*/ 683042 h 1058576"/>
              <a:gd name="connsiteX124" fmla="*/ 871651 w 1453466"/>
              <a:gd name="connsiteY124" fmla="*/ 683738 h 1058576"/>
              <a:gd name="connsiteX125" fmla="*/ 872750 w 1453466"/>
              <a:gd name="connsiteY125" fmla="*/ 684873 h 1058576"/>
              <a:gd name="connsiteX126" fmla="*/ 868297 w 1453466"/>
              <a:gd name="connsiteY126" fmla="*/ 689469 h 1058576"/>
              <a:gd name="connsiteX127" fmla="*/ 867130 w 1453466"/>
              <a:gd name="connsiteY127" fmla="*/ 688264 h 1058576"/>
              <a:gd name="connsiteX128" fmla="*/ 857652 w 1453466"/>
              <a:gd name="connsiteY128" fmla="*/ 697751 h 1058576"/>
              <a:gd name="connsiteX129" fmla="*/ 838059 w 1453466"/>
              <a:gd name="connsiteY129" fmla="*/ 723031 h 1058576"/>
              <a:gd name="connsiteX130" fmla="*/ 821582 w 1453466"/>
              <a:gd name="connsiteY130" fmla="*/ 737740 h 1058576"/>
              <a:gd name="connsiteX131" fmla="*/ 804216 w 1453466"/>
              <a:gd name="connsiteY131" fmla="*/ 759803 h 1058576"/>
              <a:gd name="connsiteX132" fmla="*/ 790411 w 1453466"/>
              <a:gd name="connsiteY132" fmla="*/ 780028 h 1058576"/>
              <a:gd name="connsiteX133" fmla="*/ 786849 w 1453466"/>
              <a:gd name="connsiteY133" fmla="*/ 789681 h 1058576"/>
              <a:gd name="connsiteX134" fmla="*/ 767701 w 1453466"/>
              <a:gd name="connsiteY134" fmla="*/ 799793 h 1058576"/>
              <a:gd name="connsiteX135" fmla="*/ 740537 w 1453466"/>
              <a:gd name="connsiteY135" fmla="*/ 800712 h 1058576"/>
              <a:gd name="connsiteX136" fmla="*/ 712483 w 1453466"/>
              <a:gd name="connsiteY136" fmla="*/ 813123 h 1058576"/>
              <a:gd name="connsiteX137" fmla="*/ 695562 w 1453466"/>
              <a:gd name="connsiteY137" fmla="*/ 824155 h 1058576"/>
              <a:gd name="connsiteX138" fmla="*/ 674187 w 1453466"/>
              <a:gd name="connsiteY138" fmla="*/ 837025 h 1058576"/>
              <a:gd name="connsiteX139" fmla="*/ 662164 w 1453466"/>
              <a:gd name="connsiteY139" fmla="*/ 823695 h 1058576"/>
              <a:gd name="connsiteX140" fmla="*/ 650586 w 1453466"/>
              <a:gd name="connsiteY140" fmla="*/ 818639 h 1058576"/>
              <a:gd name="connsiteX141" fmla="*/ 662164 w 1453466"/>
              <a:gd name="connsiteY141" fmla="*/ 803470 h 1058576"/>
              <a:gd name="connsiteX142" fmla="*/ 646579 w 1453466"/>
              <a:gd name="connsiteY142" fmla="*/ 808986 h 1058576"/>
              <a:gd name="connsiteX143" fmla="*/ 614517 w 1453466"/>
              <a:gd name="connsiteY143" fmla="*/ 830130 h 1058576"/>
              <a:gd name="connsiteX144" fmla="*/ 598486 w 1453466"/>
              <a:gd name="connsiteY144" fmla="*/ 822316 h 1058576"/>
              <a:gd name="connsiteX145" fmla="*/ 587798 w 1453466"/>
              <a:gd name="connsiteY145" fmla="*/ 817720 h 1058576"/>
              <a:gd name="connsiteX146" fmla="*/ 575331 w 1453466"/>
              <a:gd name="connsiteY146" fmla="*/ 815422 h 1058576"/>
              <a:gd name="connsiteX147" fmla="*/ 557073 w 1453466"/>
              <a:gd name="connsiteY147" fmla="*/ 807148 h 1058576"/>
              <a:gd name="connsiteX148" fmla="*/ 551284 w 1453466"/>
              <a:gd name="connsiteY148" fmla="*/ 788762 h 1058576"/>
              <a:gd name="connsiteX149" fmla="*/ 557963 w 1453466"/>
              <a:gd name="connsiteY149" fmla="*/ 766698 h 1058576"/>
              <a:gd name="connsiteX150" fmla="*/ 559745 w 1453466"/>
              <a:gd name="connsiteY150" fmla="*/ 751530 h 1058576"/>
              <a:gd name="connsiteX151" fmla="*/ 553510 w 1453466"/>
              <a:gd name="connsiteY151" fmla="*/ 739579 h 1058576"/>
              <a:gd name="connsiteX152" fmla="*/ 532581 w 1453466"/>
              <a:gd name="connsiteY152" fmla="*/ 736361 h 1058576"/>
              <a:gd name="connsiteX153" fmla="*/ 546831 w 1453466"/>
              <a:gd name="connsiteY153" fmla="*/ 721652 h 1058576"/>
              <a:gd name="connsiteX154" fmla="*/ 550839 w 1453466"/>
              <a:gd name="connsiteY154" fmla="*/ 700049 h 1058576"/>
              <a:gd name="connsiteX155" fmla="*/ 529909 w 1453466"/>
              <a:gd name="connsiteY155" fmla="*/ 720273 h 1058576"/>
              <a:gd name="connsiteX156" fmla="*/ 506309 w 1453466"/>
              <a:gd name="connsiteY156" fmla="*/ 725790 h 1058576"/>
              <a:gd name="connsiteX157" fmla="*/ 526347 w 1453466"/>
              <a:gd name="connsiteY157" fmla="*/ 709702 h 1058576"/>
              <a:gd name="connsiteX158" fmla="*/ 537480 w 1453466"/>
              <a:gd name="connsiteY158" fmla="*/ 692694 h 1058576"/>
              <a:gd name="connsiteX159" fmla="*/ 553065 w 1453466"/>
              <a:gd name="connsiteY159" fmla="*/ 677985 h 1058576"/>
              <a:gd name="connsiteX160" fmla="*/ 560190 w 1453466"/>
              <a:gd name="connsiteY160" fmla="*/ 656382 h 1058576"/>
              <a:gd name="connsiteX161" fmla="*/ 529909 w 1453466"/>
              <a:gd name="connsiteY161" fmla="*/ 681203 h 1058576"/>
              <a:gd name="connsiteX162" fmla="*/ 510762 w 1453466"/>
              <a:gd name="connsiteY162" fmla="*/ 691316 h 1058576"/>
              <a:gd name="connsiteX163" fmla="*/ 491614 w 1453466"/>
              <a:gd name="connsiteY163" fmla="*/ 714758 h 1058576"/>
              <a:gd name="connsiteX164" fmla="*/ 478255 w 1453466"/>
              <a:gd name="connsiteY164" fmla="*/ 702807 h 1058576"/>
              <a:gd name="connsiteX165" fmla="*/ 485825 w 1453466"/>
              <a:gd name="connsiteY165" fmla="*/ 687178 h 1058576"/>
              <a:gd name="connsiteX166" fmla="*/ 479591 w 1453466"/>
              <a:gd name="connsiteY166" fmla="*/ 665575 h 1058576"/>
              <a:gd name="connsiteX167" fmla="*/ 471575 w 1453466"/>
              <a:gd name="connsiteY167" fmla="*/ 654543 h 1058576"/>
              <a:gd name="connsiteX168" fmla="*/ 478699 w 1453466"/>
              <a:gd name="connsiteY168" fmla="*/ 647648 h 1058576"/>
              <a:gd name="connsiteX169" fmla="*/ 455099 w 1453466"/>
              <a:gd name="connsiteY169" fmla="*/ 629722 h 1058576"/>
              <a:gd name="connsiteX170" fmla="*/ 438177 w 1453466"/>
              <a:gd name="connsiteY170" fmla="*/ 629262 h 1058576"/>
              <a:gd name="connsiteX171" fmla="*/ 420365 w 1453466"/>
              <a:gd name="connsiteY171" fmla="*/ 614553 h 1058576"/>
              <a:gd name="connsiteX172" fmla="*/ 376280 w 1453466"/>
              <a:gd name="connsiteY172" fmla="*/ 617311 h 1058576"/>
              <a:gd name="connsiteX173" fmla="*/ 341101 w 1453466"/>
              <a:gd name="connsiteY173" fmla="*/ 627883 h 1058576"/>
              <a:gd name="connsiteX174" fmla="*/ 310376 w 1453466"/>
              <a:gd name="connsiteY174" fmla="*/ 637996 h 1058576"/>
              <a:gd name="connsiteX175" fmla="*/ 288111 w 1453466"/>
              <a:gd name="connsiteY175" fmla="*/ 636157 h 1058576"/>
              <a:gd name="connsiteX176" fmla="*/ 256940 w 1453466"/>
              <a:gd name="connsiteY176" fmla="*/ 651325 h 1058576"/>
              <a:gd name="connsiteX177" fmla="*/ 233338 w 1453466"/>
              <a:gd name="connsiteY177" fmla="*/ 657761 h 1058576"/>
              <a:gd name="connsiteX178" fmla="*/ 223096 w 1453466"/>
              <a:gd name="connsiteY178" fmla="*/ 673388 h 1058576"/>
              <a:gd name="connsiteX179" fmla="*/ 209737 w 1453466"/>
              <a:gd name="connsiteY179" fmla="*/ 685340 h 1058576"/>
              <a:gd name="connsiteX180" fmla="*/ 188808 w 1453466"/>
              <a:gd name="connsiteY180" fmla="*/ 686259 h 1058576"/>
              <a:gd name="connsiteX181" fmla="*/ 172777 w 1453466"/>
              <a:gd name="connsiteY181" fmla="*/ 688558 h 1058576"/>
              <a:gd name="connsiteX182" fmla="*/ 154075 w 1453466"/>
              <a:gd name="connsiteY182" fmla="*/ 683501 h 1058576"/>
              <a:gd name="connsiteX183" fmla="*/ 135372 w 1453466"/>
              <a:gd name="connsiteY183" fmla="*/ 686719 h 1058576"/>
              <a:gd name="connsiteX184" fmla="*/ 118450 w 1453466"/>
              <a:gd name="connsiteY184" fmla="*/ 688098 h 1058576"/>
              <a:gd name="connsiteX185" fmla="*/ 98412 w 1453466"/>
              <a:gd name="connsiteY185" fmla="*/ 703726 h 1058576"/>
              <a:gd name="connsiteX186" fmla="*/ 91732 w 1453466"/>
              <a:gd name="connsiteY186" fmla="*/ 702347 h 1058576"/>
              <a:gd name="connsiteX187" fmla="*/ 76592 w 1453466"/>
              <a:gd name="connsiteY187" fmla="*/ 710621 h 1058576"/>
              <a:gd name="connsiteX188" fmla="*/ 61452 w 1453466"/>
              <a:gd name="connsiteY188" fmla="*/ 719814 h 1058576"/>
              <a:gd name="connsiteX189" fmla="*/ 44530 w 1453466"/>
              <a:gd name="connsiteY189" fmla="*/ 718895 h 1058576"/>
              <a:gd name="connsiteX190" fmla="*/ 28944 w 1453466"/>
              <a:gd name="connsiteY190" fmla="*/ 718895 h 1058576"/>
              <a:gd name="connsiteX191" fmla="*/ 10687 w 1453466"/>
              <a:gd name="connsiteY191" fmla="*/ 700049 h 1058576"/>
              <a:gd name="connsiteX192" fmla="*/ 0 w 1453466"/>
              <a:gd name="connsiteY192" fmla="*/ 694533 h 1058576"/>
              <a:gd name="connsiteX193" fmla="*/ 6679 w 1453466"/>
              <a:gd name="connsiteY193" fmla="*/ 677526 h 1058576"/>
              <a:gd name="connsiteX194" fmla="*/ 19593 w 1453466"/>
              <a:gd name="connsiteY194" fmla="*/ 673388 h 1058576"/>
              <a:gd name="connsiteX195" fmla="*/ 26273 w 1453466"/>
              <a:gd name="connsiteY195" fmla="*/ 666954 h 1058576"/>
              <a:gd name="connsiteX196" fmla="*/ 28944 w 1453466"/>
              <a:gd name="connsiteY196" fmla="*/ 656382 h 1058576"/>
              <a:gd name="connsiteX197" fmla="*/ 39186 w 1453466"/>
              <a:gd name="connsiteY197" fmla="*/ 635697 h 1058576"/>
              <a:gd name="connsiteX198" fmla="*/ 42303 w 1453466"/>
              <a:gd name="connsiteY198" fmla="*/ 618230 h 1058576"/>
              <a:gd name="connsiteX199" fmla="*/ 39186 w 1453466"/>
              <a:gd name="connsiteY199" fmla="*/ 588353 h 1058576"/>
              <a:gd name="connsiteX200" fmla="*/ 40077 w 1453466"/>
              <a:gd name="connsiteY200" fmla="*/ 571346 h 1058576"/>
              <a:gd name="connsiteX201" fmla="*/ 46312 w 1453466"/>
              <a:gd name="connsiteY201" fmla="*/ 554798 h 1058576"/>
              <a:gd name="connsiteX202" fmla="*/ 42303 w 1453466"/>
              <a:gd name="connsiteY202" fmla="*/ 535493 h 1058576"/>
              <a:gd name="connsiteX203" fmla="*/ 43639 w 1453466"/>
              <a:gd name="connsiteY203" fmla="*/ 526760 h 1058576"/>
              <a:gd name="connsiteX204" fmla="*/ 36070 w 1453466"/>
              <a:gd name="connsiteY204" fmla="*/ 514809 h 1058576"/>
              <a:gd name="connsiteX205" fmla="*/ 39186 w 1453466"/>
              <a:gd name="connsiteY205" fmla="*/ 491826 h 1058576"/>
              <a:gd name="connsiteX206" fmla="*/ 30726 w 1453466"/>
              <a:gd name="connsiteY206" fmla="*/ 468385 h 1058576"/>
              <a:gd name="connsiteX207" fmla="*/ 30280 w 1453466"/>
              <a:gd name="connsiteY207" fmla="*/ 455973 h 1058576"/>
              <a:gd name="connsiteX208" fmla="*/ 38296 w 1453466"/>
              <a:gd name="connsiteY208" fmla="*/ 468844 h 1058576"/>
              <a:gd name="connsiteX209" fmla="*/ 36070 w 1453466"/>
              <a:gd name="connsiteY209" fmla="*/ 441265 h 1058576"/>
              <a:gd name="connsiteX210" fmla="*/ 46312 w 1453466"/>
              <a:gd name="connsiteY210" fmla="*/ 449999 h 1058576"/>
              <a:gd name="connsiteX211" fmla="*/ 51209 w 1453466"/>
              <a:gd name="connsiteY211" fmla="*/ 461490 h 1058576"/>
              <a:gd name="connsiteX212" fmla="*/ 53882 w 1453466"/>
              <a:gd name="connsiteY212" fmla="*/ 446321 h 1058576"/>
              <a:gd name="connsiteX213" fmla="*/ 46756 w 1453466"/>
              <a:gd name="connsiteY213" fmla="*/ 422879 h 1058576"/>
              <a:gd name="connsiteX214" fmla="*/ 46312 w 1453466"/>
              <a:gd name="connsiteY214" fmla="*/ 413686 h 1058576"/>
              <a:gd name="connsiteX215" fmla="*/ 42749 w 1453466"/>
              <a:gd name="connsiteY215" fmla="*/ 404953 h 1058576"/>
              <a:gd name="connsiteX216" fmla="*/ 48538 w 1453466"/>
              <a:gd name="connsiteY216" fmla="*/ 387946 h 1058576"/>
              <a:gd name="connsiteX217" fmla="*/ 55218 w 1453466"/>
              <a:gd name="connsiteY217" fmla="*/ 380591 h 1058576"/>
              <a:gd name="connsiteX218" fmla="*/ 61007 w 1453466"/>
              <a:gd name="connsiteY218" fmla="*/ 365882 h 1058576"/>
              <a:gd name="connsiteX219" fmla="*/ 61452 w 1453466"/>
              <a:gd name="connsiteY219" fmla="*/ 348415 h 1058576"/>
              <a:gd name="connsiteX220" fmla="*/ 75256 w 1453466"/>
              <a:gd name="connsiteY220" fmla="*/ 327271 h 1058576"/>
              <a:gd name="connsiteX221" fmla="*/ 73475 w 1453466"/>
              <a:gd name="connsiteY221" fmla="*/ 349794 h 1058576"/>
              <a:gd name="connsiteX222" fmla="*/ 87279 w 1453466"/>
              <a:gd name="connsiteY222" fmla="*/ 329569 h 1058576"/>
              <a:gd name="connsiteX223" fmla="*/ 109099 w 1453466"/>
              <a:gd name="connsiteY223" fmla="*/ 319457 h 1058576"/>
              <a:gd name="connsiteX224" fmla="*/ 123349 w 1453466"/>
              <a:gd name="connsiteY224" fmla="*/ 307047 h 1058576"/>
              <a:gd name="connsiteX225" fmla="*/ 144278 w 1453466"/>
              <a:gd name="connsiteY225" fmla="*/ 296015 h 1058576"/>
              <a:gd name="connsiteX226" fmla="*/ 155855 w 1453466"/>
              <a:gd name="connsiteY226" fmla="*/ 293717 h 1058576"/>
              <a:gd name="connsiteX227" fmla="*/ 162090 w 1453466"/>
              <a:gd name="connsiteY227" fmla="*/ 297394 h 1058576"/>
              <a:gd name="connsiteX228" fmla="*/ 183465 w 1453466"/>
              <a:gd name="connsiteY228" fmla="*/ 286362 h 1058576"/>
              <a:gd name="connsiteX229" fmla="*/ 199050 w 1453466"/>
              <a:gd name="connsiteY229" fmla="*/ 283145 h 1058576"/>
              <a:gd name="connsiteX230" fmla="*/ 203948 w 1453466"/>
              <a:gd name="connsiteY230" fmla="*/ 276710 h 1058576"/>
              <a:gd name="connsiteX231" fmla="*/ 210628 w 1453466"/>
              <a:gd name="connsiteY231" fmla="*/ 273952 h 1058576"/>
              <a:gd name="connsiteX232" fmla="*/ 224432 w 1453466"/>
              <a:gd name="connsiteY232" fmla="*/ 274871 h 1058576"/>
              <a:gd name="connsiteX233" fmla="*/ 252041 w 1453466"/>
              <a:gd name="connsiteY233" fmla="*/ 266138 h 1058576"/>
              <a:gd name="connsiteX234" fmla="*/ 267627 w 1453466"/>
              <a:gd name="connsiteY234" fmla="*/ 252808 h 1058576"/>
              <a:gd name="connsiteX235" fmla="*/ 276533 w 1453466"/>
              <a:gd name="connsiteY235" fmla="*/ 237180 h 1058576"/>
              <a:gd name="connsiteX236" fmla="*/ 293899 w 1453466"/>
              <a:gd name="connsiteY236" fmla="*/ 222471 h 1058576"/>
              <a:gd name="connsiteX237" fmla="*/ 297017 w 1453466"/>
              <a:gd name="connsiteY237" fmla="*/ 210520 h 1058576"/>
              <a:gd name="connsiteX238" fmla="*/ 300134 w 1453466"/>
              <a:gd name="connsiteY238" fmla="*/ 194432 h 1058576"/>
              <a:gd name="connsiteX239" fmla="*/ 321953 w 1453466"/>
              <a:gd name="connsiteY239" fmla="*/ 169151 h 1058576"/>
              <a:gd name="connsiteX240" fmla="*/ 328188 w 1453466"/>
              <a:gd name="connsiteY240" fmla="*/ 194892 h 1058576"/>
              <a:gd name="connsiteX241" fmla="*/ 339765 w 1453466"/>
              <a:gd name="connsiteY241" fmla="*/ 188917 h 1058576"/>
              <a:gd name="connsiteX242" fmla="*/ 333086 w 1453466"/>
              <a:gd name="connsiteY242" fmla="*/ 175127 h 1058576"/>
              <a:gd name="connsiteX243" fmla="*/ 343328 w 1453466"/>
              <a:gd name="connsiteY243" fmla="*/ 160878 h 1058576"/>
              <a:gd name="connsiteX244" fmla="*/ 353124 w 1453466"/>
              <a:gd name="connsiteY244" fmla="*/ 167313 h 1058576"/>
              <a:gd name="connsiteX245" fmla="*/ 359804 w 1453466"/>
              <a:gd name="connsiteY245" fmla="*/ 144790 h 1058576"/>
              <a:gd name="connsiteX246" fmla="*/ 375390 w 1453466"/>
              <a:gd name="connsiteY246" fmla="*/ 130081 h 1058576"/>
              <a:gd name="connsiteX247" fmla="*/ 383405 w 1453466"/>
              <a:gd name="connsiteY247" fmla="*/ 118590 h 1058576"/>
              <a:gd name="connsiteX248" fmla="*/ 396319 w 1453466"/>
              <a:gd name="connsiteY248" fmla="*/ 113533 h 1058576"/>
              <a:gd name="connsiteX249" fmla="*/ 398100 w 1453466"/>
              <a:gd name="connsiteY249" fmla="*/ 105260 h 1058576"/>
              <a:gd name="connsiteX250" fmla="*/ 408342 w 1453466"/>
              <a:gd name="connsiteY250" fmla="*/ 108478 h 1058576"/>
              <a:gd name="connsiteX251" fmla="*/ 410123 w 1453466"/>
              <a:gd name="connsiteY251" fmla="*/ 101123 h 1058576"/>
              <a:gd name="connsiteX252" fmla="*/ 421701 w 1453466"/>
              <a:gd name="connsiteY252" fmla="*/ 96986 h 1058576"/>
              <a:gd name="connsiteX253" fmla="*/ 434169 w 1453466"/>
              <a:gd name="connsiteY253" fmla="*/ 92849 h 1058576"/>
              <a:gd name="connsiteX254" fmla="*/ 450646 w 1453466"/>
              <a:gd name="connsiteY254" fmla="*/ 106639 h 1058576"/>
              <a:gd name="connsiteX255" fmla="*/ 462223 w 1453466"/>
              <a:gd name="connsiteY255" fmla="*/ 124106 h 1058576"/>
              <a:gd name="connsiteX256" fmla="*/ 477809 w 1453466"/>
              <a:gd name="connsiteY256" fmla="*/ 124106 h 1058576"/>
              <a:gd name="connsiteX257" fmla="*/ 493395 w 1453466"/>
              <a:gd name="connsiteY257" fmla="*/ 126864 h 1058576"/>
              <a:gd name="connsiteX258" fmla="*/ 490278 w 1453466"/>
              <a:gd name="connsiteY258" fmla="*/ 110776 h 1058576"/>
              <a:gd name="connsiteX259" fmla="*/ 505863 w 1453466"/>
              <a:gd name="connsiteY259" fmla="*/ 87333 h 1058576"/>
              <a:gd name="connsiteX260" fmla="*/ 517886 w 1453466"/>
              <a:gd name="connsiteY260" fmla="*/ 79520 h 1058576"/>
              <a:gd name="connsiteX261" fmla="*/ 515215 w 1453466"/>
              <a:gd name="connsiteY261" fmla="*/ 72165 h 1058576"/>
              <a:gd name="connsiteX262" fmla="*/ 528128 w 1453466"/>
              <a:gd name="connsiteY262" fmla="*/ 55158 h 1058576"/>
              <a:gd name="connsiteX263" fmla="*/ 544604 w 1453466"/>
              <a:gd name="connsiteY263" fmla="*/ 44586 h 1058576"/>
              <a:gd name="connsiteX264" fmla="*/ 556627 w 1453466"/>
              <a:gd name="connsiteY264" fmla="*/ 48263 h 1058576"/>
              <a:gd name="connsiteX265" fmla="*/ 578448 w 1453466"/>
              <a:gd name="connsiteY265" fmla="*/ 42747 h 1058576"/>
              <a:gd name="connsiteX266" fmla="*/ 579784 w 1453466"/>
              <a:gd name="connsiteY266" fmla="*/ 27579 h 1058576"/>
              <a:gd name="connsiteX267" fmla="*/ 562416 w 1453466"/>
              <a:gd name="connsiteY267" fmla="*/ 17927 h 1058576"/>
              <a:gd name="connsiteX268" fmla="*/ 576221 w 1453466"/>
              <a:gd name="connsiteY268" fmla="*/ 13789 h 1058576"/>
              <a:gd name="connsiteX269" fmla="*/ 592251 w 1453466"/>
              <a:gd name="connsiteY269" fmla="*/ 21144 h 1058576"/>
              <a:gd name="connsiteX270" fmla="*/ 604275 w 1453466"/>
              <a:gd name="connsiteY270" fmla="*/ 33094 h 1058576"/>
              <a:gd name="connsiteX271" fmla="*/ 624314 w 1453466"/>
              <a:gd name="connsiteY271" fmla="*/ 40449 h 1058576"/>
              <a:gd name="connsiteX272" fmla="*/ 631884 w 1453466"/>
              <a:gd name="connsiteY272" fmla="*/ 37691 h 1058576"/>
              <a:gd name="connsiteX273" fmla="*/ 646579 w 1453466"/>
              <a:gd name="connsiteY273" fmla="*/ 46884 h 1058576"/>
              <a:gd name="connsiteX274" fmla="*/ 662164 w 1453466"/>
              <a:gd name="connsiteY274" fmla="*/ 38151 h 1058576"/>
              <a:gd name="connsiteX275" fmla="*/ 671071 w 1453466"/>
              <a:gd name="connsiteY275" fmla="*/ 40909 h 1058576"/>
              <a:gd name="connsiteX276" fmla="*/ 677750 w 1453466"/>
              <a:gd name="connsiteY276" fmla="*/ 34934 h 1058576"/>
              <a:gd name="connsiteX277" fmla="*/ 687547 w 1453466"/>
              <a:gd name="connsiteY277" fmla="*/ 49642 h 1058576"/>
              <a:gd name="connsiteX278" fmla="*/ 678641 w 1453466"/>
              <a:gd name="connsiteY278" fmla="*/ 65730 h 1058576"/>
              <a:gd name="connsiteX279" fmla="*/ 667508 w 1453466"/>
              <a:gd name="connsiteY279" fmla="*/ 77681 h 1058576"/>
              <a:gd name="connsiteX280" fmla="*/ 659047 w 1453466"/>
              <a:gd name="connsiteY280" fmla="*/ 78600 h 1058576"/>
              <a:gd name="connsiteX281" fmla="*/ 660383 w 1453466"/>
              <a:gd name="connsiteY281" fmla="*/ 90092 h 1058576"/>
              <a:gd name="connsiteX282" fmla="*/ 650586 w 1453466"/>
              <a:gd name="connsiteY282" fmla="*/ 104800 h 1058576"/>
              <a:gd name="connsiteX283" fmla="*/ 639454 w 1453466"/>
              <a:gd name="connsiteY283" fmla="*/ 119509 h 1058576"/>
              <a:gd name="connsiteX284" fmla="*/ 640344 w 1453466"/>
              <a:gd name="connsiteY284" fmla="*/ 127783 h 1058576"/>
              <a:gd name="connsiteX285" fmla="*/ 657266 w 1453466"/>
              <a:gd name="connsiteY285" fmla="*/ 144331 h 1058576"/>
              <a:gd name="connsiteX286" fmla="*/ 675078 w 1453466"/>
              <a:gd name="connsiteY286" fmla="*/ 153524 h 1058576"/>
              <a:gd name="connsiteX287" fmla="*/ 686211 w 1453466"/>
              <a:gd name="connsiteY287" fmla="*/ 163636 h 1058576"/>
              <a:gd name="connsiteX288" fmla="*/ 700906 w 1453466"/>
              <a:gd name="connsiteY288" fmla="*/ 181103 h 1058576"/>
              <a:gd name="connsiteX289" fmla="*/ 708030 w 1453466"/>
              <a:gd name="connsiteY289" fmla="*/ 181103 h 1058576"/>
              <a:gd name="connsiteX290" fmla="*/ 719608 w 1453466"/>
              <a:gd name="connsiteY290" fmla="*/ 188917 h 1058576"/>
              <a:gd name="connsiteX291" fmla="*/ 721835 w 1453466"/>
              <a:gd name="connsiteY291" fmla="*/ 198110 h 1058576"/>
              <a:gd name="connsiteX292" fmla="*/ 743654 w 1453466"/>
              <a:gd name="connsiteY292" fmla="*/ 207762 h 1058576"/>
              <a:gd name="connsiteX293" fmla="*/ 761912 w 1453466"/>
              <a:gd name="connsiteY293" fmla="*/ 197650 h 1058576"/>
              <a:gd name="connsiteX294" fmla="*/ 769927 w 1453466"/>
              <a:gd name="connsiteY294" fmla="*/ 182022 h 1058576"/>
              <a:gd name="connsiteX295" fmla="*/ 777497 w 1453466"/>
              <a:gd name="connsiteY295" fmla="*/ 168692 h 1058576"/>
              <a:gd name="connsiteX296" fmla="*/ 783286 w 1453466"/>
              <a:gd name="connsiteY296" fmla="*/ 152604 h 1058576"/>
              <a:gd name="connsiteX297" fmla="*/ 794864 w 1453466"/>
              <a:gd name="connsiteY297" fmla="*/ 129162 h 1058576"/>
              <a:gd name="connsiteX298" fmla="*/ 793973 w 1453466"/>
              <a:gd name="connsiteY298" fmla="*/ 114913 h 1058576"/>
              <a:gd name="connsiteX299" fmla="*/ 797090 w 1453466"/>
              <a:gd name="connsiteY299" fmla="*/ 106179 h 1058576"/>
              <a:gd name="connsiteX300" fmla="*/ 796646 w 1453466"/>
              <a:gd name="connsiteY300" fmla="*/ 89632 h 1058576"/>
              <a:gd name="connsiteX301" fmla="*/ 802879 w 1453466"/>
              <a:gd name="connsiteY301" fmla="*/ 67109 h 1058576"/>
              <a:gd name="connsiteX302" fmla="*/ 808669 w 1453466"/>
              <a:gd name="connsiteY302" fmla="*/ 61133 h 1058576"/>
              <a:gd name="connsiteX303" fmla="*/ 805996 w 1453466"/>
              <a:gd name="connsiteY303" fmla="*/ 51481 h 1058576"/>
              <a:gd name="connsiteX304" fmla="*/ 814012 w 1453466"/>
              <a:gd name="connsiteY304" fmla="*/ 35853 h 1058576"/>
              <a:gd name="connsiteX305" fmla="*/ 820692 w 1453466"/>
              <a:gd name="connsiteY305" fmla="*/ 19765 h 1058576"/>
              <a:gd name="connsiteX306" fmla="*/ 822473 w 1453466"/>
              <a:gd name="connsiteY306" fmla="*/ 11032 h 105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</a:cxnLst>
            <a:rect l="l" t="t" r="r" b="b"/>
            <a:pathLst>
              <a:path w="1453466" h="1058576">
                <a:moveTo>
                  <a:pt x="609173" y="885748"/>
                </a:moveTo>
                <a:lnTo>
                  <a:pt x="622532" y="888506"/>
                </a:lnTo>
                <a:lnTo>
                  <a:pt x="639008" y="898619"/>
                </a:lnTo>
                <a:lnTo>
                  <a:pt x="653703" y="894482"/>
                </a:lnTo>
                <a:lnTo>
                  <a:pt x="675523" y="888966"/>
                </a:lnTo>
                <a:lnTo>
                  <a:pt x="687991" y="890804"/>
                </a:lnTo>
                <a:lnTo>
                  <a:pt x="667952" y="925738"/>
                </a:lnTo>
                <a:lnTo>
                  <a:pt x="653258" y="935391"/>
                </a:lnTo>
                <a:lnTo>
                  <a:pt x="635446" y="959293"/>
                </a:lnTo>
                <a:lnTo>
                  <a:pt x="632774" y="951019"/>
                </a:lnTo>
                <a:lnTo>
                  <a:pt x="603384" y="971243"/>
                </a:lnTo>
                <a:lnTo>
                  <a:pt x="599822" y="969865"/>
                </a:lnTo>
                <a:lnTo>
                  <a:pt x="586463" y="968945"/>
                </a:lnTo>
                <a:lnTo>
                  <a:pt x="588689" y="944124"/>
                </a:lnTo>
                <a:lnTo>
                  <a:pt x="597595" y="924819"/>
                </a:lnTo>
                <a:lnTo>
                  <a:pt x="600267" y="899079"/>
                </a:lnTo>
                <a:close/>
                <a:moveTo>
                  <a:pt x="1263768" y="879772"/>
                </a:moveTo>
                <a:lnTo>
                  <a:pt x="1260204" y="892183"/>
                </a:lnTo>
                <a:lnTo>
                  <a:pt x="1256642" y="904134"/>
                </a:lnTo>
                <a:lnTo>
                  <a:pt x="1281580" y="892183"/>
                </a:lnTo>
                <a:lnTo>
                  <a:pt x="1279353" y="904593"/>
                </a:lnTo>
                <a:lnTo>
                  <a:pt x="1270002" y="917004"/>
                </a:lnTo>
                <a:lnTo>
                  <a:pt x="1251298" y="930334"/>
                </a:lnTo>
                <a:lnTo>
                  <a:pt x="1219682" y="951937"/>
                </a:lnTo>
                <a:lnTo>
                  <a:pt x="1198753" y="963889"/>
                </a:lnTo>
                <a:lnTo>
                  <a:pt x="1196082" y="977678"/>
                </a:lnTo>
                <a:lnTo>
                  <a:pt x="1178270" y="978137"/>
                </a:lnTo>
                <a:lnTo>
                  <a:pt x="1150216" y="989169"/>
                </a:lnTo>
                <a:lnTo>
                  <a:pt x="1129286" y="1008015"/>
                </a:lnTo>
                <a:lnTo>
                  <a:pt x="1092771" y="1037433"/>
                </a:lnTo>
                <a:lnTo>
                  <a:pt x="1064718" y="1050302"/>
                </a:lnTo>
                <a:lnTo>
                  <a:pt x="1046905" y="1058576"/>
                </a:lnTo>
                <a:lnTo>
                  <a:pt x="1026421" y="1058117"/>
                </a:lnTo>
                <a:lnTo>
                  <a:pt x="1019741" y="1048464"/>
                </a:lnTo>
                <a:lnTo>
                  <a:pt x="997031" y="1046626"/>
                </a:lnTo>
                <a:lnTo>
                  <a:pt x="1001484" y="1035594"/>
                </a:lnTo>
                <a:lnTo>
                  <a:pt x="1030429" y="1014450"/>
                </a:lnTo>
                <a:lnTo>
                  <a:pt x="1081194" y="985492"/>
                </a:lnTo>
                <a:lnTo>
                  <a:pt x="1100342" y="979976"/>
                </a:lnTo>
                <a:lnTo>
                  <a:pt x="1125278" y="968944"/>
                </a:lnTo>
                <a:lnTo>
                  <a:pt x="1156449" y="953776"/>
                </a:lnTo>
                <a:lnTo>
                  <a:pt x="1181832" y="938608"/>
                </a:lnTo>
                <a:lnTo>
                  <a:pt x="1208550" y="917004"/>
                </a:lnTo>
                <a:lnTo>
                  <a:pt x="1222354" y="909650"/>
                </a:lnTo>
                <a:lnTo>
                  <a:pt x="1237939" y="893102"/>
                </a:lnTo>
                <a:close/>
                <a:moveTo>
                  <a:pt x="1379991" y="701887"/>
                </a:moveTo>
                <a:lnTo>
                  <a:pt x="1383998" y="718434"/>
                </a:lnTo>
                <a:lnTo>
                  <a:pt x="1398248" y="725789"/>
                </a:lnTo>
                <a:lnTo>
                  <a:pt x="1389342" y="751990"/>
                </a:lnTo>
                <a:lnTo>
                  <a:pt x="1387562" y="783245"/>
                </a:lnTo>
                <a:lnTo>
                  <a:pt x="1400474" y="763021"/>
                </a:lnTo>
                <a:lnTo>
                  <a:pt x="1406263" y="771294"/>
                </a:lnTo>
                <a:lnTo>
                  <a:pt x="1395576" y="793358"/>
                </a:lnTo>
                <a:lnTo>
                  <a:pt x="1408490" y="803011"/>
                </a:lnTo>
                <a:lnTo>
                  <a:pt x="1422739" y="805309"/>
                </a:lnTo>
                <a:lnTo>
                  <a:pt x="1443669" y="794277"/>
                </a:lnTo>
                <a:lnTo>
                  <a:pt x="1453466" y="797495"/>
                </a:lnTo>
                <a:lnTo>
                  <a:pt x="1430310" y="823695"/>
                </a:lnTo>
                <a:lnTo>
                  <a:pt x="1411607" y="840702"/>
                </a:lnTo>
                <a:lnTo>
                  <a:pt x="1394241" y="840242"/>
                </a:lnTo>
                <a:lnTo>
                  <a:pt x="1381772" y="848976"/>
                </a:lnTo>
                <a:lnTo>
                  <a:pt x="1375092" y="861846"/>
                </a:lnTo>
                <a:lnTo>
                  <a:pt x="1367968" y="866903"/>
                </a:lnTo>
                <a:lnTo>
                  <a:pt x="1347484" y="882990"/>
                </a:lnTo>
                <a:lnTo>
                  <a:pt x="1321211" y="902755"/>
                </a:lnTo>
                <a:lnTo>
                  <a:pt x="1294493" y="914706"/>
                </a:lnTo>
                <a:lnTo>
                  <a:pt x="1296720" y="906891"/>
                </a:lnTo>
                <a:lnTo>
                  <a:pt x="1290040" y="902755"/>
                </a:lnTo>
                <a:lnTo>
                  <a:pt x="1320766" y="878853"/>
                </a:lnTo>
                <a:lnTo>
                  <a:pt x="1324773" y="862306"/>
                </a:lnTo>
                <a:lnTo>
                  <a:pt x="1307852" y="850815"/>
                </a:lnTo>
                <a:lnTo>
                  <a:pt x="1315867" y="840242"/>
                </a:lnTo>
                <a:lnTo>
                  <a:pt x="1339468" y="830130"/>
                </a:lnTo>
                <a:lnTo>
                  <a:pt x="1358171" y="807148"/>
                </a:lnTo>
                <a:lnTo>
                  <a:pt x="1369303" y="788302"/>
                </a:lnTo>
                <a:lnTo>
                  <a:pt x="1371976" y="768537"/>
                </a:lnTo>
                <a:lnTo>
                  <a:pt x="1375538" y="763481"/>
                </a:lnTo>
                <a:lnTo>
                  <a:pt x="1371530" y="751070"/>
                </a:lnTo>
                <a:lnTo>
                  <a:pt x="1368413" y="725329"/>
                </a:lnTo>
                <a:lnTo>
                  <a:pt x="1370194" y="704186"/>
                </a:lnTo>
                <a:close/>
                <a:moveTo>
                  <a:pt x="832715" y="0"/>
                </a:moveTo>
                <a:lnTo>
                  <a:pt x="838504" y="14708"/>
                </a:lnTo>
                <a:lnTo>
                  <a:pt x="838059" y="33094"/>
                </a:lnTo>
                <a:lnTo>
                  <a:pt x="843847" y="36772"/>
                </a:lnTo>
                <a:lnTo>
                  <a:pt x="843402" y="49182"/>
                </a:lnTo>
                <a:lnTo>
                  <a:pt x="850527" y="63892"/>
                </a:lnTo>
                <a:lnTo>
                  <a:pt x="850082" y="80899"/>
                </a:lnTo>
                <a:lnTo>
                  <a:pt x="847410" y="91471"/>
                </a:lnTo>
                <a:lnTo>
                  <a:pt x="852753" y="114453"/>
                </a:lnTo>
                <a:lnTo>
                  <a:pt x="870566" y="103421"/>
                </a:lnTo>
                <a:lnTo>
                  <a:pt x="876800" y="115832"/>
                </a:lnTo>
                <a:lnTo>
                  <a:pt x="887042" y="127323"/>
                </a:lnTo>
                <a:lnTo>
                  <a:pt x="882144" y="140653"/>
                </a:lnTo>
                <a:lnTo>
                  <a:pt x="883034" y="165934"/>
                </a:lnTo>
                <a:lnTo>
                  <a:pt x="883925" y="180643"/>
                </a:lnTo>
                <a:lnTo>
                  <a:pt x="889714" y="184320"/>
                </a:lnTo>
                <a:lnTo>
                  <a:pt x="891495" y="209601"/>
                </a:lnTo>
                <a:lnTo>
                  <a:pt x="886151" y="224770"/>
                </a:lnTo>
                <a:lnTo>
                  <a:pt x="889714" y="244534"/>
                </a:lnTo>
                <a:lnTo>
                  <a:pt x="913761" y="260163"/>
                </a:lnTo>
                <a:lnTo>
                  <a:pt x="928010" y="273952"/>
                </a:lnTo>
                <a:lnTo>
                  <a:pt x="942259" y="286822"/>
                </a:lnTo>
                <a:lnTo>
                  <a:pt x="937361" y="294176"/>
                </a:lnTo>
                <a:lnTo>
                  <a:pt x="947603" y="312562"/>
                </a:lnTo>
                <a:lnTo>
                  <a:pt x="949829" y="344738"/>
                </a:lnTo>
                <a:lnTo>
                  <a:pt x="961408" y="338303"/>
                </a:lnTo>
                <a:lnTo>
                  <a:pt x="968087" y="350714"/>
                </a:lnTo>
                <a:lnTo>
                  <a:pt x="975211" y="346577"/>
                </a:lnTo>
                <a:lnTo>
                  <a:pt x="972094" y="377833"/>
                </a:lnTo>
                <a:lnTo>
                  <a:pt x="985009" y="395760"/>
                </a:lnTo>
                <a:lnTo>
                  <a:pt x="993469" y="406791"/>
                </a:lnTo>
                <a:lnTo>
                  <a:pt x="1005938" y="430693"/>
                </a:lnTo>
                <a:lnTo>
                  <a:pt x="1005938" y="454595"/>
                </a:lnTo>
                <a:lnTo>
                  <a:pt x="1001485" y="471602"/>
                </a:lnTo>
                <a:lnTo>
                  <a:pt x="993469" y="489528"/>
                </a:lnTo>
                <a:lnTo>
                  <a:pt x="996586" y="514809"/>
                </a:lnTo>
                <a:lnTo>
                  <a:pt x="985454" y="541009"/>
                </a:lnTo>
                <a:lnTo>
                  <a:pt x="976103" y="554798"/>
                </a:lnTo>
                <a:lnTo>
                  <a:pt x="959181" y="580999"/>
                </a:lnTo>
                <a:lnTo>
                  <a:pt x="952502" y="598006"/>
                </a:lnTo>
                <a:lnTo>
                  <a:pt x="938697" y="619150"/>
                </a:lnTo>
                <a:lnTo>
                  <a:pt x="916432" y="645809"/>
                </a:lnTo>
                <a:lnTo>
                  <a:pt x="891940" y="660518"/>
                </a:lnTo>
                <a:lnTo>
                  <a:pt x="872347" y="683042"/>
                </a:lnTo>
                <a:lnTo>
                  <a:pt x="871651" y="683738"/>
                </a:lnTo>
                <a:lnTo>
                  <a:pt x="872750" y="684873"/>
                </a:lnTo>
                <a:cubicBezTo>
                  <a:pt x="872750" y="687412"/>
                  <a:pt x="870756" y="689469"/>
                  <a:pt x="868297" y="689469"/>
                </a:cubicBezTo>
                <a:lnTo>
                  <a:pt x="867130" y="688264"/>
                </a:lnTo>
                <a:lnTo>
                  <a:pt x="857652" y="697751"/>
                </a:lnTo>
                <a:lnTo>
                  <a:pt x="838059" y="723031"/>
                </a:lnTo>
                <a:lnTo>
                  <a:pt x="821582" y="737740"/>
                </a:lnTo>
                <a:lnTo>
                  <a:pt x="804216" y="759803"/>
                </a:lnTo>
                <a:lnTo>
                  <a:pt x="790411" y="780028"/>
                </a:lnTo>
                <a:lnTo>
                  <a:pt x="786849" y="789681"/>
                </a:lnTo>
                <a:lnTo>
                  <a:pt x="767701" y="799793"/>
                </a:lnTo>
                <a:lnTo>
                  <a:pt x="740537" y="800712"/>
                </a:lnTo>
                <a:lnTo>
                  <a:pt x="712483" y="813123"/>
                </a:lnTo>
                <a:lnTo>
                  <a:pt x="695562" y="824155"/>
                </a:lnTo>
                <a:lnTo>
                  <a:pt x="674187" y="837025"/>
                </a:lnTo>
                <a:lnTo>
                  <a:pt x="662164" y="823695"/>
                </a:lnTo>
                <a:lnTo>
                  <a:pt x="650586" y="818639"/>
                </a:lnTo>
                <a:lnTo>
                  <a:pt x="662164" y="803470"/>
                </a:lnTo>
                <a:lnTo>
                  <a:pt x="646579" y="808986"/>
                </a:lnTo>
                <a:lnTo>
                  <a:pt x="614517" y="830130"/>
                </a:lnTo>
                <a:lnTo>
                  <a:pt x="598486" y="822316"/>
                </a:lnTo>
                <a:lnTo>
                  <a:pt x="587798" y="817720"/>
                </a:lnTo>
                <a:lnTo>
                  <a:pt x="575331" y="815422"/>
                </a:lnTo>
                <a:lnTo>
                  <a:pt x="557073" y="807148"/>
                </a:lnTo>
                <a:lnTo>
                  <a:pt x="551284" y="788762"/>
                </a:lnTo>
                <a:lnTo>
                  <a:pt x="557963" y="766698"/>
                </a:lnTo>
                <a:lnTo>
                  <a:pt x="559745" y="751530"/>
                </a:lnTo>
                <a:lnTo>
                  <a:pt x="553510" y="739579"/>
                </a:lnTo>
                <a:lnTo>
                  <a:pt x="532581" y="736361"/>
                </a:lnTo>
                <a:lnTo>
                  <a:pt x="546831" y="721652"/>
                </a:lnTo>
                <a:lnTo>
                  <a:pt x="550839" y="700049"/>
                </a:lnTo>
                <a:lnTo>
                  <a:pt x="529909" y="720273"/>
                </a:lnTo>
                <a:lnTo>
                  <a:pt x="506309" y="725790"/>
                </a:lnTo>
                <a:lnTo>
                  <a:pt x="526347" y="709702"/>
                </a:lnTo>
                <a:lnTo>
                  <a:pt x="537480" y="692694"/>
                </a:lnTo>
                <a:lnTo>
                  <a:pt x="553065" y="677985"/>
                </a:lnTo>
                <a:lnTo>
                  <a:pt x="560190" y="656382"/>
                </a:lnTo>
                <a:lnTo>
                  <a:pt x="529909" y="681203"/>
                </a:lnTo>
                <a:lnTo>
                  <a:pt x="510762" y="691316"/>
                </a:lnTo>
                <a:lnTo>
                  <a:pt x="491614" y="714758"/>
                </a:lnTo>
                <a:lnTo>
                  <a:pt x="478255" y="702807"/>
                </a:lnTo>
                <a:lnTo>
                  <a:pt x="485825" y="687178"/>
                </a:lnTo>
                <a:lnTo>
                  <a:pt x="479591" y="665575"/>
                </a:lnTo>
                <a:lnTo>
                  <a:pt x="471575" y="654543"/>
                </a:lnTo>
                <a:lnTo>
                  <a:pt x="478699" y="647648"/>
                </a:lnTo>
                <a:lnTo>
                  <a:pt x="455099" y="629722"/>
                </a:lnTo>
                <a:lnTo>
                  <a:pt x="438177" y="629262"/>
                </a:lnTo>
                <a:lnTo>
                  <a:pt x="420365" y="614553"/>
                </a:lnTo>
                <a:lnTo>
                  <a:pt x="376280" y="617311"/>
                </a:lnTo>
                <a:lnTo>
                  <a:pt x="341101" y="627883"/>
                </a:lnTo>
                <a:lnTo>
                  <a:pt x="310376" y="637996"/>
                </a:lnTo>
                <a:lnTo>
                  <a:pt x="288111" y="636157"/>
                </a:lnTo>
                <a:lnTo>
                  <a:pt x="256940" y="651325"/>
                </a:lnTo>
                <a:lnTo>
                  <a:pt x="233338" y="657761"/>
                </a:lnTo>
                <a:lnTo>
                  <a:pt x="223096" y="673388"/>
                </a:lnTo>
                <a:lnTo>
                  <a:pt x="209737" y="685340"/>
                </a:lnTo>
                <a:lnTo>
                  <a:pt x="188808" y="686259"/>
                </a:lnTo>
                <a:lnTo>
                  <a:pt x="172777" y="688558"/>
                </a:lnTo>
                <a:lnTo>
                  <a:pt x="154075" y="683501"/>
                </a:lnTo>
                <a:lnTo>
                  <a:pt x="135372" y="686719"/>
                </a:lnTo>
                <a:lnTo>
                  <a:pt x="118450" y="688098"/>
                </a:lnTo>
                <a:lnTo>
                  <a:pt x="98412" y="703726"/>
                </a:lnTo>
                <a:lnTo>
                  <a:pt x="91732" y="702347"/>
                </a:lnTo>
                <a:lnTo>
                  <a:pt x="76592" y="710621"/>
                </a:lnTo>
                <a:lnTo>
                  <a:pt x="61452" y="719814"/>
                </a:lnTo>
                <a:lnTo>
                  <a:pt x="44530" y="718895"/>
                </a:lnTo>
                <a:lnTo>
                  <a:pt x="28944" y="718895"/>
                </a:lnTo>
                <a:lnTo>
                  <a:pt x="10687" y="700049"/>
                </a:lnTo>
                <a:lnTo>
                  <a:pt x="0" y="694533"/>
                </a:lnTo>
                <a:lnTo>
                  <a:pt x="6679" y="677526"/>
                </a:lnTo>
                <a:lnTo>
                  <a:pt x="19593" y="673388"/>
                </a:lnTo>
                <a:lnTo>
                  <a:pt x="26273" y="666954"/>
                </a:lnTo>
                <a:lnTo>
                  <a:pt x="28944" y="656382"/>
                </a:lnTo>
                <a:lnTo>
                  <a:pt x="39186" y="635697"/>
                </a:lnTo>
                <a:lnTo>
                  <a:pt x="42303" y="618230"/>
                </a:lnTo>
                <a:lnTo>
                  <a:pt x="39186" y="588353"/>
                </a:lnTo>
                <a:lnTo>
                  <a:pt x="40077" y="571346"/>
                </a:lnTo>
                <a:lnTo>
                  <a:pt x="46312" y="554798"/>
                </a:lnTo>
                <a:lnTo>
                  <a:pt x="42303" y="535493"/>
                </a:lnTo>
                <a:lnTo>
                  <a:pt x="43639" y="526760"/>
                </a:lnTo>
                <a:lnTo>
                  <a:pt x="36070" y="514809"/>
                </a:lnTo>
                <a:lnTo>
                  <a:pt x="39186" y="491826"/>
                </a:lnTo>
                <a:lnTo>
                  <a:pt x="30726" y="468385"/>
                </a:lnTo>
                <a:lnTo>
                  <a:pt x="30280" y="455973"/>
                </a:lnTo>
                <a:lnTo>
                  <a:pt x="38296" y="468844"/>
                </a:lnTo>
                <a:lnTo>
                  <a:pt x="36070" y="441265"/>
                </a:lnTo>
                <a:lnTo>
                  <a:pt x="46312" y="449999"/>
                </a:lnTo>
                <a:lnTo>
                  <a:pt x="51209" y="461490"/>
                </a:lnTo>
                <a:lnTo>
                  <a:pt x="53882" y="446321"/>
                </a:lnTo>
                <a:lnTo>
                  <a:pt x="46756" y="422879"/>
                </a:lnTo>
                <a:lnTo>
                  <a:pt x="46312" y="413686"/>
                </a:lnTo>
                <a:lnTo>
                  <a:pt x="42749" y="404953"/>
                </a:lnTo>
                <a:lnTo>
                  <a:pt x="48538" y="387946"/>
                </a:lnTo>
                <a:lnTo>
                  <a:pt x="55218" y="380591"/>
                </a:lnTo>
                <a:lnTo>
                  <a:pt x="61007" y="365882"/>
                </a:lnTo>
                <a:lnTo>
                  <a:pt x="61452" y="348415"/>
                </a:lnTo>
                <a:lnTo>
                  <a:pt x="75256" y="327271"/>
                </a:lnTo>
                <a:lnTo>
                  <a:pt x="73475" y="349794"/>
                </a:lnTo>
                <a:lnTo>
                  <a:pt x="87279" y="329569"/>
                </a:lnTo>
                <a:lnTo>
                  <a:pt x="109099" y="319457"/>
                </a:lnTo>
                <a:lnTo>
                  <a:pt x="123349" y="307047"/>
                </a:lnTo>
                <a:lnTo>
                  <a:pt x="144278" y="296015"/>
                </a:lnTo>
                <a:lnTo>
                  <a:pt x="155855" y="293717"/>
                </a:lnTo>
                <a:lnTo>
                  <a:pt x="162090" y="297394"/>
                </a:lnTo>
                <a:lnTo>
                  <a:pt x="183465" y="286362"/>
                </a:lnTo>
                <a:lnTo>
                  <a:pt x="199050" y="283145"/>
                </a:lnTo>
                <a:lnTo>
                  <a:pt x="203948" y="276710"/>
                </a:lnTo>
                <a:lnTo>
                  <a:pt x="210628" y="273952"/>
                </a:lnTo>
                <a:lnTo>
                  <a:pt x="224432" y="274871"/>
                </a:lnTo>
                <a:lnTo>
                  <a:pt x="252041" y="266138"/>
                </a:lnTo>
                <a:lnTo>
                  <a:pt x="267627" y="252808"/>
                </a:lnTo>
                <a:lnTo>
                  <a:pt x="276533" y="237180"/>
                </a:lnTo>
                <a:lnTo>
                  <a:pt x="293899" y="222471"/>
                </a:lnTo>
                <a:lnTo>
                  <a:pt x="297017" y="210520"/>
                </a:lnTo>
                <a:lnTo>
                  <a:pt x="300134" y="194432"/>
                </a:lnTo>
                <a:lnTo>
                  <a:pt x="321953" y="169151"/>
                </a:lnTo>
                <a:lnTo>
                  <a:pt x="328188" y="194892"/>
                </a:lnTo>
                <a:lnTo>
                  <a:pt x="339765" y="188917"/>
                </a:lnTo>
                <a:lnTo>
                  <a:pt x="333086" y="175127"/>
                </a:lnTo>
                <a:lnTo>
                  <a:pt x="343328" y="160878"/>
                </a:lnTo>
                <a:lnTo>
                  <a:pt x="353124" y="167313"/>
                </a:lnTo>
                <a:lnTo>
                  <a:pt x="359804" y="144790"/>
                </a:lnTo>
                <a:lnTo>
                  <a:pt x="375390" y="130081"/>
                </a:lnTo>
                <a:lnTo>
                  <a:pt x="383405" y="118590"/>
                </a:lnTo>
                <a:lnTo>
                  <a:pt x="396319" y="113533"/>
                </a:lnTo>
                <a:lnTo>
                  <a:pt x="398100" y="105260"/>
                </a:lnTo>
                <a:lnTo>
                  <a:pt x="408342" y="108478"/>
                </a:lnTo>
                <a:lnTo>
                  <a:pt x="410123" y="101123"/>
                </a:lnTo>
                <a:lnTo>
                  <a:pt x="421701" y="96986"/>
                </a:lnTo>
                <a:lnTo>
                  <a:pt x="434169" y="92849"/>
                </a:lnTo>
                <a:lnTo>
                  <a:pt x="450646" y="106639"/>
                </a:lnTo>
                <a:lnTo>
                  <a:pt x="462223" y="124106"/>
                </a:lnTo>
                <a:lnTo>
                  <a:pt x="477809" y="124106"/>
                </a:lnTo>
                <a:lnTo>
                  <a:pt x="493395" y="126864"/>
                </a:lnTo>
                <a:lnTo>
                  <a:pt x="490278" y="110776"/>
                </a:lnTo>
                <a:lnTo>
                  <a:pt x="505863" y="87333"/>
                </a:lnTo>
                <a:lnTo>
                  <a:pt x="517886" y="79520"/>
                </a:lnTo>
                <a:lnTo>
                  <a:pt x="515215" y="72165"/>
                </a:lnTo>
                <a:lnTo>
                  <a:pt x="528128" y="55158"/>
                </a:lnTo>
                <a:lnTo>
                  <a:pt x="544604" y="44586"/>
                </a:lnTo>
                <a:lnTo>
                  <a:pt x="556627" y="48263"/>
                </a:lnTo>
                <a:lnTo>
                  <a:pt x="578448" y="42747"/>
                </a:lnTo>
                <a:lnTo>
                  <a:pt x="579784" y="27579"/>
                </a:lnTo>
                <a:lnTo>
                  <a:pt x="562416" y="17927"/>
                </a:lnTo>
                <a:lnTo>
                  <a:pt x="576221" y="13789"/>
                </a:lnTo>
                <a:lnTo>
                  <a:pt x="592251" y="21144"/>
                </a:lnTo>
                <a:lnTo>
                  <a:pt x="604275" y="33094"/>
                </a:lnTo>
                <a:lnTo>
                  <a:pt x="624314" y="40449"/>
                </a:lnTo>
                <a:lnTo>
                  <a:pt x="631884" y="37691"/>
                </a:lnTo>
                <a:lnTo>
                  <a:pt x="646579" y="46884"/>
                </a:lnTo>
                <a:lnTo>
                  <a:pt x="662164" y="38151"/>
                </a:lnTo>
                <a:lnTo>
                  <a:pt x="671071" y="40909"/>
                </a:lnTo>
                <a:lnTo>
                  <a:pt x="677750" y="34934"/>
                </a:lnTo>
                <a:lnTo>
                  <a:pt x="687547" y="49642"/>
                </a:lnTo>
                <a:lnTo>
                  <a:pt x="678641" y="65730"/>
                </a:lnTo>
                <a:lnTo>
                  <a:pt x="667508" y="77681"/>
                </a:lnTo>
                <a:lnTo>
                  <a:pt x="659047" y="78600"/>
                </a:lnTo>
                <a:lnTo>
                  <a:pt x="660383" y="90092"/>
                </a:lnTo>
                <a:lnTo>
                  <a:pt x="650586" y="104800"/>
                </a:lnTo>
                <a:lnTo>
                  <a:pt x="639454" y="119509"/>
                </a:lnTo>
                <a:lnTo>
                  <a:pt x="640344" y="127783"/>
                </a:lnTo>
                <a:lnTo>
                  <a:pt x="657266" y="144331"/>
                </a:lnTo>
                <a:lnTo>
                  <a:pt x="675078" y="153524"/>
                </a:lnTo>
                <a:lnTo>
                  <a:pt x="686211" y="163636"/>
                </a:lnTo>
                <a:lnTo>
                  <a:pt x="700906" y="181103"/>
                </a:lnTo>
                <a:lnTo>
                  <a:pt x="708030" y="181103"/>
                </a:lnTo>
                <a:lnTo>
                  <a:pt x="719608" y="188917"/>
                </a:lnTo>
                <a:lnTo>
                  <a:pt x="721835" y="198110"/>
                </a:lnTo>
                <a:lnTo>
                  <a:pt x="743654" y="207762"/>
                </a:lnTo>
                <a:lnTo>
                  <a:pt x="761912" y="197650"/>
                </a:lnTo>
                <a:lnTo>
                  <a:pt x="769927" y="182022"/>
                </a:lnTo>
                <a:lnTo>
                  <a:pt x="777497" y="168692"/>
                </a:lnTo>
                <a:lnTo>
                  <a:pt x="783286" y="152604"/>
                </a:lnTo>
                <a:lnTo>
                  <a:pt x="794864" y="129162"/>
                </a:lnTo>
                <a:lnTo>
                  <a:pt x="793973" y="114913"/>
                </a:lnTo>
                <a:lnTo>
                  <a:pt x="797090" y="106179"/>
                </a:lnTo>
                <a:lnTo>
                  <a:pt x="796646" y="89632"/>
                </a:lnTo>
                <a:lnTo>
                  <a:pt x="802879" y="67109"/>
                </a:lnTo>
                <a:lnTo>
                  <a:pt x="808669" y="61133"/>
                </a:lnTo>
                <a:lnTo>
                  <a:pt x="805996" y="51481"/>
                </a:lnTo>
                <a:lnTo>
                  <a:pt x="814012" y="35853"/>
                </a:lnTo>
                <a:lnTo>
                  <a:pt x="820692" y="19765"/>
                </a:lnTo>
                <a:lnTo>
                  <a:pt x="822473" y="1103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39000"/>
            </a:schemeClr>
          </a:solidFill>
          <a:ln w="1219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/>
          <a:p>
            <a:endParaRPr lang="en-ID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712AA8-16AD-DF2D-FC77-E823F93B5400}"/>
              </a:ext>
            </a:extLst>
          </p:cNvPr>
          <p:cNvSpPr/>
          <p:nvPr/>
        </p:nvSpPr>
        <p:spPr>
          <a:xfrm>
            <a:off x="5274644" y="3487627"/>
            <a:ext cx="2365392" cy="2120682"/>
          </a:xfrm>
          <a:custGeom>
            <a:avLst/>
            <a:gdLst>
              <a:gd name="connsiteX0" fmla="*/ 1095444 w 2289745"/>
              <a:gd name="connsiteY0" fmla="*/ 2053721 h 2199890"/>
              <a:gd name="connsiteX1" fmla="*/ 1111920 w 2289745"/>
              <a:gd name="connsiteY1" fmla="*/ 2076704 h 2199890"/>
              <a:gd name="connsiteX2" fmla="*/ 1120826 w 2289745"/>
              <a:gd name="connsiteY2" fmla="*/ 2073486 h 2199890"/>
              <a:gd name="connsiteX3" fmla="*/ 1125724 w 2289745"/>
              <a:gd name="connsiteY3" fmla="*/ 2064293 h 2199890"/>
              <a:gd name="connsiteX4" fmla="*/ 1139529 w 2289745"/>
              <a:gd name="connsiteY4" fmla="*/ 2059697 h 2199890"/>
              <a:gd name="connsiteX5" fmla="*/ 1125724 w 2289745"/>
              <a:gd name="connsiteY5" fmla="*/ 2064293 h 2199890"/>
              <a:gd name="connsiteX6" fmla="*/ 1120826 w 2289745"/>
              <a:gd name="connsiteY6" fmla="*/ 2073486 h 2199890"/>
              <a:gd name="connsiteX7" fmla="*/ 1111920 w 2289745"/>
              <a:gd name="connsiteY7" fmla="*/ 2076703 h 2199890"/>
              <a:gd name="connsiteX8" fmla="*/ 850974 w 2289745"/>
              <a:gd name="connsiteY8" fmla="*/ 2000861 h 2199890"/>
              <a:gd name="connsiteX9" fmla="*/ 850974 w 2289745"/>
              <a:gd name="connsiteY9" fmla="*/ 2000862 h 2199890"/>
              <a:gd name="connsiteX10" fmla="*/ 859879 w 2289745"/>
              <a:gd name="connsiteY10" fmla="*/ 2009135 h 2199890"/>
              <a:gd name="connsiteX11" fmla="*/ 863441 w 2289745"/>
              <a:gd name="connsiteY11" fmla="*/ 2021545 h 2199890"/>
              <a:gd name="connsiteX12" fmla="*/ 874574 w 2289745"/>
              <a:gd name="connsiteY12" fmla="*/ 2023844 h 2199890"/>
              <a:gd name="connsiteX13" fmla="*/ 889714 w 2289745"/>
              <a:gd name="connsiteY13" fmla="*/ 2029359 h 2199890"/>
              <a:gd name="connsiteX14" fmla="*/ 889715 w 2289745"/>
              <a:gd name="connsiteY14" fmla="*/ 2029359 h 2199890"/>
              <a:gd name="connsiteX15" fmla="*/ 874575 w 2289745"/>
              <a:gd name="connsiteY15" fmla="*/ 2023844 h 2199890"/>
              <a:gd name="connsiteX16" fmla="*/ 863443 w 2289745"/>
              <a:gd name="connsiteY16" fmla="*/ 2021545 h 2199890"/>
              <a:gd name="connsiteX17" fmla="*/ 859880 w 2289745"/>
              <a:gd name="connsiteY17" fmla="*/ 2009135 h 2199890"/>
              <a:gd name="connsiteX18" fmla="*/ 1013063 w 2289745"/>
              <a:gd name="connsiteY18" fmla="*/ 1918123 h 2199890"/>
              <a:gd name="connsiteX19" fmla="*/ 1000595 w 2289745"/>
              <a:gd name="connsiteY19" fmla="*/ 1924559 h 2199890"/>
              <a:gd name="connsiteX20" fmla="*/ 993915 w 2289745"/>
              <a:gd name="connsiteY20" fmla="*/ 1938807 h 2199890"/>
              <a:gd name="connsiteX21" fmla="*/ 981892 w 2289745"/>
              <a:gd name="connsiteY21" fmla="*/ 1947541 h 2199890"/>
              <a:gd name="connsiteX22" fmla="*/ 969424 w 2289745"/>
              <a:gd name="connsiteY22" fmla="*/ 1960871 h 2199890"/>
              <a:gd name="connsiteX23" fmla="*/ 951612 w 2289745"/>
              <a:gd name="connsiteY23" fmla="*/ 1964088 h 2199890"/>
              <a:gd name="connsiteX24" fmla="*/ 946713 w 2289745"/>
              <a:gd name="connsiteY24" fmla="*/ 1953516 h 2199890"/>
              <a:gd name="connsiteX25" fmla="*/ 946713 w 2289745"/>
              <a:gd name="connsiteY25" fmla="*/ 1953517 h 2199890"/>
              <a:gd name="connsiteX26" fmla="*/ 951611 w 2289745"/>
              <a:gd name="connsiteY26" fmla="*/ 1964089 h 2199890"/>
              <a:gd name="connsiteX27" fmla="*/ 969424 w 2289745"/>
              <a:gd name="connsiteY27" fmla="*/ 1960872 h 2199890"/>
              <a:gd name="connsiteX28" fmla="*/ 981892 w 2289745"/>
              <a:gd name="connsiteY28" fmla="*/ 1947542 h 2199890"/>
              <a:gd name="connsiteX29" fmla="*/ 993915 w 2289745"/>
              <a:gd name="connsiteY29" fmla="*/ 1938808 h 2199890"/>
              <a:gd name="connsiteX30" fmla="*/ 1000595 w 2289745"/>
              <a:gd name="connsiteY30" fmla="*/ 1924559 h 2199890"/>
              <a:gd name="connsiteX31" fmla="*/ 1013063 w 2289745"/>
              <a:gd name="connsiteY31" fmla="*/ 1918124 h 2199890"/>
              <a:gd name="connsiteX32" fmla="*/ 1023305 w 2289745"/>
              <a:gd name="connsiteY32" fmla="*/ 1921341 h 2199890"/>
              <a:gd name="connsiteX33" fmla="*/ 1034437 w 2289745"/>
              <a:gd name="connsiteY33" fmla="*/ 1929615 h 2199890"/>
              <a:gd name="connsiteX34" fmla="*/ 1054476 w 2289745"/>
              <a:gd name="connsiteY34" fmla="*/ 1930994 h 2199890"/>
              <a:gd name="connsiteX35" fmla="*/ 1070507 w 2289745"/>
              <a:gd name="connsiteY35" fmla="*/ 1924559 h 2199890"/>
              <a:gd name="connsiteX36" fmla="*/ 1070507 w 2289745"/>
              <a:gd name="connsiteY36" fmla="*/ 1924559 h 2199890"/>
              <a:gd name="connsiteX37" fmla="*/ 1054476 w 2289745"/>
              <a:gd name="connsiteY37" fmla="*/ 1930994 h 2199890"/>
              <a:gd name="connsiteX38" fmla="*/ 1034437 w 2289745"/>
              <a:gd name="connsiteY38" fmla="*/ 1929614 h 2199890"/>
              <a:gd name="connsiteX39" fmla="*/ 1023305 w 2289745"/>
              <a:gd name="connsiteY39" fmla="*/ 1921341 h 2199890"/>
              <a:gd name="connsiteX40" fmla="*/ 929793 w 2289745"/>
              <a:gd name="connsiteY40" fmla="*/ 1902956 h 2199890"/>
              <a:gd name="connsiteX41" fmla="*/ 929793 w 2289745"/>
              <a:gd name="connsiteY41" fmla="*/ 1902956 h 2199890"/>
              <a:gd name="connsiteX42" fmla="*/ 936026 w 2289745"/>
              <a:gd name="connsiteY42" fmla="*/ 1907552 h 2199890"/>
              <a:gd name="connsiteX43" fmla="*/ 949385 w 2289745"/>
              <a:gd name="connsiteY43" fmla="*/ 1935591 h 2199890"/>
              <a:gd name="connsiteX44" fmla="*/ 947096 w 2289745"/>
              <a:gd name="connsiteY44" fmla="*/ 1950949 h 2199890"/>
              <a:gd name="connsiteX45" fmla="*/ 949385 w 2289745"/>
              <a:gd name="connsiteY45" fmla="*/ 1935590 h 2199890"/>
              <a:gd name="connsiteX46" fmla="*/ 936026 w 2289745"/>
              <a:gd name="connsiteY46" fmla="*/ 1907551 h 2199890"/>
              <a:gd name="connsiteX47" fmla="*/ 1103895 w 2289745"/>
              <a:gd name="connsiteY47" fmla="*/ 1878916 h 2199890"/>
              <a:gd name="connsiteX48" fmla="*/ 1099897 w 2289745"/>
              <a:gd name="connsiteY48" fmla="*/ 1887787 h 2199890"/>
              <a:gd name="connsiteX49" fmla="*/ 1091882 w 2289745"/>
              <a:gd name="connsiteY49" fmla="*/ 1898818 h 2199890"/>
              <a:gd name="connsiteX50" fmla="*/ 1078523 w 2289745"/>
              <a:gd name="connsiteY50" fmla="*/ 1901116 h 2199890"/>
              <a:gd name="connsiteX51" fmla="*/ 1073179 w 2289745"/>
              <a:gd name="connsiteY51" fmla="*/ 1915366 h 2199890"/>
              <a:gd name="connsiteX52" fmla="*/ 1072419 w 2289745"/>
              <a:gd name="connsiteY52" fmla="*/ 1917982 h 2199890"/>
              <a:gd name="connsiteX53" fmla="*/ 1073179 w 2289745"/>
              <a:gd name="connsiteY53" fmla="*/ 1915366 h 2199890"/>
              <a:gd name="connsiteX54" fmla="*/ 1078523 w 2289745"/>
              <a:gd name="connsiteY54" fmla="*/ 1901117 h 2199890"/>
              <a:gd name="connsiteX55" fmla="*/ 1091882 w 2289745"/>
              <a:gd name="connsiteY55" fmla="*/ 1898819 h 2199890"/>
              <a:gd name="connsiteX56" fmla="*/ 1099897 w 2289745"/>
              <a:gd name="connsiteY56" fmla="*/ 1887787 h 2199890"/>
              <a:gd name="connsiteX57" fmla="*/ 1117264 w 2289745"/>
              <a:gd name="connsiteY57" fmla="*/ 1773793 h 2199890"/>
              <a:gd name="connsiteX58" fmla="*/ 1127506 w 2289745"/>
              <a:gd name="connsiteY58" fmla="*/ 1777011 h 2199890"/>
              <a:gd name="connsiteX59" fmla="*/ 1127506 w 2289745"/>
              <a:gd name="connsiteY59" fmla="*/ 1777010 h 2199890"/>
              <a:gd name="connsiteX60" fmla="*/ 1078077 w 2289745"/>
              <a:gd name="connsiteY60" fmla="*/ 1719094 h 2199890"/>
              <a:gd name="connsiteX61" fmla="*/ 1082976 w 2289745"/>
              <a:gd name="connsiteY61" fmla="*/ 1724611 h 2199890"/>
              <a:gd name="connsiteX62" fmla="*/ 1082975 w 2289745"/>
              <a:gd name="connsiteY62" fmla="*/ 1724610 h 2199890"/>
              <a:gd name="connsiteX63" fmla="*/ 1017963 w 2289745"/>
              <a:gd name="connsiteY63" fmla="*/ 1699330 h 2199890"/>
              <a:gd name="connsiteX64" fmla="*/ 1017962 w 2289745"/>
              <a:gd name="connsiteY64" fmla="*/ 1699331 h 2199890"/>
              <a:gd name="connsiteX65" fmla="*/ 1026867 w 2289745"/>
              <a:gd name="connsiteY65" fmla="*/ 1711740 h 2199890"/>
              <a:gd name="connsiteX66" fmla="*/ 1026868 w 2289745"/>
              <a:gd name="connsiteY66" fmla="*/ 1711740 h 2199890"/>
              <a:gd name="connsiteX67" fmla="*/ 998540 w 2289745"/>
              <a:gd name="connsiteY67" fmla="*/ 1664450 h 2199890"/>
              <a:gd name="connsiteX68" fmla="*/ 1002821 w 2289745"/>
              <a:gd name="connsiteY68" fmla="*/ 1670833 h 2199890"/>
              <a:gd name="connsiteX69" fmla="*/ 1018852 w 2289745"/>
              <a:gd name="connsiteY69" fmla="*/ 1689218 h 2199890"/>
              <a:gd name="connsiteX70" fmla="*/ 1002821 w 2289745"/>
              <a:gd name="connsiteY70" fmla="*/ 1670832 h 2199890"/>
              <a:gd name="connsiteX71" fmla="*/ 1322549 w 2289745"/>
              <a:gd name="connsiteY71" fmla="*/ 1647390 h 2199890"/>
              <a:gd name="connsiteX72" fmla="*/ 1314089 w 2289745"/>
              <a:gd name="connsiteY72" fmla="*/ 1668073 h 2199890"/>
              <a:gd name="connsiteX73" fmla="*/ 1322549 w 2289745"/>
              <a:gd name="connsiteY73" fmla="*/ 1647390 h 2199890"/>
              <a:gd name="connsiteX74" fmla="*/ 1218793 w 2289745"/>
              <a:gd name="connsiteY74" fmla="*/ 1640494 h 2199890"/>
              <a:gd name="connsiteX75" fmla="*/ 1230370 w 2289745"/>
              <a:gd name="connsiteY75" fmla="*/ 1646469 h 2199890"/>
              <a:gd name="connsiteX76" fmla="*/ 1235269 w 2289745"/>
              <a:gd name="connsiteY76" fmla="*/ 1653824 h 2199890"/>
              <a:gd name="connsiteX77" fmla="*/ 1247292 w 2289745"/>
              <a:gd name="connsiteY77" fmla="*/ 1656122 h 2199890"/>
              <a:gd name="connsiteX78" fmla="*/ 1259761 w 2289745"/>
              <a:gd name="connsiteY78" fmla="*/ 1665315 h 2199890"/>
              <a:gd name="connsiteX79" fmla="*/ 1257979 w 2289745"/>
              <a:gd name="connsiteY79" fmla="*/ 1703006 h 2199890"/>
              <a:gd name="connsiteX80" fmla="*/ 1252190 w 2289745"/>
              <a:gd name="connsiteY80" fmla="*/ 1723231 h 2199890"/>
              <a:gd name="connsiteX81" fmla="*/ 1250409 w 2289745"/>
              <a:gd name="connsiteY81" fmla="*/ 1745294 h 2199890"/>
              <a:gd name="connsiteX82" fmla="*/ 1253972 w 2289745"/>
              <a:gd name="connsiteY82" fmla="*/ 1754028 h 2199890"/>
              <a:gd name="connsiteX83" fmla="*/ 1249964 w 2289745"/>
              <a:gd name="connsiteY83" fmla="*/ 1771495 h 2199890"/>
              <a:gd name="connsiteX84" fmla="*/ 1246402 w 2289745"/>
              <a:gd name="connsiteY84" fmla="*/ 1774252 h 2199890"/>
              <a:gd name="connsiteX85" fmla="*/ 1238831 w 2289745"/>
              <a:gd name="connsiteY85" fmla="*/ 1795396 h 2199890"/>
              <a:gd name="connsiteX86" fmla="*/ 1211223 w 2289745"/>
              <a:gd name="connsiteY86" fmla="*/ 1828951 h 2199890"/>
              <a:gd name="connsiteX87" fmla="*/ 1198309 w 2289745"/>
              <a:gd name="connsiteY87" fmla="*/ 1825733 h 2199890"/>
              <a:gd name="connsiteX88" fmla="*/ 1189848 w 2289745"/>
              <a:gd name="connsiteY88" fmla="*/ 1829410 h 2199890"/>
              <a:gd name="connsiteX89" fmla="*/ 1177825 w 2289745"/>
              <a:gd name="connsiteY89" fmla="*/ 1824355 h 2199890"/>
              <a:gd name="connsiteX90" fmla="*/ 1168028 w 2289745"/>
              <a:gd name="connsiteY90" fmla="*/ 1824355 h 2199890"/>
              <a:gd name="connsiteX91" fmla="*/ 1131959 w 2289745"/>
              <a:gd name="connsiteY91" fmla="*/ 1845958 h 2199890"/>
              <a:gd name="connsiteX92" fmla="*/ 1108804 w 2289745"/>
              <a:gd name="connsiteY92" fmla="*/ 1868022 h 2199890"/>
              <a:gd name="connsiteX93" fmla="*/ 1131959 w 2289745"/>
              <a:gd name="connsiteY93" fmla="*/ 1845959 h 2199890"/>
              <a:gd name="connsiteX94" fmla="*/ 1168028 w 2289745"/>
              <a:gd name="connsiteY94" fmla="*/ 1824355 h 2199890"/>
              <a:gd name="connsiteX95" fmla="*/ 1177825 w 2289745"/>
              <a:gd name="connsiteY95" fmla="*/ 1824355 h 2199890"/>
              <a:gd name="connsiteX96" fmla="*/ 1189848 w 2289745"/>
              <a:gd name="connsiteY96" fmla="*/ 1829411 h 2199890"/>
              <a:gd name="connsiteX97" fmla="*/ 1198309 w 2289745"/>
              <a:gd name="connsiteY97" fmla="*/ 1825734 h 2199890"/>
              <a:gd name="connsiteX98" fmla="*/ 1211223 w 2289745"/>
              <a:gd name="connsiteY98" fmla="*/ 1828952 h 2199890"/>
              <a:gd name="connsiteX99" fmla="*/ 1221019 w 2289745"/>
              <a:gd name="connsiteY99" fmla="*/ 1870320 h 2199890"/>
              <a:gd name="connsiteX100" fmla="*/ 1225917 w 2289745"/>
              <a:gd name="connsiteY100" fmla="*/ 1891464 h 2199890"/>
              <a:gd name="connsiteX101" fmla="*/ 1219683 w 2289745"/>
              <a:gd name="connsiteY101" fmla="*/ 1924099 h 2199890"/>
              <a:gd name="connsiteX102" fmla="*/ 1221464 w 2289745"/>
              <a:gd name="connsiteY102" fmla="*/ 1934672 h 2199890"/>
              <a:gd name="connsiteX103" fmla="*/ 1209441 w 2289745"/>
              <a:gd name="connsiteY103" fmla="*/ 1929615 h 2199890"/>
              <a:gd name="connsiteX104" fmla="*/ 1209440 w 2289745"/>
              <a:gd name="connsiteY104" fmla="*/ 1929615 h 2199890"/>
              <a:gd name="connsiteX105" fmla="*/ 1221463 w 2289745"/>
              <a:gd name="connsiteY105" fmla="*/ 1934672 h 2199890"/>
              <a:gd name="connsiteX106" fmla="*/ 1224136 w 2289745"/>
              <a:gd name="connsiteY106" fmla="*/ 1948001 h 2199890"/>
              <a:gd name="connsiteX107" fmla="*/ 1225471 w 2289745"/>
              <a:gd name="connsiteY107" fmla="*/ 1961331 h 2199890"/>
              <a:gd name="connsiteX108" fmla="*/ 1219236 w 2289745"/>
              <a:gd name="connsiteY108" fmla="*/ 1974201 h 2199890"/>
              <a:gd name="connsiteX109" fmla="*/ 1204988 w 2289745"/>
              <a:gd name="connsiteY109" fmla="*/ 1977419 h 2199890"/>
              <a:gd name="connsiteX110" fmla="*/ 1219238 w 2289745"/>
              <a:gd name="connsiteY110" fmla="*/ 1974201 h 2199890"/>
              <a:gd name="connsiteX111" fmla="*/ 1225472 w 2289745"/>
              <a:gd name="connsiteY111" fmla="*/ 1961331 h 2199890"/>
              <a:gd name="connsiteX112" fmla="*/ 1225473 w 2289745"/>
              <a:gd name="connsiteY112" fmla="*/ 1961331 h 2199890"/>
              <a:gd name="connsiteX113" fmla="*/ 1224138 w 2289745"/>
              <a:gd name="connsiteY113" fmla="*/ 1948001 h 2199890"/>
              <a:gd name="connsiteX114" fmla="*/ 1221466 w 2289745"/>
              <a:gd name="connsiteY114" fmla="*/ 1934671 h 2199890"/>
              <a:gd name="connsiteX115" fmla="*/ 1219685 w 2289745"/>
              <a:gd name="connsiteY115" fmla="*/ 1924099 h 2199890"/>
              <a:gd name="connsiteX116" fmla="*/ 1225919 w 2289745"/>
              <a:gd name="connsiteY116" fmla="*/ 1891463 h 2199890"/>
              <a:gd name="connsiteX117" fmla="*/ 1221020 w 2289745"/>
              <a:gd name="connsiteY117" fmla="*/ 1870320 h 2199890"/>
              <a:gd name="connsiteX118" fmla="*/ 1211224 w 2289745"/>
              <a:gd name="connsiteY118" fmla="*/ 1828951 h 2199890"/>
              <a:gd name="connsiteX119" fmla="*/ 1238832 w 2289745"/>
              <a:gd name="connsiteY119" fmla="*/ 1795397 h 2199890"/>
              <a:gd name="connsiteX120" fmla="*/ 1246403 w 2289745"/>
              <a:gd name="connsiteY120" fmla="*/ 1774252 h 2199890"/>
              <a:gd name="connsiteX121" fmla="*/ 1249965 w 2289745"/>
              <a:gd name="connsiteY121" fmla="*/ 1771495 h 2199890"/>
              <a:gd name="connsiteX122" fmla="*/ 1253973 w 2289745"/>
              <a:gd name="connsiteY122" fmla="*/ 1754028 h 2199890"/>
              <a:gd name="connsiteX123" fmla="*/ 1250410 w 2289745"/>
              <a:gd name="connsiteY123" fmla="*/ 1745295 h 2199890"/>
              <a:gd name="connsiteX124" fmla="*/ 1252191 w 2289745"/>
              <a:gd name="connsiteY124" fmla="*/ 1723232 h 2199890"/>
              <a:gd name="connsiteX125" fmla="*/ 1257980 w 2289745"/>
              <a:gd name="connsiteY125" fmla="*/ 1703006 h 2199890"/>
              <a:gd name="connsiteX126" fmla="*/ 1259762 w 2289745"/>
              <a:gd name="connsiteY126" fmla="*/ 1665315 h 2199890"/>
              <a:gd name="connsiteX127" fmla="*/ 1247293 w 2289745"/>
              <a:gd name="connsiteY127" fmla="*/ 1656122 h 2199890"/>
              <a:gd name="connsiteX128" fmla="*/ 1235270 w 2289745"/>
              <a:gd name="connsiteY128" fmla="*/ 1653824 h 2199890"/>
              <a:gd name="connsiteX129" fmla="*/ 1230372 w 2289745"/>
              <a:gd name="connsiteY129" fmla="*/ 1646470 h 2199890"/>
              <a:gd name="connsiteX130" fmla="*/ 1218794 w 2289745"/>
              <a:gd name="connsiteY130" fmla="*/ 1640494 h 2199890"/>
              <a:gd name="connsiteX131" fmla="*/ 1195193 w 2289745"/>
              <a:gd name="connsiteY131" fmla="*/ 1608778 h 2199890"/>
              <a:gd name="connsiteX132" fmla="*/ 1195192 w 2289745"/>
              <a:gd name="connsiteY132" fmla="*/ 1608779 h 2199890"/>
              <a:gd name="connsiteX133" fmla="*/ 1196973 w 2289745"/>
              <a:gd name="connsiteY133" fmla="*/ 1629923 h 2199890"/>
              <a:gd name="connsiteX134" fmla="*/ 1196972 w 2289745"/>
              <a:gd name="connsiteY134" fmla="*/ 1629923 h 2199890"/>
              <a:gd name="connsiteX135" fmla="*/ 1197863 w 2289745"/>
              <a:gd name="connsiteY135" fmla="*/ 1640954 h 2199890"/>
              <a:gd name="connsiteX136" fmla="*/ 1197865 w 2289745"/>
              <a:gd name="connsiteY136" fmla="*/ 1640954 h 2199890"/>
              <a:gd name="connsiteX137" fmla="*/ 1196974 w 2289745"/>
              <a:gd name="connsiteY137" fmla="*/ 1629922 h 2199890"/>
              <a:gd name="connsiteX138" fmla="*/ 1268742 w 2289745"/>
              <a:gd name="connsiteY138" fmla="*/ 1548265 h 2199890"/>
              <a:gd name="connsiteX139" fmla="*/ 1267776 w 2289745"/>
              <a:gd name="connsiteY139" fmla="*/ 1549484 h 2199890"/>
              <a:gd name="connsiteX140" fmla="*/ 1258870 w 2289745"/>
              <a:gd name="connsiteY140" fmla="*/ 1577063 h 2199890"/>
              <a:gd name="connsiteX141" fmla="*/ 1271784 w 2289745"/>
              <a:gd name="connsiteY141" fmla="*/ 1584418 h 2199890"/>
              <a:gd name="connsiteX142" fmla="*/ 1271784 w 2289745"/>
              <a:gd name="connsiteY142" fmla="*/ 1584418 h 2199890"/>
              <a:gd name="connsiteX143" fmla="*/ 1258870 w 2289745"/>
              <a:gd name="connsiteY143" fmla="*/ 1577063 h 2199890"/>
              <a:gd name="connsiteX144" fmla="*/ 1267776 w 2289745"/>
              <a:gd name="connsiteY144" fmla="*/ 1549484 h 2199890"/>
              <a:gd name="connsiteX145" fmla="*/ 1183096 w 2289745"/>
              <a:gd name="connsiteY145" fmla="*/ 1531959 h 2199890"/>
              <a:gd name="connsiteX146" fmla="*/ 1176489 w 2289745"/>
              <a:gd name="connsiteY146" fmla="*/ 1537074 h 2199890"/>
              <a:gd name="connsiteX147" fmla="*/ 1176490 w 2289745"/>
              <a:gd name="connsiteY147" fmla="*/ 1537074 h 2199890"/>
              <a:gd name="connsiteX148" fmla="*/ 1674783 w 2289745"/>
              <a:gd name="connsiteY148" fmla="*/ 1527420 h 2199890"/>
              <a:gd name="connsiteX149" fmla="*/ 1682800 w 2289745"/>
              <a:gd name="connsiteY149" fmla="*/ 1540291 h 2199890"/>
              <a:gd name="connsiteX150" fmla="*/ 1689033 w 2289745"/>
              <a:gd name="connsiteY150" fmla="*/ 1552701 h 2199890"/>
              <a:gd name="connsiteX151" fmla="*/ 1694377 w 2289745"/>
              <a:gd name="connsiteY151" fmla="*/ 1572466 h 2199890"/>
              <a:gd name="connsiteX152" fmla="*/ 1696159 w 2289745"/>
              <a:gd name="connsiteY152" fmla="*/ 1607859 h 2199890"/>
              <a:gd name="connsiteX153" fmla="*/ 1701947 w 2289745"/>
              <a:gd name="connsiteY153" fmla="*/ 1621649 h 2199890"/>
              <a:gd name="connsiteX154" fmla="*/ 1698830 w 2289745"/>
              <a:gd name="connsiteY154" fmla="*/ 1635898 h 2199890"/>
              <a:gd name="connsiteX155" fmla="*/ 1693486 w 2289745"/>
              <a:gd name="connsiteY155" fmla="*/ 1644172 h 2199890"/>
              <a:gd name="connsiteX156" fmla="*/ 1686361 w 2289745"/>
              <a:gd name="connsiteY156" fmla="*/ 1627164 h 2199890"/>
              <a:gd name="connsiteX157" fmla="*/ 1681018 w 2289745"/>
              <a:gd name="connsiteY157" fmla="*/ 1635898 h 2199890"/>
              <a:gd name="connsiteX158" fmla="*/ 1684580 w 2289745"/>
              <a:gd name="connsiteY158" fmla="*/ 1657502 h 2199890"/>
              <a:gd name="connsiteX159" fmla="*/ 1681463 w 2289745"/>
              <a:gd name="connsiteY159" fmla="*/ 1670372 h 2199890"/>
              <a:gd name="connsiteX160" fmla="*/ 1673893 w 2289745"/>
              <a:gd name="connsiteY160" fmla="*/ 1676807 h 2199890"/>
              <a:gd name="connsiteX161" fmla="*/ 1670776 w 2289745"/>
              <a:gd name="connsiteY161" fmla="*/ 1702088 h 2199890"/>
              <a:gd name="connsiteX162" fmla="*/ 1658753 w 2289745"/>
              <a:gd name="connsiteY162" fmla="*/ 1736562 h 2199890"/>
              <a:gd name="connsiteX163" fmla="*/ 1643612 w 2289745"/>
              <a:gd name="connsiteY163" fmla="*/ 1777011 h 2199890"/>
              <a:gd name="connsiteX164" fmla="*/ 1624464 w 2289745"/>
              <a:gd name="connsiteY164" fmla="*/ 1833088 h 2199890"/>
              <a:gd name="connsiteX165" fmla="*/ 1611551 w 2289745"/>
              <a:gd name="connsiteY165" fmla="*/ 1873998 h 2199890"/>
              <a:gd name="connsiteX166" fmla="*/ 1597746 w 2289745"/>
              <a:gd name="connsiteY166" fmla="*/ 1908472 h 2199890"/>
              <a:gd name="connsiteX167" fmla="*/ 1577262 w 2289745"/>
              <a:gd name="connsiteY167" fmla="*/ 1915367 h 2199890"/>
              <a:gd name="connsiteX168" fmla="*/ 1554551 w 2289745"/>
              <a:gd name="connsiteY168" fmla="*/ 1927777 h 2199890"/>
              <a:gd name="connsiteX169" fmla="*/ 1541192 w 2289745"/>
              <a:gd name="connsiteY169" fmla="*/ 1920422 h 2199890"/>
              <a:gd name="connsiteX170" fmla="*/ 1522490 w 2289745"/>
              <a:gd name="connsiteY170" fmla="*/ 1909850 h 2199890"/>
              <a:gd name="connsiteX171" fmla="*/ 1517146 w 2289745"/>
              <a:gd name="connsiteY171" fmla="*/ 1894222 h 2199890"/>
              <a:gd name="connsiteX172" fmla="*/ 1517146 w 2289745"/>
              <a:gd name="connsiteY172" fmla="*/ 1868022 h 2199890"/>
              <a:gd name="connsiteX173" fmla="*/ 1510467 w 2289745"/>
              <a:gd name="connsiteY173" fmla="*/ 1844580 h 2199890"/>
              <a:gd name="connsiteX174" fmla="*/ 1509576 w 2289745"/>
              <a:gd name="connsiteY174" fmla="*/ 1822976 h 2199890"/>
              <a:gd name="connsiteX175" fmla="*/ 1515365 w 2289745"/>
              <a:gd name="connsiteY175" fmla="*/ 1801832 h 2199890"/>
              <a:gd name="connsiteX176" fmla="*/ 1526944 w 2289745"/>
              <a:gd name="connsiteY176" fmla="*/ 1796776 h 2199890"/>
              <a:gd name="connsiteX177" fmla="*/ 1527833 w 2289745"/>
              <a:gd name="connsiteY177" fmla="*/ 1787123 h 2199890"/>
              <a:gd name="connsiteX178" fmla="*/ 1540747 w 2289745"/>
              <a:gd name="connsiteY178" fmla="*/ 1764601 h 2199890"/>
              <a:gd name="connsiteX179" fmla="*/ 1544309 w 2289745"/>
              <a:gd name="connsiteY179" fmla="*/ 1745755 h 2199890"/>
              <a:gd name="connsiteX180" fmla="*/ 1539411 w 2289745"/>
              <a:gd name="connsiteY180" fmla="*/ 1731965 h 2199890"/>
              <a:gd name="connsiteX181" fmla="*/ 1535850 w 2289745"/>
              <a:gd name="connsiteY181" fmla="*/ 1713120 h 2199890"/>
              <a:gd name="connsiteX182" fmla="*/ 1535403 w 2289745"/>
              <a:gd name="connsiteY182" fmla="*/ 1686000 h 2199890"/>
              <a:gd name="connsiteX183" fmla="*/ 1545200 w 2289745"/>
              <a:gd name="connsiteY183" fmla="*/ 1669453 h 2199890"/>
              <a:gd name="connsiteX184" fmla="*/ 1549654 w 2289745"/>
              <a:gd name="connsiteY184" fmla="*/ 1650607 h 2199890"/>
              <a:gd name="connsiteX185" fmla="*/ 1562121 w 2289745"/>
              <a:gd name="connsiteY185" fmla="*/ 1649688 h 2199890"/>
              <a:gd name="connsiteX186" fmla="*/ 1576372 w 2289745"/>
              <a:gd name="connsiteY186" fmla="*/ 1643712 h 2199890"/>
              <a:gd name="connsiteX187" fmla="*/ 1586168 w 2289745"/>
              <a:gd name="connsiteY187" fmla="*/ 1638197 h 2199890"/>
              <a:gd name="connsiteX188" fmla="*/ 1596855 w 2289745"/>
              <a:gd name="connsiteY188" fmla="*/ 1637737 h 2199890"/>
              <a:gd name="connsiteX189" fmla="*/ 1611996 w 2289745"/>
              <a:gd name="connsiteY189" fmla="*/ 1621190 h 2199890"/>
              <a:gd name="connsiteX190" fmla="*/ 1633816 w 2289745"/>
              <a:gd name="connsiteY190" fmla="*/ 1602804 h 2199890"/>
              <a:gd name="connsiteX191" fmla="*/ 1641831 w 2289745"/>
              <a:gd name="connsiteY191" fmla="*/ 1588094 h 2199890"/>
              <a:gd name="connsiteX192" fmla="*/ 1639159 w 2289745"/>
              <a:gd name="connsiteY192" fmla="*/ 1575224 h 2199890"/>
              <a:gd name="connsiteX193" fmla="*/ 1649847 w 2289745"/>
              <a:gd name="connsiteY193" fmla="*/ 1578901 h 2199890"/>
              <a:gd name="connsiteX194" fmla="*/ 1664541 w 2289745"/>
              <a:gd name="connsiteY194" fmla="*/ 1558677 h 2199890"/>
              <a:gd name="connsiteX195" fmla="*/ 1665877 w 2289745"/>
              <a:gd name="connsiteY195" fmla="*/ 1540751 h 2199890"/>
              <a:gd name="connsiteX196" fmla="*/ 1123592 w 2289745"/>
              <a:gd name="connsiteY196" fmla="*/ 1519068 h 2199890"/>
              <a:gd name="connsiteX197" fmla="*/ 1127506 w 2289745"/>
              <a:gd name="connsiteY197" fmla="*/ 1530179 h 2199890"/>
              <a:gd name="connsiteX198" fmla="*/ 1146654 w 2289745"/>
              <a:gd name="connsiteY198" fmla="*/ 1534316 h 2199890"/>
              <a:gd name="connsiteX199" fmla="*/ 1127506 w 2289745"/>
              <a:gd name="connsiteY199" fmla="*/ 1530179 h 2199890"/>
              <a:gd name="connsiteX200" fmla="*/ 1363516 w 2289745"/>
              <a:gd name="connsiteY200" fmla="*/ 1514550 h 2199890"/>
              <a:gd name="connsiteX201" fmla="*/ 1356837 w 2289745"/>
              <a:gd name="connsiteY201" fmla="*/ 1518227 h 2199890"/>
              <a:gd name="connsiteX202" fmla="*/ 1363516 w 2289745"/>
              <a:gd name="connsiteY202" fmla="*/ 1514550 h 2199890"/>
              <a:gd name="connsiteX203" fmla="*/ 1390234 w 2289745"/>
              <a:gd name="connsiteY203" fmla="*/ 1504897 h 2199890"/>
              <a:gd name="connsiteX204" fmla="*/ 1380883 w 2289745"/>
              <a:gd name="connsiteY204" fmla="*/ 1513630 h 2199890"/>
              <a:gd name="connsiteX205" fmla="*/ 1378260 w 2289745"/>
              <a:gd name="connsiteY205" fmla="*/ 1513769 h 2199890"/>
              <a:gd name="connsiteX206" fmla="*/ 1380884 w 2289745"/>
              <a:gd name="connsiteY206" fmla="*/ 1513630 h 2199890"/>
              <a:gd name="connsiteX207" fmla="*/ 1390235 w 2289745"/>
              <a:gd name="connsiteY207" fmla="*/ 1504897 h 2199890"/>
              <a:gd name="connsiteX208" fmla="*/ 1003267 w 2289745"/>
              <a:gd name="connsiteY208" fmla="*/ 1496625 h 2199890"/>
              <a:gd name="connsiteX209" fmla="*/ 997033 w 2289745"/>
              <a:gd name="connsiteY209" fmla="*/ 1499382 h 2199890"/>
              <a:gd name="connsiteX210" fmla="*/ 997033 w 2289745"/>
              <a:gd name="connsiteY210" fmla="*/ 1499383 h 2199890"/>
              <a:gd name="connsiteX211" fmla="*/ 1003267 w 2289745"/>
              <a:gd name="connsiteY211" fmla="*/ 1496625 h 2199890"/>
              <a:gd name="connsiteX212" fmla="*/ 1008854 w 2289745"/>
              <a:gd name="connsiteY212" fmla="*/ 1497105 h 2199890"/>
              <a:gd name="connsiteX213" fmla="*/ 1034898 w 2289745"/>
              <a:gd name="connsiteY213" fmla="*/ 1493798 h 2199890"/>
              <a:gd name="connsiteX214" fmla="*/ 1041118 w 2289745"/>
              <a:gd name="connsiteY214" fmla="*/ 1494786 h 2199890"/>
              <a:gd name="connsiteX215" fmla="*/ 1049578 w 2289745"/>
              <a:gd name="connsiteY215" fmla="*/ 1495245 h 2199890"/>
              <a:gd name="connsiteX216" fmla="*/ 1050914 w 2289745"/>
              <a:gd name="connsiteY216" fmla="*/ 1504438 h 2199890"/>
              <a:gd name="connsiteX217" fmla="*/ 1062937 w 2289745"/>
              <a:gd name="connsiteY217" fmla="*/ 1503979 h 2199890"/>
              <a:gd name="connsiteX218" fmla="*/ 1078522 w 2289745"/>
              <a:gd name="connsiteY218" fmla="*/ 1506737 h 2199890"/>
              <a:gd name="connsiteX219" fmla="*/ 1086983 w 2289745"/>
              <a:gd name="connsiteY219" fmla="*/ 1520067 h 2199890"/>
              <a:gd name="connsiteX220" fmla="*/ 1098198 w 2289745"/>
              <a:gd name="connsiteY220" fmla="*/ 1522434 h 2199890"/>
              <a:gd name="connsiteX221" fmla="*/ 1086984 w 2289745"/>
              <a:gd name="connsiteY221" fmla="*/ 1520066 h 2199890"/>
              <a:gd name="connsiteX222" fmla="*/ 1078523 w 2289745"/>
              <a:gd name="connsiteY222" fmla="*/ 1506737 h 2199890"/>
              <a:gd name="connsiteX223" fmla="*/ 1062937 w 2289745"/>
              <a:gd name="connsiteY223" fmla="*/ 1503979 h 2199890"/>
              <a:gd name="connsiteX224" fmla="*/ 1050914 w 2289745"/>
              <a:gd name="connsiteY224" fmla="*/ 1504438 h 2199890"/>
              <a:gd name="connsiteX225" fmla="*/ 1049578 w 2289745"/>
              <a:gd name="connsiteY225" fmla="*/ 1495245 h 2199890"/>
              <a:gd name="connsiteX226" fmla="*/ 1041118 w 2289745"/>
              <a:gd name="connsiteY226" fmla="*/ 1494786 h 2199890"/>
              <a:gd name="connsiteX227" fmla="*/ 1276237 w 2289745"/>
              <a:gd name="connsiteY227" fmla="*/ 1458014 h 2199890"/>
              <a:gd name="connsiteX228" fmla="*/ 1282026 w 2289745"/>
              <a:gd name="connsiteY228" fmla="*/ 1482835 h 2199890"/>
              <a:gd name="connsiteX229" fmla="*/ 1277573 w 2289745"/>
              <a:gd name="connsiteY229" fmla="*/ 1490649 h 2199890"/>
              <a:gd name="connsiteX230" fmla="*/ 1271784 w 2289745"/>
              <a:gd name="connsiteY230" fmla="*/ 1514550 h 2199890"/>
              <a:gd name="connsiteX231" fmla="*/ 1277574 w 2289745"/>
              <a:gd name="connsiteY231" fmla="*/ 1490648 h 2199890"/>
              <a:gd name="connsiteX232" fmla="*/ 1282027 w 2289745"/>
              <a:gd name="connsiteY232" fmla="*/ 1482834 h 2199890"/>
              <a:gd name="connsiteX233" fmla="*/ 991038 w 2289745"/>
              <a:gd name="connsiteY233" fmla="*/ 1425992 h 2199890"/>
              <a:gd name="connsiteX234" fmla="*/ 989017 w 2289745"/>
              <a:gd name="connsiteY234" fmla="*/ 1435031 h 2199890"/>
              <a:gd name="connsiteX235" fmla="*/ 989993 w 2289745"/>
              <a:gd name="connsiteY235" fmla="*/ 1445103 h 2199890"/>
              <a:gd name="connsiteX236" fmla="*/ 989018 w 2289745"/>
              <a:gd name="connsiteY236" fmla="*/ 1435031 h 2199890"/>
              <a:gd name="connsiteX237" fmla="*/ 987681 w 2289745"/>
              <a:gd name="connsiteY237" fmla="*/ 1387227 h 2199890"/>
              <a:gd name="connsiteX238" fmla="*/ 988127 w 2289745"/>
              <a:gd name="connsiteY238" fmla="*/ 1406073 h 2199890"/>
              <a:gd name="connsiteX239" fmla="*/ 987682 w 2289745"/>
              <a:gd name="connsiteY239" fmla="*/ 1387227 h 2199890"/>
              <a:gd name="connsiteX240" fmla="*/ 946714 w 2289745"/>
              <a:gd name="connsiteY240" fmla="*/ 1377115 h 2199890"/>
              <a:gd name="connsiteX241" fmla="*/ 946714 w 2289745"/>
              <a:gd name="connsiteY241" fmla="*/ 1377116 h 2199890"/>
              <a:gd name="connsiteX242" fmla="*/ 959628 w 2289745"/>
              <a:gd name="connsiteY242" fmla="*/ 1377116 h 2199890"/>
              <a:gd name="connsiteX243" fmla="*/ 959628 w 2289745"/>
              <a:gd name="connsiteY243" fmla="*/ 1377115 h 2199890"/>
              <a:gd name="connsiteX244" fmla="*/ 852310 w 2289745"/>
              <a:gd name="connsiteY244" fmla="*/ 1345859 h 2199890"/>
              <a:gd name="connsiteX245" fmla="*/ 858098 w 2289745"/>
              <a:gd name="connsiteY245" fmla="*/ 1367463 h 2199890"/>
              <a:gd name="connsiteX246" fmla="*/ 865223 w 2289745"/>
              <a:gd name="connsiteY246" fmla="*/ 1385389 h 2199890"/>
              <a:gd name="connsiteX247" fmla="*/ 871012 w 2289745"/>
              <a:gd name="connsiteY247" fmla="*/ 1395042 h 2199890"/>
              <a:gd name="connsiteX248" fmla="*/ 880363 w 2289745"/>
              <a:gd name="connsiteY248" fmla="*/ 1410210 h 2199890"/>
              <a:gd name="connsiteX249" fmla="*/ 871013 w 2289745"/>
              <a:gd name="connsiteY249" fmla="*/ 1395041 h 2199890"/>
              <a:gd name="connsiteX250" fmla="*/ 865224 w 2289745"/>
              <a:gd name="connsiteY250" fmla="*/ 1385389 h 2199890"/>
              <a:gd name="connsiteX251" fmla="*/ 858099 w 2289745"/>
              <a:gd name="connsiteY251" fmla="*/ 1367462 h 2199890"/>
              <a:gd name="connsiteX252" fmla="*/ 852310 w 2289745"/>
              <a:gd name="connsiteY252" fmla="*/ 1345859 h 2199890"/>
              <a:gd name="connsiteX253" fmla="*/ 777944 w 2289745"/>
              <a:gd name="connsiteY253" fmla="*/ 1345399 h 2199890"/>
              <a:gd name="connsiteX254" fmla="*/ 775120 w 2289745"/>
              <a:gd name="connsiteY254" fmla="*/ 1346419 h 2199890"/>
              <a:gd name="connsiteX255" fmla="*/ 777944 w 2289745"/>
              <a:gd name="connsiteY255" fmla="*/ 1345399 h 2199890"/>
              <a:gd name="connsiteX256" fmla="*/ 815360 w 2289745"/>
              <a:gd name="connsiteY256" fmla="*/ 1345630 h 2199890"/>
              <a:gd name="connsiteX257" fmla="*/ 783733 w 2289745"/>
              <a:gd name="connsiteY257" fmla="*/ 1304949 h 2199890"/>
              <a:gd name="connsiteX258" fmla="*/ 774826 w 2289745"/>
              <a:gd name="connsiteY258" fmla="*/ 1316440 h 2199890"/>
              <a:gd name="connsiteX259" fmla="*/ 769777 w 2289745"/>
              <a:gd name="connsiteY259" fmla="*/ 1314008 h 2199890"/>
              <a:gd name="connsiteX260" fmla="*/ 774827 w 2289745"/>
              <a:gd name="connsiteY260" fmla="*/ 1316441 h 2199890"/>
              <a:gd name="connsiteX261" fmla="*/ 783733 w 2289745"/>
              <a:gd name="connsiteY261" fmla="*/ 1304950 h 2199890"/>
              <a:gd name="connsiteX262" fmla="*/ 797537 w 2289745"/>
              <a:gd name="connsiteY262" fmla="*/ 1305409 h 2199890"/>
              <a:gd name="connsiteX263" fmla="*/ 797537 w 2289745"/>
              <a:gd name="connsiteY263" fmla="*/ 1305408 h 2199890"/>
              <a:gd name="connsiteX264" fmla="*/ 1179577 w 2289745"/>
              <a:gd name="connsiteY264" fmla="*/ 1274421 h 2199890"/>
              <a:gd name="connsiteX265" fmla="*/ 1174263 w 2289745"/>
              <a:gd name="connsiteY265" fmla="*/ 1321497 h 2199890"/>
              <a:gd name="connsiteX266" fmla="*/ 1180943 w 2289745"/>
              <a:gd name="connsiteY266" fmla="*/ 1338045 h 2199890"/>
              <a:gd name="connsiteX267" fmla="*/ 1176490 w 2289745"/>
              <a:gd name="connsiteY267" fmla="*/ 1350455 h 2199890"/>
              <a:gd name="connsiteX268" fmla="*/ 1184505 w 2289745"/>
              <a:gd name="connsiteY268" fmla="*/ 1371600 h 2199890"/>
              <a:gd name="connsiteX269" fmla="*/ 1199646 w 2289745"/>
              <a:gd name="connsiteY269" fmla="*/ 1387687 h 2199890"/>
              <a:gd name="connsiteX270" fmla="*/ 1202763 w 2289745"/>
              <a:gd name="connsiteY270" fmla="*/ 1403775 h 2199890"/>
              <a:gd name="connsiteX271" fmla="*/ 1209887 w 2289745"/>
              <a:gd name="connsiteY271" fmla="*/ 1411589 h 2199890"/>
              <a:gd name="connsiteX272" fmla="*/ 1208552 w 2289745"/>
              <a:gd name="connsiteY272" fmla="*/ 1416645 h 2199890"/>
              <a:gd name="connsiteX273" fmla="*/ 1204544 w 2289745"/>
              <a:gd name="connsiteY273" fmla="*/ 1415266 h 2199890"/>
              <a:gd name="connsiteX274" fmla="*/ 1208551 w 2289745"/>
              <a:gd name="connsiteY274" fmla="*/ 1416645 h 2199890"/>
              <a:gd name="connsiteX275" fmla="*/ 1207215 w 2289745"/>
              <a:gd name="connsiteY275" fmla="*/ 1423080 h 2199890"/>
              <a:gd name="connsiteX276" fmla="*/ 1215676 w 2289745"/>
              <a:gd name="connsiteY276" fmla="*/ 1425378 h 2199890"/>
              <a:gd name="connsiteX277" fmla="*/ 1221019 w 2289745"/>
              <a:gd name="connsiteY277" fmla="*/ 1431354 h 2199890"/>
              <a:gd name="connsiteX278" fmla="*/ 1225472 w 2289745"/>
              <a:gd name="connsiteY278" fmla="*/ 1429975 h 2199890"/>
              <a:gd name="connsiteX279" fmla="*/ 1223246 w 2289745"/>
              <a:gd name="connsiteY279" fmla="*/ 1424918 h 2199890"/>
              <a:gd name="connsiteX280" fmla="*/ 1224582 w 2289745"/>
              <a:gd name="connsiteY280" fmla="*/ 1425838 h 2199890"/>
              <a:gd name="connsiteX281" fmla="*/ 1234378 w 2289745"/>
              <a:gd name="connsiteY281" fmla="*/ 1430894 h 2199890"/>
              <a:gd name="connsiteX282" fmla="*/ 1250409 w 2289745"/>
              <a:gd name="connsiteY282" fmla="*/ 1435951 h 2199890"/>
              <a:gd name="connsiteX283" fmla="*/ 1264660 w 2289745"/>
              <a:gd name="connsiteY283" fmla="*/ 1444684 h 2199890"/>
              <a:gd name="connsiteX284" fmla="*/ 1264659 w 2289745"/>
              <a:gd name="connsiteY284" fmla="*/ 1444683 h 2199890"/>
              <a:gd name="connsiteX285" fmla="*/ 1289151 w 2289745"/>
              <a:gd name="connsiteY285" fmla="*/ 1450199 h 2199890"/>
              <a:gd name="connsiteX286" fmla="*/ 1293604 w 2289745"/>
              <a:gd name="connsiteY286" fmla="*/ 1458014 h 2199890"/>
              <a:gd name="connsiteX287" fmla="*/ 1293159 w 2289745"/>
              <a:gd name="connsiteY287" fmla="*/ 1461690 h 2199890"/>
              <a:gd name="connsiteX288" fmla="*/ 1301174 w 2289745"/>
              <a:gd name="connsiteY288" fmla="*/ 1480536 h 2199890"/>
              <a:gd name="connsiteX289" fmla="*/ 1302065 w 2289745"/>
              <a:gd name="connsiteY289" fmla="*/ 1515929 h 2199890"/>
              <a:gd name="connsiteX290" fmla="*/ 1294050 w 2289745"/>
              <a:gd name="connsiteY290" fmla="*/ 1532477 h 2199890"/>
              <a:gd name="connsiteX291" fmla="*/ 1301174 w 2289745"/>
              <a:gd name="connsiteY291" fmla="*/ 1554080 h 2199890"/>
              <a:gd name="connsiteX292" fmla="*/ 1300284 w 2289745"/>
              <a:gd name="connsiteY292" fmla="*/ 1566951 h 2199890"/>
              <a:gd name="connsiteX293" fmla="*/ 1305627 w 2289745"/>
              <a:gd name="connsiteY293" fmla="*/ 1575684 h 2199890"/>
              <a:gd name="connsiteX294" fmla="*/ 1305182 w 2289745"/>
              <a:gd name="connsiteY294" fmla="*/ 1586716 h 2199890"/>
              <a:gd name="connsiteX295" fmla="*/ 1309190 w 2289745"/>
              <a:gd name="connsiteY295" fmla="*/ 1593151 h 2199890"/>
              <a:gd name="connsiteX296" fmla="*/ 1313643 w 2289745"/>
              <a:gd name="connsiteY296" fmla="*/ 1585796 h 2199890"/>
              <a:gd name="connsiteX297" fmla="*/ 1322104 w 2289745"/>
              <a:gd name="connsiteY297" fmla="*/ 1597287 h 2199890"/>
              <a:gd name="connsiteX298" fmla="*/ 1322994 w 2289745"/>
              <a:gd name="connsiteY298" fmla="*/ 1593611 h 2199890"/>
              <a:gd name="connsiteX299" fmla="*/ 1318541 w 2289745"/>
              <a:gd name="connsiteY299" fmla="*/ 1577982 h 2199890"/>
              <a:gd name="connsiteX300" fmla="*/ 1313643 w 2289745"/>
              <a:gd name="connsiteY300" fmla="*/ 1576603 h 2199890"/>
              <a:gd name="connsiteX301" fmla="*/ 1313198 w 2289745"/>
              <a:gd name="connsiteY301" fmla="*/ 1572466 h 2199890"/>
              <a:gd name="connsiteX302" fmla="*/ 1314978 w 2289745"/>
              <a:gd name="connsiteY302" fmla="*/ 1572466 h 2199890"/>
              <a:gd name="connsiteX303" fmla="*/ 1323439 w 2289745"/>
              <a:gd name="connsiteY303" fmla="*/ 1582119 h 2199890"/>
              <a:gd name="connsiteX304" fmla="*/ 1333236 w 2289745"/>
              <a:gd name="connsiteY304" fmla="*/ 1603263 h 2199890"/>
              <a:gd name="connsiteX305" fmla="*/ 1333681 w 2289745"/>
              <a:gd name="connsiteY305" fmla="*/ 1641414 h 2199890"/>
              <a:gd name="connsiteX306" fmla="*/ 1333682 w 2289745"/>
              <a:gd name="connsiteY306" fmla="*/ 1641414 h 2199890"/>
              <a:gd name="connsiteX307" fmla="*/ 1333237 w 2289745"/>
              <a:gd name="connsiteY307" fmla="*/ 1603262 h 2199890"/>
              <a:gd name="connsiteX308" fmla="*/ 1323440 w 2289745"/>
              <a:gd name="connsiteY308" fmla="*/ 1582119 h 2199890"/>
              <a:gd name="connsiteX309" fmla="*/ 1314979 w 2289745"/>
              <a:gd name="connsiteY309" fmla="*/ 1572466 h 2199890"/>
              <a:gd name="connsiteX310" fmla="*/ 1313198 w 2289745"/>
              <a:gd name="connsiteY310" fmla="*/ 1572466 h 2199890"/>
              <a:gd name="connsiteX311" fmla="*/ 1310526 w 2289745"/>
              <a:gd name="connsiteY311" fmla="*/ 1538911 h 2199890"/>
              <a:gd name="connsiteX312" fmla="*/ 1317206 w 2289745"/>
              <a:gd name="connsiteY312" fmla="*/ 1510873 h 2199890"/>
              <a:gd name="connsiteX313" fmla="*/ 1322958 w 2289745"/>
              <a:gd name="connsiteY313" fmla="*/ 1510333 h 2199890"/>
              <a:gd name="connsiteX314" fmla="*/ 1317204 w 2289745"/>
              <a:gd name="connsiteY314" fmla="*/ 1510872 h 2199890"/>
              <a:gd name="connsiteX315" fmla="*/ 1317650 w 2289745"/>
              <a:gd name="connsiteY315" fmla="*/ 1510413 h 2199890"/>
              <a:gd name="connsiteX316" fmla="*/ 1309634 w 2289745"/>
              <a:gd name="connsiteY316" fmla="*/ 1499381 h 2199890"/>
              <a:gd name="connsiteX317" fmla="*/ 1308298 w 2289745"/>
              <a:gd name="connsiteY317" fmla="*/ 1468125 h 2199890"/>
              <a:gd name="connsiteX318" fmla="*/ 1295385 w 2289745"/>
              <a:gd name="connsiteY318" fmla="*/ 1452497 h 2199890"/>
              <a:gd name="connsiteX319" fmla="*/ 1293604 w 2289745"/>
              <a:gd name="connsiteY319" fmla="*/ 1458012 h 2199890"/>
              <a:gd name="connsiteX320" fmla="*/ 1289151 w 2289745"/>
              <a:gd name="connsiteY320" fmla="*/ 1450199 h 2199890"/>
              <a:gd name="connsiteX321" fmla="*/ 1264659 w 2289745"/>
              <a:gd name="connsiteY321" fmla="*/ 1444683 h 2199890"/>
              <a:gd name="connsiteX322" fmla="*/ 1250409 w 2289745"/>
              <a:gd name="connsiteY322" fmla="*/ 1435950 h 2199890"/>
              <a:gd name="connsiteX323" fmla="*/ 1234378 w 2289745"/>
              <a:gd name="connsiteY323" fmla="*/ 1430893 h 2199890"/>
              <a:gd name="connsiteX324" fmla="*/ 1224582 w 2289745"/>
              <a:gd name="connsiteY324" fmla="*/ 1425837 h 2199890"/>
              <a:gd name="connsiteX325" fmla="*/ 1223245 w 2289745"/>
              <a:gd name="connsiteY325" fmla="*/ 1424918 h 2199890"/>
              <a:gd name="connsiteX326" fmla="*/ 1211223 w 2289745"/>
              <a:gd name="connsiteY326" fmla="*/ 1394581 h 2199890"/>
              <a:gd name="connsiteX327" fmla="*/ 1209441 w 2289745"/>
              <a:gd name="connsiteY327" fmla="*/ 1376654 h 2199890"/>
              <a:gd name="connsiteX328" fmla="*/ 1189403 w 2289745"/>
              <a:gd name="connsiteY328" fmla="*/ 1356430 h 2199890"/>
              <a:gd name="connsiteX329" fmla="*/ 1195637 w 2289745"/>
              <a:gd name="connsiteY329" fmla="*/ 1345398 h 2199890"/>
              <a:gd name="connsiteX330" fmla="*/ 1190739 w 2289745"/>
              <a:gd name="connsiteY330" fmla="*/ 1333448 h 2199890"/>
              <a:gd name="connsiteX331" fmla="*/ 1191629 w 2289745"/>
              <a:gd name="connsiteY331" fmla="*/ 1321037 h 2199890"/>
              <a:gd name="connsiteX332" fmla="*/ 1187176 w 2289745"/>
              <a:gd name="connsiteY332" fmla="*/ 1316900 h 2199890"/>
              <a:gd name="connsiteX333" fmla="*/ 1188512 w 2289745"/>
              <a:gd name="connsiteY333" fmla="*/ 1304030 h 2199890"/>
              <a:gd name="connsiteX334" fmla="*/ 1190069 w 2289745"/>
              <a:gd name="connsiteY334" fmla="*/ 1303762 h 2199890"/>
              <a:gd name="connsiteX335" fmla="*/ 1188514 w 2289745"/>
              <a:gd name="connsiteY335" fmla="*/ 1304029 h 2199890"/>
              <a:gd name="connsiteX336" fmla="*/ 1188514 w 2289745"/>
              <a:gd name="connsiteY336" fmla="*/ 1302651 h 2199890"/>
              <a:gd name="connsiteX337" fmla="*/ 1179608 w 2289745"/>
              <a:gd name="connsiteY337" fmla="*/ 1274612 h 2199890"/>
              <a:gd name="connsiteX338" fmla="*/ 1364048 w 2289745"/>
              <a:gd name="connsiteY338" fmla="*/ 1245133 h 2199890"/>
              <a:gd name="connsiteX339" fmla="*/ 1392015 w 2289745"/>
              <a:gd name="connsiteY339" fmla="*/ 1263581 h 2199890"/>
              <a:gd name="connsiteX340" fmla="*/ 1393351 w 2289745"/>
              <a:gd name="connsiteY340" fmla="*/ 1280588 h 2199890"/>
              <a:gd name="connsiteX341" fmla="*/ 1393352 w 2289745"/>
              <a:gd name="connsiteY341" fmla="*/ 1280589 h 2199890"/>
              <a:gd name="connsiteX342" fmla="*/ 1392016 w 2289745"/>
              <a:gd name="connsiteY342" fmla="*/ 1263581 h 2199890"/>
              <a:gd name="connsiteX343" fmla="*/ 1196084 w 2289745"/>
              <a:gd name="connsiteY343" fmla="*/ 1241517 h 2199890"/>
              <a:gd name="connsiteX344" fmla="*/ 1209887 w 2289745"/>
              <a:gd name="connsiteY344" fmla="*/ 1243356 h 2199890"/>
              <a:gd name="connsiteX345" fmla="*/ 1209887 w 2289745"/>
              <a:gd name="connsiteY345" fmla="*/ 1243355 h 2199890"/>
              <a:gd name="connsiteX346" fmla="*/ 1175600 w 2289745"/>
              <a:gd name="connsiteY346" fmla="*/ 1239679 h 2199890"/>
              <a:gd name="connsiteX347" fmla="*/ 1175599 w 2289745"/>
              <a:gd name="connsiteY347" fmla="*/ 1239679 h 2199890"/>
              <a:gd name="connsiteX348" fmla="*/ 1172928 w 2289745"/>
              <a:gd name="connsiteY348" fmla="*/ 1256227 h 2199890"/>
              <a:gd name="connsiteX349" fmla="*/ 1179162 w 2289745"/>
              <a:gd name="connsiteY349" fmla="*/ 1269556 h 2199890"/>
              <a:gd name="connsiteX350" fmla="*/ 1179166 w 2289745"/>
              <a:gd name="connsiteY350" fmla="*/ 1269601 h 2199890"/>
              <a:gd name="connsiteX351" fmla="*/ 1179162 w 2289745"/>
              <a:gd name="connsiteY351" fmla="*/ 1269555 h 2199890"/>
              <a:gd name="connsiteX352" fmla="*/ 1172928 w 2289745"/>
              <a:gd name="connsiteY352" fmla="*/ 1256226 h 2199890"/>
              <a:gd name="connsiteX353" fmla="*/ 1180053 w 2289745"/>
              <a:gd name="connsiteY353" fmla="*/ 1219914 h 2199890"/>
              <a:gd name="connsiteX354" fmla="*/ 1180052 w 2289745"/>
              <a:gd name="connsiteY354" fmla="*/ 1219915 h 2199890"/>
              <a:gd name="connsiteX355" fmla="*/ 1179162 w 2289745"/>
              <a:gd name="connsiteY355" fmla="*/ 1237380 h 2199890"/>
              <a:gd name="connsiteX356" fmla="*/ 1179162 w 2289745"/>
              <a:gd name="connsiteY356" fmla="*/ 1237380 h 2199890"/>
              <a:gd name="connsiteX357" fmla="*/ 789967 w 2289745"/>
              <a:gd name="connsiteY357" fmla="*/ 1171190 h 2199890"/>
              <a:gd name="connsiteX358" fmla="*/ 789967 w 2289745"/>
              <a:gd name="connsiteY358" fmla="*/ 1171191 h 2199890"/>
              <a:gd name="connsiteX359" fmla="*/ 801990 w 2289745"/>
              <a:gd name="connsiteY359" fmla="*/ 1188658 h 2199890"/>
              <a:gd name="connsiteX360" fmla="*/ 804662 w 2289745"/>
              <a:gd name="connsiteY360" fmla="*/ 1211640 h 2199890"/>
              <a:gd name="connsiteX361" fmla="*/ 801990 w 2289745"/>
              <a:gd name="connsiteY361" fmla="*/ 1188657 h 2199890"/>
              <a:gd name="connsiteX362" fmla="*/ 769037 w 2289745"/>
              <a:gd name="connsiteY362" fmla="*/ 1118331 h 2199890"/>
              <a:gd name="connsiteX363" fmla="*/ 776162 w 2289745"/>
              <a:gd name="connsiteY363" fmla="*/ 1133500 h 2199890"/>
              <a:gd name="connsiteX364" fmla="*/ 794865 w 2289745"/>
              <a:gd name="connsiteY364" fmla="*/ 1131201 h 2199890"/>
              <a:gd name="connsiteX365" fmla="*/ 801099 w 2289745"/>
              <a:gd name="connsiteY365" fmla="*/ 1136717 h 2199890"/>
              <a:gd name="connsiteX366" fmla="*/ 801099 w 2289745"/>
              <a:gd name="connsiteY366" fmla="*/ 1136717 h 2199890"/>
              <a:gd name="connsiteX367" fmla="*/ 794865 w 2289745"/>
              <a:gd name="connsiteY367" fmla="*/ 1131201 h 2199890"/>
              <a:gd name="connsiteX368" fmla="*/ 776162 w 2289745"/>
              <a:gd name="connsiteY368" fmla="*/ 1133499 h 2199890"/>
              <a:gd name="connsiteX369" fmla="*/ 740410 w 2289745"/>
              <a:gd name="connsiteY369" fmla="*/ 1104348 h 2199890"/>
              <a:gd name="connsiteX370" fmla="*/ 752561 w 2289745"/>
              <a:gd name="connsiteY370" fmla="*/ 1107300 h 2199890"/>
              <a:gd name="connsiteX371" fmla="*/ 764712 w 2289745"/>
              <a:gd name="connsiteY371" fmla="*/ 1104348 h 2199890"/>
              <a:gd name="connsiteX372" fmla="*/ 752561 w 2289745"/>
              <a:gd name="connsiteY372" fmla="*/ 1107299 h 2199890"/>
              <a:gd name="connsiteX373" fmla="*/ 767701 w 2289745"/>
              <a:gd name="connsiteY373" fmla="*/ 1103622 h 2199890"/>
              <a:gd name="connsiteX374" fmla="*/ 770818 w 2289745"/>
              <a:gd name="connsiteY374" fmla="*/ 1105461 h 2199890"/>
              <a:gd name="connsiteX375" fmla="*/ 770818 w 2289745"/>
              <a:gd name="connsiteY375" fmla="*/ 1105460 h 2199890"/>
              <a:gd name="connsiteX376" fmla="*/ 802435 w 2289745"/>
              <a:gd name="connsiteY376" fmla="*/ 1106380 h 2199890"/>
              <a:gd name="connsiteX377" fmla="*/ 812677 w 2289745"/>
              <a:gd name="connsiteY377" fmla="*/ 1110287 h 2199890"/>
              <a:gd name="connsiteX378" fmla="*/ 802435 w 2289745"/>
              <a:gd name="connsiteY378" fmla="*/ 1106380 h 2199890"/>
              <a:gd name="connsiteX379" fmla="*/ 770818 w 2289745"/>
              <a:gd name="connsiteY379" fmla="*/ 1105460 h 2199890"/>
              <a:gd name="connsiteX380" fmla="*/ 767702 w 2289745"/>
              <a:gd name="connsiteY380" fmla="*/ 1103622 h 2199890"/>
              <a:gd name="connsiteX381" fmla="*/ 737420 w 2289745"/>
              <a:gd name="connsiteY381" fmla="*/ 1103622 h 2199890"/>
              <a:gd name="connsiteX382" fmla="*/ 725398 w 2289745"/>
              <a:gd name="connsiteY382" fmla="*/ 1105460 h 2199890"/>
              <a:gd name="connsiteX383" fmla="*/ 725398 w 2289745"/>
              <a:gd name="connsiteY383" fmla="*/ 1105461 h 2199890"/>
              <a:gd name="connsiteX384" fmla="*/ 1241293 w 2289745"/>
              <a:gd name="connsiteY384" fmla="*/ 1065688 h 2199890"/>
              <a:gd name="connsiteX385" fmla="*/ 1245066 w 2289745"/>
              <a:gd name="connsiteY385" fmla="*/ 1067311 h 2199890"/>
              <a:gd name="connsiteX386" fmla="*/ 1245066 w 2289745"/>
              <a:gd name="connsiteY386" fmla="*/ 1067311 h 2199890"/>
              <a:gd name="connsiteX387" fmla="*/ 1469054 w 2289745"/>
              <a:gd name="connsiteY387" fmla="*/ 1046625 h 2199890"/>
              <a:gd name="connsiteX388" fmla="*/ 1445897 w 2289745"/>
              <a:gd name="connsiteY388" fmla="*/ 1059037 h 2199890"/>
              <a:gd name="connsiteX389" fmla="*/ 1469054 w 2289745"/>
              <a:gd name="connsiteY389" fmla="*/ 1046626 h 2199890"/>
              <a:gd name="connsiteX390" fmla="*/ 1479295 w 2289745"/>
              <a:gd name="connsiteY390" fmla="*/ 1056738 h 2199890"/>
              <a:gd name="connsiteX391" fmla="*/ 1182172 w 2289745"/>
              <a:gd name="connsiteY391" fmla="*/ 1039837 h 2199890"/>
              <a:gd name="connsiteX392" fmla="*/ 1176044 w 2289745"/>
              <a:gd name="connsiteY392" fmla="*/ 1042489 h 2199890"/>
              <a:gd name="connsiteX393" fmla="*/ 1176045 w 2289745"/>
              <a:gd name="connsiteY393" fmla="*/ 1042489 h 2199890"/>
              <a:gd name="connsiteX394" fmla="*/ 809910 w 2289745"/>
              <a:gd name="connsiteY394" fmla="*/ 1038040 h 2199890"/>
              <a:gd name="connsiteX395" fmla="*/ 817575 w 2289745"/>
              <a:gd name="connsiteY395" fmla="*/ 1048004 h 2199890"/>
              <a:gd name="connsiteX396" fmla="*/ 819802 w 2289745"/>
              <a:gd name="connsiteY396" fmla="*/ 1058576 h 2199890"/>
              <a:gd name="connsiteX397" fmla="*/ 829153 w 2289745"/>
              <a:gd name="connsiteY397" fmla="*/ 1073745 h 2199890"/>
              <a:gd name="connsiteX398" fmla="*/ 840731 w 2289745"/>
              <a:gd name="connsiteY398" fmla="*/ 1083397 h 2199890"/>
              <a:gd name="connsiteX399" fmla="*/ 842067 w 2289745"/>
              <a:gd name="connsiteY399" fmla="*/ 1096727 h 2199890"/>
              <a:gd name="connsiteX400" fmla="*/ 844739 w 2289745"/>
              <a:gd name="connsiteY400" fmla="*/ 1105460 h 2199890"/>
              <a:gd name="connsiteX401" fmla="*/ 843138 w 2289745"/>
              <a:gd name="connsiteY401" fmla="*/ 1119508 h 2199890"/>
              <a:gd name="connsiteX402" fmla="*/ 844739 w 2289745"/>
              <a:gd name="connsiteY402" fmla="*/ 1105460 h 2199890"/>
              <a:gd name="connsiteX403" fmla="*/ 844740 w 2289745"/>
              <a:gd name="connsiteY403" fmla="*/ 1105460 h 2199890"/>
              <a:gd name="connsiteX404" fmla="*/ 842067 w 2289745"/>
              <a:gd name="connsiteY404" fmla="*/ 1096727 h 2199890"/>
              <a:gd name="connsiteX405" fmla="*/ 840731 w 2289745"/>
              <a:gd name="connsiteY405" fmla="*/ 1083397 h 2199890"/>
              <a:gd name="connsiteX406" fmla="*/ 829154 w 2289745"/>
              <a:gd name="connsiteY406" fmla="*/ 1073745 h 2199890"/>
              <a:gd name="connsiteX407" fmla="*/ 819802 w 2289745"/>
              <a:gd name="connsiteY407" fmla="*/ 1058576 h 2199890"/>
              <a:gd name="connsiteX408" fmla="*/ 817576 w 2289745"/>
              <a:gd name="connsiteY408" fmla="*/ 1048004 h 2199890"/>
              <a:gd name="connsiteX409" fmla="*/ 1344248 w 2289745"/>
              <a:gd name="connsiteY409" fmla="*/ 1031829 h 2199890"/>
              <a:gd name="connsiteX410" fmla="*/ 1352384 w 2289745"/>
              <a:gd name="connsiteY410" fmla="*/ 1041111 h 2199890"/>
              <a:gd name="connsiteX411" fmla="*/ 1370196 w 2289745"/>
              <a:gd name="connsiteY411" fmla="*/ 1041111 h 2199890"/>
              <a:gd name="connsiteX412" fmla="*/ 1402258 w 2289745"/>
              <a:gd name="connsiteY412" fmla="*/ 1065931 h 2199890"/>
              <a:gd name="connsiteX413" fmla="*/ 1410273 w 2289745"/>
              <a:gd name="connsiteY413" fmla="*/ 1066391 h 2199890"/>
              <a:gd name="connsiteX414" fmla="*/ 1416063 w 2289745"/>
              <a:gd name="connsiteY414" fmla="*/ 1065472 h 2199890"/>
              <a:gd name="connsiteX415" fmla="*/ 1421851 w 2289745"/>
              <a:gd name="connsiteY415" fmla="*/ 1068690 h 2199890"/>
              <a:gd name="connsiteX416" fmla="*/ 1438773 w 2289745"/>
              <a:gd name="connsiteY416" fmla="*/ 1071447 h 2199890"/>
              <a:gd name="connsiteX417" fmla="*/ 1421851 w 2289745"/>
              <a:gd name="connsiteY417" fmla="*/ 1068689 h 2199890"/>
              <a:gd name="connsiteX418" fmla="*/ 1416062 w 2289745"/>
              <a:gd name="connsiteY418" fmla="*/ 1065471 h 2199890"/>
              <a:gd name="connsiteX419" fmla="*/ 1410273 w 2289745"/>
              <a:gd name="connsiteY419" fmla="*/ 1066391 h 2199890"/>
              <a:gd name="connsiteX420" fmla="*/ 1402258 w 2289745"/>
              <a:gd name="connsiteY420" fmla="*/ 1065931 h 2199890"/>
              <a:gd name="connsiteX421" fmla="*/ 1370196 w 2289745"/>
              <a:gd name="connsiteY421" fmla="*/ 1041110 h 2199890"/>
              <a:gd name="connsiteX422" fmla="*/ 1352384 w 2289745"/>
              <a:gd name="connsiteY422" fmla="*/ 1041110 h 2199890"/>
              <a:gd name="connsiteX423" fmla="*/ 931573 w 2289745"/>
              <a:gd name="connsiteY423" fmla="*/ 1023642 h 2199890"/>
              <a:gd name="connsiteX424" fmla="*/ 918214 w 2289745"/>
              <a:gd name="connsiteY424" fmla="*/ 1033295 h 2199890"/>
              <a:gd name="connsiteX425" fmla="*/ 908418 w 2289745"/>
              <a:gd name="connsiteY425" fmla="*/ 1048004 h 2199890"/>
              <a:gd name="connsiteX426" fmla="*/ 906191 w 2289745"/>
              <a:gd name="connsiteY426" fmla="*/ 1068688 h 2199890"/>
              <a:gd name="connsiteX427" fmla="*/ 890160 w 2289745"/>
              <a:gd name="connsiteY427" fmla="*/ 1067309 h 2199890"/>
              <a:gd name="connsiteX428" fmla="*/ 872794 w 2289745"/>
              <a:gd name="connsiteY428" fmla="*/ 1062253 h 2199890"/>
              <a:gd name="connsiteX429" fmla="*/ 890160 w 2289745"/>
              <a:gd name="connsiteY429" fmla="*/ 1067310 h 2199890"/>
              <a:gd name="connsiteX430" fmla="*/ 906191 w 2289745"/>
              <a:gd name="connsiteY430" fmla="*/ 1068688 h 2199890"/>
              <a:gd name="connsiteX431" fmla="*/ 904855 w 2289745"/>
              <a:gd name="connsiteY431" fmla="*/ 1086615 h 2199890"/>
              <a:gd name="connsiteX432" fmla="*/ 897285 w 2289745"/>
              <a:gd name="connsiteY432" fmla="*/ 1102243 h 2199890"/>
              <a:gd name="connsiteX433" fmla="*/ 892386 w 2289745"/>
              <a:gd name="connsiteY433" fmla="*/ 1120629 h 2199890"/>
              <a:gd name="connsiteX434" fmla="*/ 889269 w 2289745"/>
              <a:gd name="connsiteY434" fmla="*/ 1146829 h 2199890"/>
              <a:gd name="connsiteX435" fmla="*/ 890605 w 2289745"/>
              <a:gd name="connsiteY435" fmla="*/ 1163836 h 2199890"/>
              <a:gd name="connsiteX436" fmla="*/ 886597 w 2289745"/>
              <a:gd name="connsiteY436" fmla="*/ 1173949 h 2199890"/>
              <a:gd name="connsiteX437" fmla="*/ 886152 w 2289745"/>
              <a:gd name="connsiteY437" fmla="*/ 1184980 h 2199890"/>
              <a:gd name="connsiteX438" fmla="*/ 883035 w 2289745"/>
              <a:gd name="connsiteY438" fmla="*/ 1194173 h 2199890"/>
              <a:gd name="connsiteX439" fmla="*/ 866559 w 2289745"/>
              <a:gd name="connsiteY439" fmla="*/ 1208422 h 2199890"/>
              <a:gd name="connsiteX440" fmla="*/ 854981 w 2289745"/>
              <a:gd name="connsiteY440" fmla="*/ 1223591 h 2199890"/>
              <a:gd name="connsiteX441" fmla="*/ 843849 w 2289745"/>
              <a:gd name="connsiteY441" fmla="*/ 1252089 h 2199890"/>
              <a:gd name="connsiteX442" fmla="*/ 844293 w 2289745"/>
              <a:gd name="connsiteY442" fmla="*/ 1276451 h 2199890"/>
              <a:gd name="connsiteX443" fmla="*/ 838060 w 2289745"/>
              <a:gd name="connsiteY443" fmla="*/ 1286103 h 2199890"/>
              <a:gd name="connsiteX444" fmla="*/ 823364 w 2289745"/>
              <a:gd name="connsiteY444" fmla="*/ 1300353 h 2199890"/>
              <a:gd name="connsiteX445" fmla="*/ 808224 w 2289745"/>
              <a:gd name="connsiteY445" fmla="*/ 1318739 h 2199890"/>
              <a:gd name="connsiteX446" fmla="*/ 798874 w 2289745"/>
              <a:gd name="connsiteY446" fmla="*/ 1313683 h 2199890"/>
              <a:gd name="connsiteX447" fmla="*/ 798874 w 2289745"/>
              <a:gd name="connsiteY447" fmla="*/ 1313683 h 2199890"/>
              <a:gd name="connsiteX448" fmla="*/ 808225 w 2289745"/>
              <a:gd name="connsiteY448" fmla="*/ 1318740 h 2199890"/>
              <a:gd name="connsiteX449" fmla="*/ 823366 w 2289745"/>
              <a:gd name="connsiteY449" fmla="*/ 1300354 h 2199890"/>
              <a:gd name="connsiteX450" fmla="*/ 838060 w 2289745"/>
              <a:gd name="connsiteY450" fmla="*/ 1286104 h 2199890"/>
              <a:gd name="connsiteX451" fmla="*/ 844295 w 2289745"/>
              <a:gd name="connsiteY451" fmla="*/ 1276451 h 2199890"/>
              <a:gd name="connsiteX452" fmla="*/ 843849 w 2289745"/>
              <a:gd name="connsiteY452" fmla="*/ 1252090 h 2199890"/>
              <a:gd name="connsiteX453" fmla="*/ 854982 w 2289745"/>
              <a:gd name="connsiteY453" fmla="*/ 1223591 h 2199890"/>
              <a:gd name="connsiteX454" fmla="*/ 866560 w 2289745"/>
              <a:gd name="connsiteY454" fmla="*/ 1208423 h 2199890"/>
              <a:gd name="connsiteX455" fmla="*/ 883036 w 2289745"/>
              <a:gd name="connsiteY455" fmla="*/ 1194174 h 2199890"/>
              <a:gd name="connsiteX456" fmla="*/ 886153 w 2289745"/>
              <a:gd name="connsiteY456" fmla="*/ 1184981 h 2199890"/>
              <a:gd name="connsiteX457" fmla="*/ 886598 w 2289745"/>
              <a:gd name="connsiteY457" fmla="*/ 1173950 h 2199890"/>
              <a:gd name="connsiteX458" fmla="*/ 890606 w 2289745"/>
              <a:gd name="connsiteY458" fmla="*/ 1163837 h 2199890"/>
              <a:gd name="connsiteX459" fmla="*/ 889270 w 2289745"/>
              <a:gd name="connsiteY459" fmla="*/ 1146830 h 2199890"/>
              <a:gd name="connsiteX460" fmla="*/ 892387 w 2289745"/>
              <a:gd name="connsiteY460" fmla="*/ 1120630 h 2199890"/>
              <a:gd name="connsiteX461" fmla="*/ 897285 w 2289745"/>
              <a:gd name="connsiteY461" fmla="*/ 1102244 h 2199890"/>
              <a:gd name="connsiteX462" fmla="*/ 904855 w 2289745"/>
              <a:gd name="connsiteY462" fmla="*/ 1086616 h 2199890"/>
              <a:gd name="connsiteX463" fmla="*/ 906191 w 2289745"/>
              <a:gd name="connsiteY463" fmla="*/ 1068689 h 2199890"/>
              <a:gd name="connsiteX464" fmla="*/ 908418 w 2289745"/>
              <a:gd name="connsiteY464" fmla="*/ 1048005 h 2199890"/>
              <a:gd name="connsiteX465" fmla="*/ 918214 w 2289745"/>
              <a:gd name="connsiteY465" fmla="*/ 1033296 h 2199890"/>
              <a:gd name="connsiteX466" fmla="*/ 931573 w 2289745"/>
              <a:gd name="connsiteY466" fmla="*/ 1023643 h 2199890"/>
              <a:gd name="connsiteX467" fmla="*/ 952502 w 2289745"/>
              <a:gd name="connsiteY467" fmla="*/ 1033755 h 2199890"/>
              <a:gd name="connsiteX468" fmla="*/ 1056258 w 2289745"/>
              <a:gd name="connsiteY468" fmla="*/ 1021344 h 2199890"/>
              <a:gd name="connsiteX469" fmla="*/ 1028204 w 2289745"/>
              <a:gd name="connsiteY469" fmla="*/ 1036053 h 2199890"/>
              <a:gd name="connsiteX470" fmla="*/ 1016626 w 2289745"/>
              <a:gd name="connsiteY470" fmla="*/ 1033295 h 2199890"/>
              <a:gd name="connsiteX471" fmla="*/ 1013064 w 2289745"/>
              <a:gd name="connsiteY471" fmla="*/ 1035593 h 2199890"/>
              <a:gd name="connsiteX472" fmla="*/ 1005939 w 2289745"/>
              <a:gd name="connsiteY472" fmla="*/ 1053520 h 2199890"/>
              <a:gd name="connsiteX473" fmla="*/ 986791 w 2289745"/>
              <a:gd name="connsiteY473" fmla="*/ 1047545 h 2199890"/>
              <a:gd name="connsiteX474" fmla="*/ 968534 w 2289745"/>
              <a:gd name="connsiteY474" fmla="*/ 1044786 h 2199890"/>
              <a:gd name="connsiteX475" fmla="*/ 955142 w 2289745"/>
              <a:gd name="connsiteY475" fmla="*/ 1035571 h 2199890"/>
              <a:gd name="connsiteX476" fmla="*/ 968534 w 2289745"/>
              <a:gd name="connsiteY476" fmla="*/ 1044787 h 2199890"/>
              <a:gd name="connsiteX477" fmla="*/ 986791 w 2289745"/>
              <a:gd name="connsiteY477" fmla="*/ 1047546 h 2199890"/>
              <a:gd name="connsiteX478" fmla="*/ 1005939 w 2289745"/>
              <a:gd name="connsiteY478" fmla="*/ 1053520 h 2199890"/>
              <a:gd name="connsiteX479" fmla="*/ 1013064 w 2289745"/>
              <a:gd name="connsiteY479" fmla="*/ 1035594 h 2199890"/>
              <a:gd name="connsiteX480" fmla="*/ 1016626 w 2289745"/>
              <a:gd name="connsiteY480" fmla="*/ 1033296 h 2199890"/>
              <a:gd name="connsiteX481" fmla="*/ 1028205 w 2289745"/>
              <a:gd name="connsiteY481" fmla="*/ 1036054 h 2199890"/>
              <a:gd name="connsiteX482" fmla="*/ 1056258 w 2289745"/>
              <a:gd name="connsiteY482" fmla="*/ 1021345 h 2199890"/>
              <a:gd name="connsiteX483" fmla="*/ 1064664 w 2289745"/>
              <a:gd name="connsiteY483" fmla="*/ 1026866 h 2199890"/>
              <a:gd name="connsiteX484" fmla="*/ 1130377 w 2289745"/>
              <a:gd name="connsiteY484" fmla="*/ 1017102 h 2199890"/>
              <a:gd name="connsiteX485" fmla="*/ 1130623 w 2289745"/>
              <a:gd name="connsiteY485" fmla="*/ 1017667 h 2199890"/>
              <a:gd name="connsiteX486" fmla="*/ 1122608 w 2289745"/>
              <a:gd name="connsiteY486" fmla="*/ 1020885 h 2199890"/>
              <a:gd name="connsiteX487" fmla="*/ 1106132 w 2289745"/>
              <a:gd name="connsiteY487" fmla="*/ 1020425 h 2199890"/>
              <a:gd name="connsiteX488" fmla="*/ 1087429 w 2289745"/>
              <a:gd name="connsiteY488" fmla="*/ 1017207 h 2199890"/>
              <a:gd name="connsiteX489" fmla="*/ 1078077 w 2289745"/>
              <a:gd name="connsiteY489" fmla="*/ 1019506 h 2199890"/>
              <a:gd name="connsiteX490" fmla="*/ 1074070 w 2289745"/>
              <a:gd name="connsiteY490" fmla="*/ 1026860 h 2199890"/>
              <a:gd name="connsiteX491" fmla="*/ 1066054 w 2289745"/>
              <a:gd name="connsiteY491" fmla="*/ 1027780 h 2199890"/>
              <a:gd name="connsiteX492" fmla="*/ 1066055 w 2289745"/>
              <a:gd name="connsiteY492" fmla="*/ 1027780 h 2199890"/>
              <a:gd name="connsiteX493" fmla="*/ 1074070 w 2289745"/>
              <a:gd name="connsiteY493" fmla="*/ 1026861 h 2199890"/>
              <a:gd name="connsiteX494" fmla="*/ 1078078 w 2289745"/>
              <a:gd name="connsiteY494" fmla="*/ 1019507 h 2199890"/>
              <a:gd name="connsiteX495" fmla="*/ 1087429 w 2289745"/>
              <a:gd name="connsiteY495" fmla="*/ 1017208 h 2199890"/>
              <a:gd name="connsiteX496" fmla="*/ 1106132 w 2289745"/>
              <a:gd name="connsiteY496" fmla="*/ 1020426 h 2199890"/>
              <a:gd name="connsiteX497" fmla="*/ 1122608 w 2289745"/>
              <a:gd name="connsiteY497" fmla="*/ 1020886 h 2199890"/>
              <a:gd name="connsiteX498" fmla="*/ 1130624 w 2289745"/>
              <a:gd name="connsiteY498" fmla="*/ 1017668 h 2199890"/>
              <a:gd name="connsiteX499" fmla="*/ 806889 w 2289745"/>
              <a:gd name="connsiteY499" fmla="*/ 988249 h 2199890"/>
              <a:gd name="connsiteX500" fmla="*/ 806888 w 2289745"/>
              <a:gd name="connsiteY500" fmla="*/ 988250 h 2199890"/>
              <a:gd name="connsiteX501" fmla="*/ 805107 w 2289745"/>
              <a:gd name="connsiteY501" fmla="*/ 1011232 h 2199890"/>
              <a:gd name="connsiteX502" fmla="*/ 806734 w 2289745"/>
              <a:gd name="connsiteY502" fmla="*/ 1018787 h 2199890"/>
              <a:gd name="connsiteX503" fmla="*/ 805107 w 2289745"/>
              <a:gd name="connsiteY503" fmla="*/ 1011232 h 2199890"/>
              <a:gd name="connsiteX504" fmla="*/ 223988 w 2289745"/>
              <a:gd name="connsiteY504" fmla="*/ 981355 h 2199890"/>
              <a:gd name="connsiteX505" fmla="*/ 223987 w 2289745"/>
              <a:gd name="connsiteY505" fmla="*/ 981356 h 2199890"/>
              <a:gd name="connsiteX506" fmla="*/ 231112 w 2289745"/>
              <a:gd name="connsiteY506" fmla="*/ 989630 h 2199890"/>
              <a:gd name="connsiteX507" fmla="*/ 239127 w 2289745"/>
              <a:gd name="connsiteY507" fmla="*/ 991468 h 2199890"/>
              <a:gd name="connsiteX508" fmla="*/ 249815 w 2289745"/>
              <a:gd name="connsiteY508" fmla="*/ 1003879 h 2199890"/>
              <a:gd name="connsiteX509" fmla="*/ 250705 w 2289745"/>
              <a:gd name="connsiteY509" fmla="*/ 1015370 h 2199890"/>
              <a:gd name="connsiteX510" fmla="*/ 250706 w 2289745"/>
              <a:gd name="connsiteY510" fmla="*/ 1015369 h 2199890"/>
              <a:gd name="connsiteX511" fmla="*/ 249815 w 2289745"/>
              <a:gd name="connsiteY511" fmla="*/ 1003878 h 2199890"/>
              <a:gd name="connsiteX512" fmla="*/ 239128 w 2289745"/>
              <a:gd name="connsiteY512" fmla="*/ 991466 h 2199890"/>
              <a:gd name="connsiteX513" fmla="*/ 231112 w 2289745"/>
              <a:gd name="connsiteY513" fmla="*/ 989628 h 2199890"/>
              <a:gd name="connsiteX514" fmla="*/ 818241 w 2289745"/>
              <a:gd name="connsiteY514" fmla="*/ 970930 h 2199890"/>
              <a:gd name="connsiteX515" fmla="*/ 813122 w 2289745"/>
              <a:gd name="connsiteY515" fmla="*/ 983194 h 2199890"/>
              <a:gd name="connsiteX516" fmla="*/ 808286 w 2289745"/>
              <a:gd name="connsiteY516" fmla="*/ 987116 h 2199890"/>
              <a:gd name="connsiteX517" fmla="*/ 813123 w 2289745"/>
              <a:gd name="connsiteY517" fmla="*/ 983194 h 2199890"/>
              <a:gd name="connsiteX518" fmla="*/ 704914 w 2289745"/>
              <a:gd name="connsiteY518" fmla="*/ 963888 h 2199890"/>
              <a:gd name="connsiteX519" fmla="*/ 696020 w 2289745"/>
              <a:gd name="connsiteY519" fmla="*/ 964325 h 2199890"/>
              <a:gd name="connsiteX520" fmla="*/ 704913 w 2289745"/>
              <a:gd name="connsiteY520" fmla="*/ 963888 h 2199890"/>
              <a:gd name="connsiteX521" fmla="*/ 719164 w 2289745"/>
              <a:gd name="connsiteY521" fmla="*/ 976299 h 2199890"/>
              <a:gd name="connsiteX522" fmla="*/ 730176 w 2289745"/>
              <a:gd name="connsiteY522" fmla="*/ 969887 h 2199890"/>
              <a:gd name="connsiteX523" fmla="*/ 719164 w 2289745"/>
              <a:gd name="connsiteY523" fmla="*/ 976299 h 2199890"/>
              <a:gd name="connsiteX524" fmla="*/ 220871 w 2289745"/>
              <a:gd name="connsiteY524" fmla="*/ 944583 h 2199890"/>
              <a:gd name="connsiteX525" fmla="*/ 220870 w 2289745"/>
              <a:gd name="connsiteY525" fmla="*/ 944584 h 2199890"/>
              <a:gd name="connsiteX526" fmla="*/ 227995 w 2289745"/>
              <a:gd name="connsiteY526" fmla="*/ 945503 h 2199890"/>
              <a:gd name="connsiteX527" fmla="*/ 227104 w 2289745"/>
              <a:gd name="connsiteY527" fmla="*/ 953777 h 2199890"/>
              <a:gd name="connsiteX528" fmla="*/ 229331 w 2289745"/>
              <a:gd name="connsiteY528" fmla="*/ 968026 h 2199890"/>
              <a:gd name="connsiteX529" fmla="*/ 227831 w 2289745"/>
              <a:gd name="connsiteY529" fmla="*/ 971766 h 2199890"/>
              <a:gd name="connsiteX530" fmla="*/ 229331 w 2289745"/>
              <a:gd name="connsiteY530" fmla="*/ 968025 h 2199890"/>
              <a:gd name="connsiteX531" fmla="*/ 227105 w 2289745"/>
              <a:gd name="connsiteY531" fmla="*/ 953775 h 2199890"/>
              <a:gd name="connsiteX532" fmla="*/ 227995 w 2289745"/>
              <a:gd name="connsiteY532" fmla="*/ 945502 h 2199890"/>
              <a:gd name="connsiteX533" fmla="*/ 850528 w 2289745"/>
              <a:gd name="connsiteY533" fmla="*/ 943204 h 2199890"/>
              <a:gd name="connsiteX534" fmla="*/ 846075 w 2289745"/>
              <a:gd name="connsiteY534" fmla="*/ 951018 h 2199890"/>
              <a:gd name="connsiteX535" fmla="*/ 825592 w 2289745"/>
              <a:gd name="connsiteY535" fmla="*/ 953316 h 2199890"/>
              <a:gd name="connsiteX536" fmla="*/ 846076 w 2289745"/>
              <a:gd name="connsiteY536" fmla="*/ 951018 h 2199890"/>
              <a:gd name="connsiteX537" fmla="*/ 850528 w 2289745"/>
              <a:gd name="connsiteY537" fmla="*/ 943204 h 2199890"/>
              <a:gd name="connsiteX538" fmla="*/ 827202 w 2289745"/>
              <a:gd name="connsiteY538" fmla="*/ 940120 h 2199890"/>
              <a:gd name="connsiteX539" fmla="*/ 829153 w 2289745"/>
              <a:gd name="connsiteY539" fmla="*/ 945042 h 2199890"/>
              <a:gd name="connsiteX540" fmla="*/ 829153 w 2289745"/>
              <a:gd name="connsiteY540" fmla="*/ 945042 h 2199890"/>
              <a:gd name="connsiteX541" fmla="*/ 1278464 w 2289745"/>
              <a:gd name="connsiteY541" fmla="*/ 925738 h 2199890"/>
              <a:gd name="connsiteX542" fmla="*/ 1270003 w 2289745"/>
              <a:gd name="connsiteY542" fmla="*/ 942285 h 2199890"/>
              <a:gd name="connsiteX543" fmla="*/ 1285588 w 2289745"/>
              <a:gd name="connsiteY543" fmla="*/ 944583 h 2199890"/>
              <a:gd name="connsiteX544" fmla="*/ 1298947 w 2289745"/>
              <a:gd name="connsiteY544" fmla="*/ 958833 h 2199890"/>
              <a:gd name="connsiteX545" fmla="*/ 1303400 w 2289745"/>
              <a:gd name="connsiteY545" fmla="*/ 970784 h 2199890"/>
              <a:gd name="connsiteX546" fmla="*/ 1314978 w 2289745"/>
              <a:gd name="connsiteY546" fmla="*/ 977679 h 2199890"/>
              <a:gd name="connsiteX547" fmla="*/ 1330564 w 2289745"/>
              <a:gd name="connsiteY547" fmla="*/ 1009854 h 2199890"/>
              <a:gd name="connsiteX548" fmla="*/ 1313642 w 2289745"/>
              <a:gd name="connsiteY548" fmla="*/ 1029160 h 2199890"/>
              <a:gd name="connsiteX549" fmla="*/ 1298502 w 2289745"/>
              <a:gd name="connsiteY549" fmla="*/ 1046627 h 2199890"/>
              <a:gd name="connsiteX550" fmla="*/ 1310525 w 2289745"/>
              <a:gd name="connsiteY550" fmla="*/ 1067311 h 2199890"/>
              <a:gd name="connsiteX551" fmla="*/ 1313643 w 2289745"/>
              <a:gd name="connsiteY551" fmla="*/ 1082019 h 2199890"/>
              <a:gd name="connsiteX552" fmla="*/ 1325220 w 2289745"/>
              <a:gd name="connsiteY552" fmla="*/ 1116034 h 2199890"/>
              <a:gd name="connsiteX553" fmla="*/ 1315869 w 2289745"/>
              <a:gd name="connsiteY553" fmla="*/ 1137637 h 2199890"/>
              <a:gd name="connsiteX554" fmla="*/ 1303400 w 2289745"/>
              <a:gd name="connsiteY554" fmla="*/ 1156943 h 2199890"/>
              <a:gd name="connsiteX555" fmla="*/ 1296276 w 2289745"/>
              <a:gd name="connsiteY555" fmla="*/ 1168894 h 2199890"/>
              <a:gd name="connsiteX556" fmla="*/ 1296276 w 2289745"/>
              <a:gd name="connsiteY556" fmla="*/ 1170272 h 2199890"/>
              <a:gd name="connsiteX557" fmla="*/ 1295385 w 2289745"/>
              <a:gd name="connsiteY557" fmla="*/ 1168434 h 2199890"/>
              <a:gd name="connsiteX558" fmla="*/ 1282026 w 2289745"/>
              <a:gd name="connsiteY558" fmla="*/ 1162458 h 2199890"/>
              <a:gd name="connsiteX559" fmla="*/ 1271339 w 2289745"/>
              <a:gd name="connsiteY559" fmla="*/ 1169813 h 2199890"/>
              <a:gd name="connsiteX560" fmla="*/ 1255308 w 2289745"/>
              <a:gd name="connsiteY560" fmla="*/ 1173950 h 2199890"/>
              <a:gd name="connsiteX561" fmla="*/ 1243730 w 2289745"/>
              <a:gd name="connsiteY561" fmla="*/ 1190957 h 2199890"/>
              <a:gd name="connsiteX562" fmla="*/ 1245066 w 2289745"/>
              <a:gd name="connsiteY562" fmla="*/ 1202447 h 2199890"/>
              <a:gd name="connsiteX563" fmla="*/ 1245066 w 2289745"/>
              <a:gd name="connsiteY563" fmla="*/ 1202448 h 2199890"/>
              <a:gd name="connsiteX564" fmla="*/ 1244175 w 2289745"/>
              <a:gd name="connsiteY564" fmla="*/ 1220373 h 2199890"/>
              <a:gd name="connsiteX565" fmla="*/ 1239276 w 2289745"/>
              <a:gd name="connsiteY565" fmla="*/ 1241058 h 2199890"/>
              <a:gd name="connsiteX566" fmla="*/ 1246402 w 2289745"/>
              <a:gd name="connsiteY566" fmla="*/ 1252549 h 2199890"/>
              <a:gd name="connsiteX567" fmla="*/ 1257534 w 2289745"/>
              <a:gd name="connsiteY567" fmla="*/ 1245654 h 2199890"/>
              <a:gd name="connsiteX568" fmla="*/ 1272229 w 2289745"/>
              <a:gd name="connsiteY568" fmla="*/ 1243816 h 2199890"/>
              <a:gd name="connsiteX569" fmla="*/ 1275346 w 2289745"/>
              <a:gd name="connsiteY569" fmla="*/ 1247493 h 2199890"/>
              <a:gd name="connsiteX570" fmla="*/ 1290041 w 2289745"/>
              <a:gd name="connsiteY570" fmla="*/ 1240138 h 2199890"/>
              <a:gd name="connsiteX571" fmla="*/ 1279799 w 2289745"/>
              <a:gd name="connsiteY571" fmla="*/ 1230026 h 2199890"/>
              <a:gd name="connsiteX572" fmla="*/ 1288260 w 2289745"/>
              <a:gd name="connsiteY572" fmla="*/ 1216696 h 2199890"/>
              <a:gd name="connsiteX573" fmla="*/ 1300728 w 2289745"/>
              <a:gd name="connsiteY573" fmla="*/ 1203366 h 2199890"/>
              <a:gd name="connsiteX574" fmla="*/ 1300729 w 2289745"/>
              <a:gd name="connsiteY574" fmla="*/ 1203367 h 2199890"/>
              <a:gd name="connsiteX575" fmla="*/ 1302511 w 2289745"/>
              <a:gd name="connsiteY575" fmla="*/ 1181763 h 2199890"/>
              <a:gd name="connsiteX576" fmla="*/ 1296276 w 2289745"/>
              <a:gd name="connsiteY576" fmla="*/ 1170272 h 2199890"/>
              <a:gd name="connsiteX577" fmla="*/ 1296276 w 2289745"/>
              <a:gd name="connsiteY577" fmla="*/ 1168894 h 2199890"/>
              <a:gd name="connsiteX578" fmla="*/ 1303401 w 2289745"/>
              <a:gd name="connsiteY578" fmla="*/ 1156942 h 2199890"/>
              <a:gd name="connsiteX579" fmla="*/ 1315870 w 2289745"/>
              <a:gd name="connsiteY579" fmla="*/ 1137637 h 2199890"/>
              <a:gd name="connsiteX580" fmla="*/ 1325221 w 2289745"/>
              <a:gd name="connsiteY580" fmla="*/ 1116034 h 2199890"/>
              <a:gd name="connsiteX581" fmla="*/ 1313643 w 2289745"/>
              <a:gd name="connsiteY581" fmla="*/ 1082019 h 2199890"/>
              <a:gd name="connsiteX582" fmla="*/ 1310526 w 2289745"/>
              <a:gd name="connsiteY582" fmla="*/ 1067311 h 2199890"/>
              <a:gd name="connsiteX583" fmla="*/ 1298503 w 2289745"/>
              <a:gd name="connsiteY583" fmla="*/ 1046626 h 2199890"/>
              <a:gd name="connsiteX584" fmla="*/ 1313643 w 2289745"/>
              <a:gd name="connsiteY584" fmla="*/ 1029159 h 2199890"/>
              <a:gd name="connsiteX585" fmla="*/ 1330564 w 2289745"/>
              <a:gd name="connsiteY585" fmla="*/ 1009854 h 2199890"/>
              <a:gd name="connsiteX586" fmla="*/ 1343478 w 2289745"/>
              <a:gd name="connsiteY586" fmla="*/ 1014911 h 2199890"/>
              <a:gd name="connsiteX587" fmla="*/ 1343709 w 2289745"/>
              <a:gd name="connsiteY587" fmla="*/ 1023518 h 2199890"/>
              <a:gd name="connsiteX588" fmla="*/ 1343478 w 2289745"/>
              <a:gd name="connsiteY588" fmla="*/ 1014910 h 2199890"/>
              <a:gd name="connsiteX589" fmla="*/ 1330564 w 2289745"/>
              <a:gd name="connsiteY589" fmla="*/ 1009853 h 2199890"/>
              <a:gd name="connsiteX590" fmla="*/ 1314978 w 2289745"/>
              <a:gd name="connsiteY590" fmla="*/ 977678 h 2199890"/>
              <a:gd name="connsiteX591" fmla="*/ 1303401 w 2289745"/>
              <a:gd name="connsiteY591" fmla="*/ 970783 h 2199890"/>
              <a:gd name="connsiteX592" fmla="*/ 1298948 w 2289745"/>
              <a:gd name="connsiteY592" fmla="*/ 958832 h 2199890"/>
              <a:gd name="connsiteX593" fmla="*/ 1285589 w 2289745"/>
              <a:gd name="connsiteY593" fmla="*/ 944583 h 2199890"/>
              <a:gd name="connsiteX594" fmla="*/ 1270003 w 2289745"/>
              <a:gd name="connsiteY594" fmla="*/ 942285 h 2199890"/>
              <a:gd name="connsiteX595" fmla="*/ 1278464 w 2289745"/>
              <a:gd name="connsiteY595" fmla="*/ 925738 h 2199890"/>
              <a:gd name="connsiteX596" fmla="*/ 232745 w 2289745"/>
              <a:gd name="connsiteY596" fmla="*/ 925277 h 2199890"/>
              <a:gd name="connsiteX597" fmla="*/ 232003 w 2289745"/>
              <a:gd name="connsiteY597" fmla="*/ 926656 h 2199890"/>
              <a:gd name="connsiteX598" fmla="*/ 232003 w 2289745"/>
              <a:gd name="connsiteY598" fmla="*/ 926656 h 2199890"/>
              <a:gd name="connsiteX599" fmla="*/ 814711 w 2289745"/>
              <a:gd name="connsiteY599" fmla="*/ 911566 h 2199890"/>
              <a:gd name="connsiteX600" fmla="*/ 817575 w 2289745"/>
              <a:gd name="connsiteY600" fmla="*/ 912867 h 2199890"/>
              <a:gd name="connsiteX601" fmla="*/ 817575 w 2289745"/>
              <a:gd name="connsiteY601" fmla="*/ 912867 h 2199890"/>
              <a:gd name="connsiteX602" fmla="*/ 916353 w 2289745"/>
              <a:gd name="connsiteY602" fmla="*/ 906348 h 2199890"/>
              <a:gd name="connsiteX603" fmla="*/ 913761 w 2289745"/>
              <a:gd name="connsiteY603" fmla="*/ 907351 h 2199890"/>
              <a:gd name="connsiteX604" fmla="*/ 916432 w 2289745"/>
              <a:gd name="connsiteY604" fmla="*/ 917463 h 2199890"/>
              <a:gd name="connsiteX605" fmla="*/ 903519 w 2289745"/>
              <a:gd name="connsiteY605" fmla="*/ 928035 h 2199890"/>
              <a:gd name="connsiteX606" fmla="*/ 892831 w 2289745"/>
              <a:gd name="connsiteY606" fmla="*/ 939527 h 2199890"/>
              <a:gd name="connsiteX607" fmla="*/ 880983 w 2289745"/>
              <a:gd name="connsiteY607" fmla="*/ 943661 h 2199890"/>
              <a:gd name="connsiteX608" fmla="*/ 892832 w 2289745"/>
              <a:gd name="connsiteY608" fmla="*/ 939527 h 2199890"/>
              <a:gd name="connsiteX609" fmla="*/ 903519 w 2289745"/>
              <a:gd name="connsiteY609" fmla="*/ 928035 h 2199890"/>
              <a:gd name="connsiteX610" fmla="*/ 916433 w 2289745"/>
              <a:gd name="connsiteY610" fmla="*/ 917463 h 2199890"/>
              <a:gd name="connsiteX611" fmla="*/ 913761 w 2289745"/>
              <a:gd name="connsiteY611" fmla="*/ 907351 h 2199890"/>
              <a:gd name="connsiteX612" fmla="*/ 1538966 w 2289745"/>
              <a:gd name="connsiteY612" fmla="*/ 901376 h 2199890"/>
              <a:gd name="connsiteX613" fmla="*/ 1622237 w 2289745"/>
              <a:gd name="connsiteY613" fmla="*/ 936309 h 2199890"/>
              <a:gd name="connsiteX614" fmla="*/ 1643611 w 2289745"/>
              <a:gd name="connsiteY614" fmla="*/ 935850 h 2199890"/>
              <a:gd name="connsiteX615" fmla="*/ 1643611 w 2289745"/>
              <a:gd name="connsiteY615" fmla="*/ 935849 h 2199890"/>
              <a:gd name="connsiteX616" fmla="*/ 1622236 w 2289745"/>
              <a:gd name="connsiteY616" fmla="*/ 936308 h 2199890"/>
              <a:gd name="connsiteX617" fmla="*/ 233842 w 2289745"/>
              <a:gd name="connsiteY617" fmla="*/ 888165 h 2199890"/>
              <a:gd name="connsiteX618" fmla="*/ 237347 w 2289745"/>
              <a:gd name="connsiteY618" fmla="*/ 895400 h 2199890"/>
              <a:gd name="connsiteX619" fmla="*/ 243581 w 2289745"/>
              <a:gd name="connsiteY619" fmla="*/ 919301 h 2199890"/>
              <a:gd name="connsiteX620" fmla="*/ 237347 w 2289745"/>
              <a:gd name="connsiteY620" fmla="*/ 895400 h 2199890"/>
              <a:gd name="connsiteX621" fmla="*/ 133535 w 2289745"/>
              <a:gd name="connsiteY621" fmla="*/ 881388 h 2199890"/>
              <a:gd name="connsiteX622" fmla="*/ 128248 w 2289745"/>
              <a:gd name="connsiteY622" fmla="*/ 882070 h 2199890"/>
              <a:gd name="connsiteX623" fmla="*/ 128247 w 2289745"/>
              <a:gd name="connsiteY623" fmla="*/ 882071 h 2199890"/>
              <a:gd name="connsiteX624" fmla="*/ 350161 w 2289745"/>
              <a:gd name="connsiteY624" fmla="*/ 880396 h 2199890"/>
              <a:gd name="connsiteX625" fmla="*/ 340658 w 2289745"/>
              <a:gd name="connsiteY625" fmla="*/ 881150 h 2199890"/>
              <a:gd name="connsiteX626" fmla="*/ 340658 w 2289745"/>
              <a:gd name="connsiteY626" fmla="*/ 881150 h 2199890"/>
              <a:gd name="connsiteX627" fmla="*/ 796647 w 2289745"/>
              <a:gd name="connsiteY627" fmla="*/ 876554 h 2199890"/>
              <a:gd name="connsiteX628" fmla="*/ 796647 w 2289745"/>
              <a:gd name="connsiteY628" fmla="*/ 876555 h 2199890"/>
              <a:gd name="connsiteX629" fmla="*/ 808224 w 2289745"/>
              <a:gd name="connsiteY629" fmla="*/ 879313 h 2199890"/>
              <a:gd name="connsiteX630" fmla="*/ 809886 w 2289745"/>
              <a:gd name="connsiteY630" fmla="*/ 878884 h 2199890"/>
              <a:gd name="connsiteX631" fmla="*/ 808224 w 2289745"/>
              <a:gd name="connsiteY631" fmla="*/ 879313 h 2199890"/>
              <a:gd name="connsiteX632" fmla="*/ 1032657 w 2289745"/>
              <a:gd name="connsiteY632" fmla="*/ 874256 h 2199890"/>
              <a:gd name="connsiteX633" fmla="*/ 1032657 w 2289745"/>
              <a:gd name="connsiteY633" fmla="*/ 886667 h 2199890"/>
              <a:gd name="connsiteX634" fmla="*/ 1030218 w 2289745"/>
              <a:gd name="connsiteY634" fmla="*/ 894849 h 2199890"/>
              <a:gd name="connsiteX635" fmla="*/ 1032657 w 2289745"/>
              <a:gd name="connsiteY635" fmla="*/ 886667 h 2199890"/>
              <a:gd name="connsiteX636" fmla="*/ 1032657 w 2289745"/>
              <a:gd name="connsiteY636" fmla="*/ 874256 h 2199890"/>
              <a:gd name="connsiteX637" fmla="*/ 305034 w 2289745"/>
              <a:gd name="connsiteY637" fmla="*/ 865983 h 2199890"/>
              <a:gd name="connsiteX638" fmla="*/ 305034 w 2289745"/>
              <a:gd name="connsiteY638" fmla="*/ 865983 h 2199890"/>
              <a:gd name="connsiteX639" fmla="*/ 316165 w 2289745"/>
              <a:gd name="connsiteY639" fmla="*/ 872417 h 2199890"/>
              <a:gd name="connsiteX640" fmla="*/ 320618 w 2289745"/>
              <a:gd name="connsiteY640" fmla="*/ 882529 h 2199890"/>
              <a:gd name="connsiteX641" fmla="*/ 331751 w 2289745"/>
              <a:gd name="connsiteY641" fmla="*/ 888505 h 2199890"/>
              <a:gd name="connsiteX642" fmla="*/ 331751 w 2289745"/>
              <a:gd name="connsiteY642" fmla="*/ 888505 h 2199890"/>
              <a:gd name="connsiteX643" fmla="*/ 320619 w 2289745"/>
              <a:gd name="connsiteY643" fmla="*/ 882529 h 2199890"/>
              <a:gd name="connsiteX644" fmla="*/ 316166 w 2289745"/>
              <a:gd name="connsiteY644" fmla="*/ 872417 h 2199890"/>
              <a:gd name="connsiteX645" fmla="*/ 1088765 w 2289745"/>
              <a:gd name="connsiteY645" fmla="*/ 865063 h 2199890"/>
              <a:gd name="connsiteX646" fmla="*/ 1070508 w 2289745"/>
              <a:gd name="connsiteY646" fmla="*/ 869201 h 2199890"/>
              <a:gd name="connsiteX647" fmla="*/ 1063828 w 2289745"/>
              <a:gd name="connsiteY647" fmla="*/ 882530 h 2199890"/>
              <a:gd name="connsiteX648" fmla="*/ 1058038 w 2289745"/>
              <a:gd name="connsiteY648" fmla="*/ 909190 h 2199890"/>
              <a:gd name="connsiteX649" fmla="*/ 1049132 w 2289745"/>
              <a:gd name="connsiteY649" fmla="*/ 914706 h 2199890"/>
              <a:gd name="connsiteX650" fmla="*/ 1041564 w 2289745"/>
              <a:gd name="connsiteY650" fmla="*/ 917923 h 2199890"/>
              <a:gd name="connsiteX651" fmla="*/ 1041565 w 2289745"/>
              <a:gd name="connsiteY651" fmla="*/ 917924 h 2199890"/>
              <a:gd name="connsiteX652" fmla="*/ 1049133 w 2289745"/>
              <a:gd name="connsiteY652" fmla="*/ 914706 h 2199890"/>
              <a:gd name="connsiteX653" fmla="*/ 1058039 w 2289745"/>
              <a:gd name="connsiteY653" fmla="*/ 909190 h 2199890"/>
              <a:gd name="connsiteX654" fmla="*/ 1063828 w 2289745"/>
              <a:gd name="connsiteY654" fmla="*/ 882530 h 2199890"/>
              <a:gd name="connsiteX655" fmla="*/ 1070508 w 2289745"/>
              <a:gd name="connsiteY655" fmla="*/ 869201 h 2199890"/>
              <a:gd name="connsiteX656" fmla="*/ 1088765 w 2289745"/>
              <a:gd name="connsiteY656" fmla="*/ 865064 h 2199890"/>
              <a:gd name="connsiteX657" fmla="*/ 1093218 w 2289745"/>
              <a:gd name="connsiteY657" fmla="*/ 872878 h 2199890"/>
              <a:gd name="connsiteX658" fmla="*/ 1106132 w 2289745"/>
              <a:gd name="connsiteY658" fmla="*/ 890345 h 2199890"/>
              <a:gd name="connsiteX659" fmla="*/ 1113256 w 2289745"/>
              <a:gd name="connsiteY659" fmla="*/ 892643 h 2199890"/>
              <a:gd name="connsiteX660" fmla="*/ 1122162 w 2289745"/>
              <a:gd name="connsiteY660" fmla="*/ 887587 h 2199890"/>
              <a:gd name="connsiteX661" fmla="*/ 1140419 w 2289745"/>
              <a:gd name="connsiteY661" fmla="*/ 888966 h 2199890"/>
              <a:gd name="connsiteX662" fmla="*/ 1140419 w 2289745"/>
              <a:gd name="connsiteY662" fmla="*/ 888966 h 2199890"/>
              <a:gd name="connsiteX663" fmla="*/ 1122162 w 2289745"/>
              <a:gd name="connsiteY663" fmla="*/ 887587 h 2199890"/>
              <a:gd name="connsiteX664" fmla="*/ 1113256 w 2289745"/>
              <a:gd name="connsiteY664" fmla="*/ 892642 h 2199890"/>
              <a:gd name="connsiteX665" fmla="*/ 1106132 w 2289745"/>
              <a:gd name="connsiteY665" fmla="*/ 890344 h 2199890"/>
              <a:gd name="connsiteX666" fmla="*/ 1093218 w 2289745"/>
              <a:gd name="connsiteY666" fmla="*/ 872878 h 2199890"/>
              <a:gd name="connsiteX667" fmla="*/ 284549 w 2289745"/>
              <a:gd name="connsiteY667" fmla="*/ 861847 h 2199890"/>
              <a:gd name="connsiteX668" fmla="*/ 284549 w 2289745"/>
              <a:gd name="connsiteY668" fmla="*/ 861847 h 2199890"/>
              <a:gd name="connsiteX669" fmla="*/ 288556 w 2289745"/>
              <a:gd name="connsiteY669" fmla="*/ 874256 h 2199890"/>
              <a:gd name="connsiteX670" fmla="*/ 986345 w 2289745"/>
              <a:gd name="connsiteY670" fmla="*/ 860467 h 2199890"/>
              <a:gd name="connsiteX671" fmla="*/ 983592 w 2289745"/>
              <a:gd name="connsiteY671" fmla="*/ 865441 h 2199890"/>
              <a:gd name="connsiteX672" fmla="*/ 968533 w 2289745"/>
              <a:gd name="connsiteY672" fmla="*/ 892642 h 2199890"/>
              <a:gd name="connsiteX673" fmla="*/ 968534 w 2289745"/>
              <a:gd name="connsiteY673" fmla="*/ 892642 h 2199890"/>
              <a:gd name="connsiteX674" fmla="*/ 983592 w 2289745"/>
              <a:gd name="connsiteY674" fmla="*/ 865441 h 2199890"/>
              <a:gd name="connsiteX675" fmla="*/ 986345 w 2289745"/>
              <a:gd name="connsiteY675" fmla="*/ 860467 h 2199890"/>
              <a:gd name="connsiteX676" fmla="*/ 1274901 w 2289745"/>
              <a:gd name="connsiteY676" fmla="*/ 855870 h 2199890"/>
              <a:gd name="connsiteX677" fmla="*/ 1274901 w 2289745"/>
              <a:gd name="connsiteY677" fmla="*/ 855871 h 2199890"/>
              <a:gd name="connsiteX678" fmla="*/ 1287815 w 2289745"/>
              <a:gd name="connsiteY678" fmla="*/ 867362 h 2199890"/>
              <a:gd name="connsiteX679" fmla="*/ 1291377 w 2289745"/>
              <a:gd name="connsiteY679" fmla="*/ 877475 h 2199890"/>
              <a:gd name="connsiteX680" fmla="*/ 1291377 w 2289745"/>
              <a:gd name="connsiteY680" fmla="*/ 877474 h 2199890"/>
              <a:gd name="connsiteX681" fmla="*/ 1287815 w 2289745"/>
              <a:gd name="connsiteY681" fmla="*/ 867362 h 2199890"/>
              <a:gd name="connsiteX682" fmla="*/ 232448 w 2289745"/>
              <a:gd name="connsiteY682" fmla="*/ 853572 h 2199890"/>
              <a:gd name="connsiteX683" fmla="*/ 231113 w 2289745"/>
              <a:gd name="connsiteY683" fmla="*/ 862305 h 2199890"/>
              <a:gd name="connsiteX684" fmla="*/ 231113 w 2289745"/>
              <a:gd name="connsiteY684" fmla="*/ 862306 h 2199890"/>
              <a:gd name="connsiteX685" fmla="*/ 232449 w 2289745"/>
              <a:gd name="connsiteY685" fmla="*/ 853573 h 2199890"/>
              <a:gd name="connsiteX686" fmla="*/ 303252 w 2289745"/>
              <a:gd name="connsiteY686" fmla="*/ 848976 h 2199890"/>
              <a:gd name="connsiteX687" fmla="*/ 303252 w 2289745"/>
              <a:gd name="connsiteY687" fmla="*/ 848976 h 2199890"/>
              <a:gd name="connsiteX688" fmla="*/ 303806 w 2289745"/>
              <a:gd name="connsiteY688" fmla="*/ 854263 h 2199890"/>
              <a:gd name="connsiteX689" fmla="*/ 366930 w 2289745"/>
              <a:gd name="connsiteY689" fmla="*/ 848515 h 2199890"/>
              <a:gd name="connsiteX690" fmla="*/ 366039 w 2289745"/>
              <a:gd name="connsiteY690" fmla="*/ 865522 h 2199890"/>
              <a:gd name="connsiteX691" fmla="*/ 369354 w 2289745"/>
              <a:gd name="connsiteY691" fmla="*/ 886046 h 2199890"/>
              <a:gd name="connsiteX692" fmla="*/ 366039 w 2289745"/>
              <a:gd name="connsiteY692" fmla="*/ 865522 h 2199890"/>
              <a:gd name="connsiteX693" fmla="*/ 1003533 w 2289745"/>
              <a:gd name="connsiteY693" fmla="*/ 847027 h 2199890"/>
              <a:gd name="connsiteX694" fmla="*/ 998813 w 2289745"/>
              <a:gd name="connsiteY694" fmla="*/ 848516 h 2199890"/>
              <a:gd name="connsiteX695" fmla="*/ 988894 w 2289745"/>
              <a:gd name="connsiteY695" fmla="*/ 858023 h 2199890"/>
              <a:gd name="connsiteX696" fmla="*/ 998814 w 2289745"/>
              <a:gd name="connsiteY696" fmla="*/ 848516 h 2199890"/>
              <a:gd name="connsiteX697" fmla="*/ 1509131 w 2289745"/>
              <a:gd name="connsiteY697" fmla="*/ 844378 h 2199890"/>
              <a:gd name="connsiteX698" fmla="*/ 1503342 w 2289745"/>
              <a:gd name="connsiteY698" fmla="*/ 846677 h 2199890"/>
              <a:gd name="connsiteX699" fmla="*/ 1489092 w 2289745"/>
              <a:gd name="connsiteY699" fmla="*/ 846218 h 2199890"/>
              <a:gd name="connsiteX700" fmla="*/ 1489092 w 2289745"/>
              <a:gd name="connsiteY700" fmla="*/ 846218 h 2199890"/>
              <a:gd name="connsiteX701" fmla="*/ 1503342 w 2289745"/>
              <a:gd name="connsiteY701" fmla="*/ 846677 h 2199890"/>
              <a:gd name="connsiteX702" fmla="*/ 1509131 w 2289745"/>
              <a:gd name="connsiteY702" fmla="*/ 844379 h 2199890"/>
              <a:gd name="connsiteX703" fmla="*/ 1514919 w 2289745"/>
              <a:gd name="connsiteY703" fmla="*/ 849895 h 2199890"/>
              <a:gd name="connsiteX704" fmla="*/ 230222 w 2289745"/>
              <a:gd name="connsiteY704" fmla="*/ 836106 h 2199890"/>
              <a:gd name="connsiteX705" fmla="*/ 225324 w 2289745"/>
              <a:gd name="connsiteY705" fmla="*/ 843460 h 2199890"/>
              <a:gd name="connsiteX706" fmla="*/ 223988 w 2289745"/>
              <a:gd name="connsiteY706" fmla="*/ 853112 h 2199890"/>
              <a:gd name="connsiteX707" fmla="*/ 223988 w 2289745"/>
              <a:gd name="connsiteY707" fmla="*/ 853112 h 2199890"/>
              <a:gd name="connsiteX708" fmla="*/ 225324 w 2289745"/>
              <a:gd name="connsiteY708" fmla="*/ 843461 h 2199890"/>
              <a:gd name="connsiteX709" fmla="*/ 230222 w 2289745"/>
              <a:gd name="connsiteY709" fmla="*/ 836106 h 2199890"/>
              <a:gd name="connsiteX710" fmla="*/ 1014845 w 2289745"/>
              <a:gd name="connsiteY710" fmla="*/ 836105 h 2199890"/>
              <a:gd name="connsiteX711" fmla="*/ 1014845 w 2289745"/>
              <a:gd name="connsiteY711" fmla="*/ 843459 h 2199890"/>
              <a:gd name="connsiteX712" fmla="*/ 1015878 w 2289745"/>
              <a:gd name="connsiteY712" fmla="*/ 847574 h 2199890"/>
              <a:gd name="connsiteX713" fmla="*/ 1014845 w 2289745"/>
              <a:gd name="connsiteY713" fmla="*/ 843460 h 2199890"/>
              <a:gd name="connsiteX714" fmla="*/ 1014845 w 2289745"/>
              <a:gd name="connsiteY714" fmla="*/ 836106 h 2199890"/>
              <a:gd name="connsiteX715" fmla="*/ 310110 w 2289745"/>
              <a:gd name="connsiteY715" fmla="*/ 833540 h 2199890"/>
              <a:gd name="connsiteX716" fmla="*/ 310376 w 2289745"/>
              <a:gd name="connsiteY716" fmla="*/ 836564 h 2199890"/>
              <a:gd name="connsiteX717" fmla="*/ 310376 w 2289745"/>
              <a:gd name="connsiteY717" fmla="*/ 836564 h 2199890"/>
              <a:gd name="connsiteX718" fmla="*/ 802435 w 2289745"/>
              <a:gd name="connsiteY718" fmla="*/ 830589 h 2199890"/>
              <a:gd name="connsiteX719" fmla="*/ 788240 w 2289745"/>
              <a:gd name="connsiteY719" fmla="*/ 846178 h 2199890"/>
              <a:gd name="connsiteX720" fmla="*/ 802435 w 2289745"/>
              <a:gd name="connsiteY720" fmla="*/ 830589 h 2199890"/>
              <a:gd name="connsiteX721" fmla="*/ 489388 w 2289745"/>
              <a:gd name="connsiteY721" fmla="*/ 828751 h 2199890"/>
              <a:gd name="connsiteX722" fmla="*/ 476920 w 2289745"/>
              <a:gd name="connsiteY722" fmla="*/ 831509 h 2199890"/>
              <a:gd name="connsiteX723" fmla="*/ 476920 w 2289745"/>
              <a:gd name="connsiteY723" fmla="*/ 831509 h 2199890"/>
              <a:gd name="connsiteX724" fmla="*/ 489387 w 2289745"/>
              <a:gd name="connsiteY724" fmla="*/ 828751 h 2199890"/>
              <a:gd name="connsiteX725" fmla="*/ 1260206 w 2289745"/>
              <a:gd name="connsiteY725" fmla="*/ 817260 h 2199890"/>
              <a:gd name="connsiteX726" fmla="*/ 1245065 w 2289745"/>
              <a:gd name="connsiteY726" fmla="*/ 819098 h 2199890"/>
              <a:gd name="connsiteX727" fmla="*/ 1251745 w 2289745"/>
              <a:gd name="connsiteY727" fmla="*/ 827372 h 2199890"/>
              <a:gd name="connsiteX728" fmla="*/ 1253971 w 2289745"/>
              <a:gd name="connsiteY728" fmla="*/ 845299 h 2199890"/>
              <a:gd name="connsiteX729" fmla="*/ 1240612 w 2289745"/>
              <a:gd name="connsiteY729" fmla="*/ 861387 h 2199890"/>
              <a:gd name="connsiteX730" fmla="*/ 1228590 w 2289745"/>
              <a:gd name="connsiteY730" fmla="*/ 882530 h 2199890"/>
              <a:gd name="connsiteX731" fmla="*/ 1215676 w 2289745"/>
              <a:gd name="connsiteY731" fmla="*/ 885748 h 2199890"/>
              <a:gd name="connsiteX732" fmla="*/ 1194301 w 2289745"/>
              <a:gd name="connsiteY732" fmla="*/ 868741 h 2199890"/>
              <a:gd name="connsiteX733" fmla="*/ 1184950 w 2289745"/>
              <a:gd name="connsiteY733" fmla="*/ 874716 h 2199890"/>
              <a:gd name="connsiteX734" fmla="*/ 1182723 w 2289745"/>
              <a:gd name="connsiteY734" fmla="*/ 882990 h 2199890"/>
              <a:gd name="connsiteX735" fmla="*/ 1169810 w 2289745"/>
              <a:gd name="connsiteY735" fmla="*/ 888966 h 2199890"/>
              <a:gd name="connsiteX736" fmla="*/ 1168919 w 2289745"/>
              <a:gd name="connsiteY736" fmla="*/ 894941 h 2199890"/>
              <a:gd name="connsiteX737" fmla="*/ 1143983 w 2289745"/>
              <a:gd name="connsiteY737" fmla="*/ 894941 h 2199890"/>
              <a:gd name="connsiteX738" fmla="*/ 1142779 w 2289745"/>
              <a:gd name="connsiteY738" fmla="*/ 892922 h 2199890"/>
              <a:gd name="connsiteX739" fmla="*/ 1143983 w 2289745"/>
              <a:gd name="connsiteY739" fmla="*/ 894941 h 2199890"/>
              <a:gd name="connsiteX740" fmla="*/ 1168919 w 2289745"/>
              <a:gd name="connsiteY740" fmla="*/ 894941 h 2199890"/>
              <a:gd name="connsiteX741" fmla="*/ 1169810 w 2289745"/>
              <a:gd name="connsiteY741" fmla="*/ 888966 h 2199890"/>
              <a:gd name="connsiteX742" fmla="*/ 1182724 w 2289745"/>
              <a:gd name="connsiteY742" fmla="*/ 882990 h 2199890"/>
              <a:gd name="connsiteX743" fmla="*/ 1184950 w 2289745"/>
              <a:gd name="connsiteY743" fmla="*/ 874716 h 2199890"/>
              <a:gd name="connsiteX744" fmla="*/ 1194301 w 2289745"/>
              <a:gd name="connsiteY744" fmla="*/ 868741 h 2199890"/>
              <a:gd name="connsiteX745" fmla="*/ 1215676 w 2289745"/>
              <a:gd name="connsiteY745" fmla="*/ 885748 h 2199890"/>
              <a:gd name="connsiteX746" fmla="*/ 1228590 w 2289745"/>
              <a:gd name="connsiteY746" fmla="*/ 882530 h 2199890"/>
              <a:gd name="connsiteX747" fmla="*/ 1240613 w 2289745"/>
              <a:gd name="connsiteY747" fmla="*/ 861387 h 2199890"/>
              <a:gd name="connsiteX748" fmla="*/ 1253972 w 2289745"/>
              <a:gd name="connsiteY748" fmla="*/ 845299 h 2199890"/>
              <a:gd name="connsiteX749" fmla="*/ 1251746 w 2289745"/>
              <a:gd name="connsiteY749" fmla="*/ 827372 h 2199890"/>
              <a:gd name="connsiteX750" fmla="*/ 1245066 w 2289745"/>
              <a:gd name="connsiteY750" fmla="*/ 819099 h 2199890"/>
              <a:gd name="connsiteX751" fmla="*/ 217308 w 2289745"/>
              <a:gd name="connsiteY751" fmla="*/ 815421 h 2199890"/>
              <a:gd name="connsiteX752" fmla="*/ 219980 w 2289745"/>
              <a:gd name="connsiteY752" fmla="*/ 823695 h 2199890"/>
              <a:gd name="connsiteX753" fmla="*/ 219981 w 2289745"/>
              <a:gd name="connsiteY753" fmla="*/ 823695 h 2199890"/>
              <a:gd name="connsiteX754" fmla="*/ 217309 w 2289745"/>
              <a:gd name="connsiteY754" fmla="*/ 815422 h 2199890"/>
              <a:gd name="connsiteX755" fmla="*/ 96631 w 2289745"/>
              <a:gd name="connsiteY755" fmla="*/ 810824 h 2199890"/>
              <a:gd name="connsiteX756" fmla="*/ 93959 w 2289745"/>
              <a:gd name="connsiteY756" fmla="*/ 814042 h 2199890"/>
              <a:gd name="connsiteX757" fmla="*/ 95740 w 2289745"/>
              <a:gd name="connsiteY757" fmla="*/ 823695 h 2199890"/>
              <a:gd name="connsiteX758" fmla="*/ 91732 w 2289745"/>
              <a:gd name="connsiteY758" fmla="*/ 827371 h 2199890"/>
              <a:gd name="connsiteX759" fmla="*/ 86389 w 2289745"/>
              <a:gd name="connsiteY759" fmla="*/ 827831 h 2199890"/>
              <a:gd name="connsiteX760" fmla="*/ 79709 w 2289745"/>
              <a:gd name="connsiteY760" fmla="*/ 832428 h 2199890"/>
              <a:gd name="connsiteX761" fmla="*/ 79710 w 2289745"/>
              <a:gd name="connsiteY761" fmla="*/ 832428 h 2199890"/>
              <a:gd name="connsiteX762" fmla="*/ 86389 w 2289745"/>
              <a:gd name="connsiteY762" fmla="*/ 827831 h 2199890"/>
              <a:gd name="connsiteX763" fmla="*/ 91733 w 2289745"/>
              <a:gd name="connsiteY763" fmla="*/ 827372 h 2199890"/>
              <a:gd name="connsiteX764" fmla="*/ 95741 w 2289745"/>
              <a:gd name="connsiteY764" fmla="*/ 823695 h 2199890"/>
              <a:gd name="connsiteX765" fmla="*/ 93959 w 2289745"/>
              <a:gd name="connsiteY765" fmla="*/ 814042 h 2199890"/>
              <a:gd name="connsiteX766" fmla="*/ 1005048 w 2289745"/>
              <a:gd name="connsiteY766" fmla="*/ 810365 h 2199890"/>
              <a:gd name="connsiteX767" fmla="*/ 1005492 w 2289745"/>
              <a:gd name="connsiteY767" fmla="*/ 827372 h 2199890"/>
              <a:gd name="connsiteX768" fmla="*/ 1011511 w 2289745"/>
              <a:gd name="connsiteY768" fmla="*/ 832992 h 2199890"/>
              <a:gd name="connsiteX769" fmla="*/ 1005493 w 2289745"/>
              <a:gd name="connsiteY769" fmla="*/ 827372 h 2199890"/>
              <a:gd name="connsiteX770" fmla="*/ 999259 w 2289745"/>
              <a:gd name="connsiteY770" fmla="*/ 798874 h 2199890"/>
              <a:gd name="connsiteX771" fmla="*/ 990798 w 2289745"/>
              <a:gd name="connsiteY771" fmla="*/ 800712 h 2199890"/>
              <a:gd name="connsiteX772" fmla="*/ 990798 w 2289745"/>
              <a:gd name="connsiteY772" fmla="*/ 800712 h 2199890"/>
              <a:gd name="connsiteX773" fmla="*/ 795868 w 2289745"/>
              <a:gd name="connsiteY773" fmla="*/ 778354 h 2199890"/>
              <a:gd name="connsiteX774" fmla="*/ 806442 w 2289745"/>
              <a:gd name="connsiteY774" fmla="*/ 778649 h 2199890"/>
              <a:gd name="connsiteX775" fmla="*/ 806442 w 2289745"/>
              <a:gd name="connsiteY775" fmla="*/ 778649 h 2199890"/>
              <a:gd name="connsiteX776" fmla="*/ 61453 w 2289745"/>
              <a:gd name="connsiteY776" fmla="*/ 773593 h 2199890"/>
              <a:gd name="connsiteX777" fmla="*/ 61453 w 2289745"/>
              <a:gd name="connsiteY777" fmla="*/ 773593 h 2199890"/>
              <a:gd name="connsiteX778" fmla="*/ 72139 w 2289745"/>
              <a:gd name="connsiteY778" fmla="*/ 779568 h 2199890"/>
              <a:gd name="connsiteX779" fmla="*/ 72139 w 2289745"/>
              <a:gd name="connsiteY779" fmla="*/ 779568 h 2199890"/>
              <a:gd name="connsiteX780" fmla="*/ 543715 w 2289745"/>
              <a:gd name="connsiteY780" fmla="*/ 772674 h 2199890"/>
              <a:gd name="connsiteX781" fmla="*/ 543715 w 2289745"/>
              <a:gd name="connsiteY781" fmla="*/ 772674 h 2199890"/>
              <a:gd name="connsiteX782" fmla="*/ 540152 w 2289745"/>
              <a:gd name="connsiteY782" fmla="*/ 789681 h 2199890"/>
              <a:gd name="connsiteX783" fmla="*/ 533027 w 2289745"/>
              <a:gd name="connsiteY783" fmla="*/ 801632 h 2199890"/>
              <a:gd name="connsiteX784" fmla="*/ 531421 w 2289745"/>
              <a:gd name="connsiteY784" fmla="*/ 825673 h 2199890"/>
              <a:gd name="connsiteX785" fmla="*/ 533027 w 2289745"/>
              <a:gd name="connsiteY785" fmla="*/ 801631 h 2199890"/>
              <a:gd name="connsiteX786" fmla="*/ 540153 w 2289745"/>
              <a:gd name="connsiteY786" fmla="*/ 789680 h 2199890"/>
              <a:gd name="connsiteX787" fmla="*/ 89060 w 2289745"/>
              <a:gd name="connsiteY787" fmla="*/ 765318 h 2199890"/>
              <a:gd name="connsiteX788" fmla="*/ 80599 w 2289745"/>
              <a:gd name="connsiteY788" fmla="*/ 769915 h 2199890"/>
              <a:gd name="connsiteX789" fmla="*/ 73030 w 2289745"/>
              <a:gd name="connsiteY789" fmla="*/ 769915 h 2199890"/>
              <a:gd name="connsiteX790" fmla="*/ 73031 w 2289745"/>
              <a:gd name="connsiteY790" fmla="*/ 769915 h 2199890"/>
              <a:gd name="connsiteX791" fmla="*/ 80601 w 2289745"/>
              <a:gd name="connsiteY791" fmla="*/ 769915 h 2199890"/>
              <a:gd name="connsiteX792" fmla="*/ 89061 w 2289745"/>
              <a:gd name="connsiteY792" fmla="*/ 765319 h 2199890"/>
              <a:gd name="connsiteX793" fmla="*/ 1418289 w 2289745"/>
              <a:gd name="connsiteY793" fmla="*/ 737280 h 2199890"/>
              <a:gd name="connsiteX794" fmla="*/ 1404546 w 2289745"/>
              <a:gd name="connsiteY794" fmla="*/ 743930 h 2199890"/>
              <a:gd name="connsiteX795" fmla="*/ 1418289 w 2289745"/>
              <a:gd name="connsiteY795" fmla="*/ 737281 h 2199890"/>
              <a:gd name="connsiteX796" fmla="*/ 1424524 w 2289745"/>
              <a:gd name="connsiteY796" fmla="*/ 743256 h 2199890"/>
              <a:gd name="connsiteX797" fmla="*/ 1441889 w 2289745"/>
              <a:gd name="connsiteY797" fmla="*/ 743716 h 2199890"/>
              <a:gd name="connsiteX798" fmla="*/ 1464154 w 2289745"/>
              <a:gd name="connsiteY798" fmla="*/ 755667 h 2199890"/>
              <a:gd name="connsiteX799" fmla="*/ 1470834 w 2289745"/>
              <a:gd name="connsiteY799" fmla="*/ 765779 h 2199890"/>
              <a:gd name="connsiteX800" fmla="*/ 1482413 w 2289745"/>
              <a:gd name="connsiteY800" fmla="*/ 775431 h 2199890"/>
              <a:gd name="connsiteX801" fmla="*/ 1493545 w 2289745"/>
              <a:gd name="connsiteY801" fmla="*/ 792439 h 2199890"/>
              <a:gd name="connsiteX802" fmla="*/ 1502451 w 2289745"/>
              <a:gd name="connsiteY802" fmla="*/ 802091 h 2199890"/>
              <a:gd name="connsiteX803" fmla="*/ 1502451 w 2289745"/>
              <a:gd name="connsiteY803" fmla="*/ 802091 h 2199890"/>
              <a:gd name="connsiteX804" fmla="*/ 1513137 w 2289745"/>
              <a:gd name="connsiteY804" fmla="*/ 804849 h 2199890"/>
              <a:gd name="connsiteX805" fmla="*/ 1513137 w 2289745"/>
              <a:gd name="connsiteY805" fmla="*/ 804849 h 2199890"/>
              <a:gd name="connsiteX806" fmla="*/ 1502451 w 2289745"/>
              <a:gd name="connsiteY806" fmla="*/ 802091 h 2199890"/>
              <a:gd name="connsiteX807" fmla="*/ 1493545 w 2289745"/>
              <a:gd name="connsiteY807" fmla="*/ 792438 h 2199890"/>
              <a:gd name="connsiteX808" fmla="*/ 1482413 w 2289745"/>
              <a:gd name="connsiteY808" fmla="*/ 775431 h 2199890"/>
              <a:gd name="connsiteX809" fmla="*/ 1470835 w 2289745"/>
              <a:gd name="connsiteY809" fmla="*/ 765779 h 2199890"/>
              <a:gd name="connsiteX810" fmla="*/ 1464155 w 2289745"/>
              <a:gd name="connsiteY810" fmla="*/ 755666 h 2199890"/>
              <a:gd name="connsiteX811" fmla="*/ 1441890 w 2289745"/>
              <a:gd name="connsiteY811" fmla="*/ 743715 h 2199890"/>
              <a:gd name="connsiteX812" fmla="*/ 1424524 w 2289745"/>
              <a:gd name="connsiteY812" fmla="*/ 743255 h 2199890"/>
              <a:gd name="connsiteX813" fmla="*/ 1012024 w 2289745"/>
              <a:gd name="connsiteY813" fmla="*/ 716596 h 2199890"/>
              <a:gd name="connsiteX814" fmla="*/ 1004602 w 2289745"/>
              <a:gd name="connsiteY814" fmla="*/ 731305 h 2199890"/>
              <a:gd name="connsiteX815" fmla="*/ 998813 w 2289745"/>
              <a:gd name="connsiteY815" fmla="*/ 749232 h 2199890"/>
              <a:gd name="connsiteX816" fmla="*/ 1004157 w 2289745"/>
              <a:gd name="connsiteY816" fmla="*/ 756126 h 2199890"/>
              <a:gd name="connsiteX817" fmla="*/ 1004157 w 2289745"/>
              <a:gd name="connsiteY817" fmla="*/ 756126 h 2199890"/>
              <a:gd name="connsiteX818" fmla="*/ 998813 w 2289745"/>
              <a:gd name="connsiteY818" fmla="*/ 749231 h 2199890"/>
              <a:gd name="connsiteX819" fmla="*/ 1004602 w 2289745"/>
              <a:gd name="connsiteY819" fmla="*/ 731305 h 2199890"/>
              <a:gd name="connsiteX820" fmla="*/ 77038 w 2289745"/>
              <a:gd name="connsiteY820" fmla="*/ 682582 h 2199890"/>
              <a:gd name="connsiteX821" fmla="*/ 89060 w 2289745"/>
              <a:gd name="connsiteY821" fmla="*/ 690855 h 2199890"/>
              <a:gd name="connsiteX822" fmla="*/ 105091 w 2289745"/>
              <a:gd name="connsiteY822" fmla="*/ 698669 h 2199890"/>
              <a:gd name="connsiteX823" fmla="*/ 120232 w 2289745"/>
              <a:gd name="connsiteY823" fmla="*/ 720732 h 2199890"/>
              <a:gd name="connsiteX824" fmla="*/ 136262 w 2289745"/>
              <a:gd name="connsiteY824" fmla="*/ 740957 h 2199890"/>
              <a:gd name="connsiteX825" fmla="*/ 137153 w 2289745"/>
              <a:gd name="connsiteY825" fmla="*/ 759343 h 2199890"/>
              <a:gd name="connsiteX826" fmla="*/ 142051 w 2289745"/>
              <a:gd name="connsiteY826" fmla="*/ 776350 h 2199890"/>
              <a:gd name="connsiteX827" fmla="*/ 147637 w 2289745"/>
              <a:gd name="connsiteY827" fmla="*/ 781539 h 2199890"/>
              <a:gd name="connsiteX828" fmla="*/ 142053 w 2289745"/>
              <a:gd name="connsiteY828" fmla="*/ 776351 h 2199890"/>
              <a:gd name="connsiteX829" fmla="*/ 137154 w 2289745"/>
              <a:gd name="connsiteY829" fmla="*/ 759344 h 2199890"/>
              <a:gd name="connsiteX830" fmla="*/ 136264 w 2289745"/>
              <a:gd name="connsiteY830" fmla="*/ 740958 h 2199890"/>
              <a:gd name="connsiteX831" fmla="*/ 144725 w 2289745"/>
              <a:gd name="connsiteY831" fmla="*/ 735443 h 2199890"/>
              <a:gd name="connsiteX832" fmla="*/ 149178 w 2289745"/>
              <a:gd name="connsiteY832" fmla="*/ 717976 h 2199890"/>
              <a:gd name="connsiteX833" fmla="*/ 157193 w 2289745"/>
              <a:gd name="connsiteY833" fmla="*/ 717516 h 2199890"/>
              <a:gd name="connsiteX834" fmla="*/ 174559 w 2289745"/>
              <a:gd name="connsiteY834" fmla="*/ 725790 h 2199890"/>
              <a:gd name="connsiteX835" fmla="*/ 188810 w 2289745"/>
              <a:gd name="connsiteY835" fmla="*/ 719814 h 2199890"/>
              <a:gd name="connsiteX836" fmla="*/ 198161 w 2289745"/>
              <a:gd name="connsiteY836" fmla="*/ 721653 h 2199890"/>
              <a:gd name="connsiteX837" fmla="*/ 202169 w 2289745"/>
              <a:gd name="connsiteY837" fmla="*/ 715217 h 2199890"/>
              <a:gd name="connsiteX838" fmla="*/ 302361 w 2289745"/>
              <a:gd name="connsiteY838" fmla="*/ 714758 h 2199890"/>
              <a:gd name="connsiteX839" fmla="*/ 308150 w 2289745"/>
              <a:gd name="connsiteY839" fmla="*/ 694074 h 2199890"/>
              <a:gd name="connsiteX840" fmla="*/ 308150 w 2289745"/>
              <a:gd name="connsiteY840" fmla="*/ 694074 h 2199890"/>
              <a:gd name="connsiteX841" fmla="*/ 302361 w 2289745"/>
              <a:gd name="connsiteY841" fmla="*/ 714757 h 2199890"/>
              <a:gd name="connsiteX842" fmla="*/ 202168 w 2289745"/>
              <a:gd name="connsiteY842" fmla="*/ 715217 h 2199890"/>
              <a:gd name="connsiteX843" fmla="*/ 198161 w 2289745"/>
              <a:gd name="connsiteY843" fmla="*/ 721652 h 2199890"/>
              <a:gd name="connsiteX844" fmla="*/ 188809 w 2289745"/>
              <a:gd name="connsiteY844" fmla="*/ 719814 h 2199890"/>
              <a:gd name="connsiteX845" fmla="*/ 174559 w 2289745"/>
              <a:gd name="connsiteY845" fmla="*/ 725789 h 2199890"/>
              <a:gd name="connsiteX846" fmla="*/ 157193 w 2289745"/>
              <a:gd name="connsiteY846" fmla="*/ 717515 h 2199890"/>
              <a:gd name="connsiteX847" fmla="*/ 149178 w 2289745"/>
              <a:gd name="connsiteY847" fmla="*/ 717975 h 2199890"/>
              <a:gd name="connsiteX848" fmla="*/ 144725 w 2289745"/>
              <a:gd name="connsiteY848" fmla="*/ 735441 h 2199890"/>
              <a:gd name="connsiteX849" fmla="*/ 136264 w 2289745"/>
              <a:gd name="connsiteY849" fmla="*/ 740958 h 2199890"/>
              <a:gd name="connsiteX850" fmla="*/ 120233 w 2289745"/>
              <a:gd name="connsiteY850" fmla="*/ 720733 h 2199890"/>
              <a:gd name="connsiteX851" fmla="*/ 105093 w 2289745"/>
              <a:gd name="connsiteY851" fmla="*/ 698669 h 2199890"/>
              <a:gd name="connsiteX852" fmla="*/ 89062 w 2289745"/>
              <a:gd name="connsiteY852" fmla="*/ 690855 h 2199890"/>
              <a:gd name="connsiteX853" fmla="*/ 1366634 w 2289745"/>
              <a:gd name="connsiteY853" fmla="*/ 662817 h 2199890"/>
              <a:gd name="connsiteX854" fmla="*/ 1359063 w 2289745"/>
              <a:gd name="connsiteY854" fmla="*/ 672010 h 2199890"/>
              <a:gd name="connsiteX855" fmla="*/ 1357728 w 2289745"/>
              <a:gd name="connsiteY855" fmla="*/ 691316 h 2199890"/>
              <a:gd name="connsiteX856" fmla="*/ 1348822 w 2289745"/>
              <a:gd name="connsiteY856" fmla="*/ 734983 h 2199890"/>
              <a:gd name="connsiteX857" fmla="*/ 1351938 w 2289745"/>
              <a:gd name="connsiteY857" fmla="*/ 746474 h 2199890"/>
              <a:gd name="connsiteX858" fmla="*/ 1348822 w 2289745"/>
              <a:gd name="connsiteY858" fmla="*/ 771755 h 2199890"/>
              <a:gd name="connsiteX859" fmla="*/ 1339916 w 2289745"/>
              <a:gd name="connsiteY859" fmla="*/ 801172 h 2199890"/>
              <a:gd name="connsiteX860" fmla="*/ 1325220 w 2289745"/>
              <a:gd name="connsiteY860" fmla="*/ 815422 h 2199890"/>
              <a:gd name="connsiteX861" fmla="*/ 1314978 w 2289745"/>
              <a:gd name="connsiteY861" fmla="*/ 838404 h 2199890"/>
              <a:gd name="connsiteX862" fmla="*/ 1312751 w 2289745"/>
              <a:gd name="connsiteY862" fmla="*/ 850355 h 2199890"/>
              <a:gd name="connsiteX863" fmla="*/ 1301174 w 2289745"/>
              <a:gd name="connsiteY863" fmla="*/ 858628 h 2199890"/>
              <a:gd name="connsiteX864" fmla="*/ 1294494 w 2289745"/>
              <a:gd name="connsiteY864" fmla="*/ 889425 h 2199890"/>
              <a:gd name="connsiteX865" fmla="*/ 1294494 w 2289745"/>
              <a:gd name="connsiteY865" fmla="*/ 893102 h 2199890"/>
              <a:gd name="connsiteX866" fmla="*/ 1290932 w 2289745"/>
              <a:gd name="connsiteY866" fmla="*/ 892183 h 2199890"/>
              <a:gd name="connsiteX867" fmla="*/ 1290932 w 2289745"/>
              <a:gd name="connsiteY867" fmla="*/ 892183 h 2199890"/>
              <a:gd name="connsiteX868" fmla="*/ 1294494 w 2289745"/>
              <a:gd name="connsiteY868" fmla="*/ 893102 h 2199890"/>
              <a:gd name="connsiteX869" fmla="*/ 1295385 w 2289745"/>
              <a:gd name="connsiteY869" fmla="*/ 916085 h 2199890"/>
              <a:gd name="connsiteX870" fmla="*/ 1291866 w 2289745"/>
              <a:gd name="connsiteY870" fmla="*/ 924714 h 2199890"/>
              <a:gd name="connsiteX871" fmla="*/ 1295386 w 2289745"/>
              <a:gd name="connsiteY871" fmla="*/ 916085 h 2199890"/>
              <a:gd name="connsiteX872" fmla="*/ 1294495 w 2289745"/>
              <a:gd name="connsiteY872" fmla="*/ 893102 h 2199890"/>
              <a:gd name="connsiteX873" fmla="*/ 1294495 w 2289745"/>
              <a:gd name="connsiteY873" fmla="*/ 889425 h 2199890"/>
              <a:gd name="connsiteX874" fmla="*/ 1301174 w 2289745"/>
              <a:gd name="connsiteY874" fmla="*/ 858628 h 2199890"/>
              <a:gd name="connsiteX875" fmla="*/ 1312752 w 2289745"/>
              <a:gd name="connsiteY875" fmla="*/ 850354 h 2199890"/>
              <a:gd name="connsiteX876" fmla="*/ 1314978 w 2289745"/>
              <a:gd name="connsiteY876" fmla="*/ 838404 h 2199890"/>
              <a:gd name="connsiteX877" fmla="*/ 1325221 w 2289745"/>
              <a:gd name="connsiteY877" fmla="*/ 815421 h 2199890"/>
              <a:gd name="connsiteX878" fmla="*/ 1339916 w 2289745"/>
              <a:gd name="connsiteY878" fmla="*/ 801172 h 2199890"/>
              <a:gd name="connsiteX879" fmla="*/ 1348822 w 2289745"/>
              <a:gd name="connsiteY879" fmla="*/ 771755 h 2199890"/>
              <a:gd name="connsiteX880" fmla="*/ 1351939 w 2289745"/>
              <a:gd name="connsiteY880" fmla="*/ 746474 h 2199890"/>
              <a:gd name="connsiteX881" fmla="*/ 1381329 w 2289745"/>
              <a:gd name="connsiteY881" fmla="*/ 752909 h 2199890"/>
              <a:gd name="connsiteX882" fmla="*/ 1388008 w 2289745"/>
              <a:gd name="connsiteY882" fmla="*/ 730845 h 2199890"/>
              <a:gd name="connsiteX883" fmla="*/ 1404039 w 2289745"/>
              <a:gd name="connsiteY883" fmla="*/ 744175 h 2199890"/>
              <a:gd name="connsiteX884" fmla="*/ 1404039 w 2289745"/>
              <a:gd name="connsiteY884" fmla="*/ 744175 h 2199890"/>
              <a:gd name="connsiteX885" fmla="*/ 1388008 w 2289745"/>
              <a:gd name="connsiteY885" fmla="*/ 730845 h 2199890"/>
              <a:gd name="connsiteX886" fmla="*/ 1381329 w 2289745"/>
              <a:gd name="connsiteY886" fmla="*/ 752908 h 2199890"/>
              <a:gd name="connsiteX887" fmla="*/ 1351939 w 2289745"/>
              <a:gd name="connsiteY887" fmla="*/ 746473 h 2199890"/>
              <a:gd name="connsiteX888" fmla="*/ 1348822 w 2289745"/>
              <a:gd name="connsiteY888" fmla="*/ 734982 h 2199890"/>
              <a:gd name="connsiteX889" fmla="*/ 1357728 w 2289745"/>
              <a:gd name="connsiteY889" fmla="*/ 691315 h 2199890"/>
              <a:gd name="connsiteX890" fmla="*/ 1359064 w 2289745"/>
              <a:gd name="connsiteY890" fmla="*/ 672010 h 2199890"/>
              <a:gd name="connsiteX891" fmla="*/ 1366634 w 2289745"/>
              <a:gd name="connsiteY891" fmla="*/ 662817 h 2199890"/>
              <a:gd name="connsiteX892" fmla="*/ 1520710 w 2289745"/>
              <a:gd name="connsiteY892" fmla="*/ 653623 h 2199890"/>
              <a:gd name="connsiteX893" fmla="*/ 1520709 w 2289745"/>
              <a:gd name="connsiteY893" fmla="*/ 653625 h 2199890"/>
              <a:gd name="connsiteX894" fmla="*/ 1531395 w 2289745"/>
              <a:gd name="connsiteY894" fmla="*/ 660979 h 2199890"/>
              <a:gd name="connsiteX895" fmla="*/ 1538075 w 2289745"/>
              <a:gd name="connsiteY895" fmla="*/ 658220 h 2199890"/>
              <a:gd name="connsiteX896" fmla="*/ 1566573 w 2289745"/>
              <a:gd name="connsiteY896" fmla="*/ 657761 h 2199890"/>
              <a:gd name="connsiteX897" fmla="*/ 1571473 w 2289745"/>
              <a:gd name="connsiteY897" fmla="*/ 660519 h 2199890"/>
              <a:gd name="connsiteX898" fmla="*/ 1595964 w 2289745"/>
              <a:gd name="connsiteY898" fmla="*/ 663737 h 2199890"/>
              <a:gd name="connsiteX899" fmla="*/ 1605315 w 2289745"/>
              <a:gd name="connsiteY899" fmla="*/ 662358 h 2199890"/>
              <a:gd name="connsiteX900" fmla="*/ 1611995 w 2289745"/>
              <a:gd name="connsiteY900" fmla="*/ 672010 h 2199890"/>
              <a:gd name="connsiteX901" fmla="*/ 1611997 w 2289745"/>
              <a:gd name="connsiteY901" fmla="*/ 672009 h 2199890"/>
              <a:gd name="connsiteX902" fmla="*/ 1605317 w 2289745"/>
              <a:gd name="connsiteY902" fmla="*/ 662357 h 2199890"/>
              <a:gd name="connsiteX903" fmla="*/ 1595966 w 2289745"/>
              <a:gd name="connsiteY903" fmla="*/ 663736 h 2199890"/>
              <a:gd name="connsiteX904" fmla="*/ 1571474 w 2289745"/>
              <a:gd name="connsiteY904" fmla="*/ 660518 h 2199890"/>
              <a:gd name="connsiteX905" fmla="*/ 1566575 w 2289745"/>
              <a:gd name="connsiteY905" fmla="*/ 657760 h 2199890"/>
              <a:gd name="connsiteX906" fmla="*/ 1538076 w 2289745"/>
              <a:gd name="connsiteY906" fmla="*/ 658220 h 2199890"/>
              <a:gd name="connsiteX907" fmla="*/ 1531397 w 2289745"/>
              <a:gd name="connsiteY907" fmla="*/ 660978 h 2199890"/>
              <a:gd name="connsiteX908" fmla="*/ 546832 w 2289745"/>
              <a:gd name="connsiteY908" fmla="*/ 606740 h 2199890"/>
              <a:gd name="connsiteX909" fmla="*/ 519223 w 2289745"/>
              <a:gd name="connsiteY909" fmla="*/ 609957 h 2199890"/>
              <a:gd name="connsiteX910" fmla="*/ 519218 w 2289745"/>
              <a:gd name="connsiteY910" fmla="*/ 609733 h 2199890"/>
              <a:gd name="connsiteX911" fmla="*/ 519223 w 2289745"/>
              <a:gd name="connsiteY911" fmla="*/ 609958 h 2199890"/>
              <a:gd name="connsiteX912" fmla="*/ 546832 w 2289745"/>
              <a:gd name="connsiteY912" fmla="*/ 606740 h 2199890"/>
              <a:gd name="connsiteX913" fmla="*/ 547277 w 2289745"/>
              <a:gd name="connsiteY913" fmla="*/ 674768 h 2199890"/>
              <a:gd name="connsiteX914" fmla="*/ 507200 w 2289745"/>
              <a:gd name="connsiteY914" fmla="*/ 586056 h 2199890"/>
              <a:gd name="connsiteX915" fmla="*/ 507200 w 2289745"/>
              <a:gd name="connsiteY915" fmla="*/ 586056 h 2199890"/>
              <a:gd name="connsiteX916" fmla="*/ 518777 w 2289745"/>
              <a:gd name="connsiteY916" fmla="*/ 591111 h 2199890"/>
              <a:gd name="connsiteX917" fmla="*/ 1032211 w 2289745"/>
              <a:gd name="connsiteY917" fmla="*/ 581918 h 2199890"/>
              <a:gd name="connsiteX918" fmla="*/ 1032211 w 2289745"/>
              <a:gd name="connsiteY918" fmla="*/ 581919 h 2199890"/>
              <a:gd name="connsiteX919" fmla="*/ 1060711 w 2289745"/>
              <a:gd name="connsiteY919" fmla="*/ 581919 h 2199890"/>
              <a:gd name="connsiteX920" fmla="*/ 1060711 w 2289745"/>
              <a:gd name="connsiteY920" fmla="*/ 581918 h 2199890"/>
              <a:gd name="connsiteX921" fmla="*/ 77856 w 2289745"/>
              <a:gd name="connsiteY921" fmla="*/ 530489 h 2199890"/>
              <a:gd name="connsiteX922" fmla="*/ 75702 w 2289745"/>
              <a:gd name="connsiteY922" fmla="*/ 537791 h 2199890"/>
              <a:gd name="connsiteX923" fmla="*/ 75703 w 2289745"/>
              <a:gd name="connsiteY923" fmla="*/ 537791 h 2199890"/>
              <a:gd name="connsiteX924" fmla="*/ 680719 w 2289745"/>
              <a:gd name="connsiteY924" fmla="*/ 517108 h 2199890"/>
              <a:gd name="connsiteX925" fmla="*/ 652814 w 2289745"/>
              <a:gd name="connsiteY925" fmla="*/ 535953 h 2199890"/>
              <a:gd name="connsiteX926" fmla="*/ 629064 w 2289745"/>
              <a:gd name="connsiteY926" fmla="*/ 555259 h 2199890"/>
              <a:gd name="connsiteX927" fmla="*/ 652814 w 2289745"/>
              <a:gd name="connsiteY927" fmla="*/ 535953 h 2199890"/>
              <a:gd name="connsiteX928" fmla="*/ 1802801 w 2289745"/>
              <a:gd name="connsiteY928" fmla="*/ 502271 h 2199890"/>
              <a:gd name="connsiteX929" fmla="*/ 1798578 w 2289745"/>
              <a:gd name="connsiteY929" fmla="*/ 508374 h 2199890"/>
              <a:gd name="connsiteX930" fmla="*/ 1798578 w 2289745"/>
              <a:gd name="connsiteY930" fmla="*/ 508374 h 2199890"/>
              <a:gd name="connsiteX931" fmla="*/ 1808734 w 2289745"/>
              <a:gd name="connsiteY931" fmla="*/ 478212 h 2199890"/>
              <a:gd name="connsiteX932" fmla="*/ 1803030 w 2289745"/>
              <a:gd name="connsiteY932" fmla="*/ 489988 h 2199890"/>
              <a:gd name="connsiteX933" fmla="*/ 1803030 w 2289745"/>
              <a:gd name="connsiteY933" fmla="*/ 501939 h 2199890"/>
              <a:gd name="connsiteX934" fmla="*/ 1803031 w 2289745"/>
              <a:gd name="connsiteY934" fmla="*/ 501939 h 2199890"/>
              <a:gd name="connsiteX935" fmla="*/ 1803031 w 2289745"/>
              <a:gd name="connsiteY935" fmla="*/ 501938 h 2199890"/>
              <a:gd name="connsiteX936" fmla="*/ 1803031 w 2289745"/>
              <a:gd name="connsiteY936" fmla="*/ 489988 h 2199890"/>
              <a:gd name="connsiteX937" fmla="*/ 1813717 w 2289745"/>
              <a:gd name="connsiteY937" fmla="*/ 455973 h 2199890"/>
              <a:gd name="connsiteX938" fmla="*/ 1813717 w 2289745"/>
              <a:gd name="connsiteY938" fmla="*/ 455974 h 2199890"/>
              <a:gd name="connsiteX939" fmla="*/ 1818616 w 2289745"/>
              <a:gd name="connsiteY939" fmla="*/ 460111 h 2199890"/>
              <a:gd name="connsiteX940" fmla="*/ 1807928 w 2289745"/>
              <a:gd name="connsiteY940" fmla="*/ 466086 h 2199890"/>
              <a:gd name="connsiteX941" fmla="*/ 1808819 w 2289745"/>
              <a:gd name="connsiteY941" fmla="*/ 478038 h 2199890"/>
              <a:gd name="connsiteX942" fmla="*/ 1808819 w 2289745"/>
              <a:gd name="connsiteY942" fmla="*/ 478037 h 2199890"/>
              <a:gd name="connsiteX943" fmla="*/ 1807929 w 2289745"/>
              <a:gd name="connsiteY943" fmla="*/ 466086 h 2199890"/>
              <a:gd name="connsiteX944" fmla="*/ 1818616 w 2289745"/>
              <a:gd name="connsiteY944" fmla="*/ 460111 h 2199890"/>
              <a:gd name="connsiteX945" fmla="*/ 147396 w 2289745"/>
              <a:gd name="connsiteY945" fmla="*/ 406791 h 2199890"/>
              <a:gd name="connsiteX946" fmla="*/ 146506 w 2289745"/>
              <a:gd name="connsiteY946" fmla="*/ 482633 h 2199890"/>
              <a:gd name="connsiteX947" fmla="*/ 147396 w 2289745"/>
              <a:gd name="connsiteY947" fmla="*/ 406791 h 2199890"/>
              <a:gd name="connsiteX948" fmla="*/ 227550 w 2289745"/>
              <a:gd name="connsiteY948" fmla="*/ 408630 h 2199890"/>
              <a:gd name="connsiteX949" fmla="*/ 227550 w 2289745"/>
              <a:gd name="connsiteY949" fmla="*/ 408630 h 2199890"/>
              <a:gd name="connsiteX950" fmla="*/ 145614 w 2289745"/>
              <a:gd name="connsiteY950" fmla="*/ 404034 h 2199890"/>
              <a:gd name="connsiteX951" fmla="*/ 133591 w 2289745"/>
              <a:gd name="connsiteY951" fmla="*/ 441265 h 2199890"/>
              <a:gd name="connsiteX952" fmla="*/ 98412 w 2289745"/>
              <a:gd name="connsiteY952" fmla="*/ 472982 h 2199890"/>
              <a:gd name="connsiteX953" fmla="*/ 89506 w 2289745"/>
              <a:gd name="connsiteY953" fmla="*/ 513890 h 2199890"/>
              <a:gd name="connsiteX954" fmla="*/ 83973 w 2289745"/>
              <a:gd name="connsiteY954" fmla="*/ 520792 h 2199890"/>
              <a:gd name="connsiteX955" fmla="*/ 89507 w 2289745"/>
              <a:gd name="connsiteY955" fmla="*/ 513890 h 2199890"/>
              <a:gd name="connsiteX956" fmla="*/ 98413 w 2289745"/>
              <a:gd name="connsiteY956" fmla="*/ 472981 h 2199890"/>
              <a:gd name="connsiteX957" fmla="*/ 133592 w 2289745"/>
              <a:gd name="connsiteY957" fmla="*/ 441265 h 2199890"/>
              <a:gd name="connsiteX958" fmla="*/ 145615 w 2289745"/>
              <a:gd name="connsiteY958" fmla="*/ 404034 h 2199890"/>
              <a:gd name="connsiteX959" fmla="*/ 1677453 w 2289745"/>
              <a:gd name="connsiteY959" fmla="*/ 397599 h 2199890"/>
              <a:gd name="connsiteX960" fmla="*/ 1678790 w 2289745"/>
              <a:gd name="connsiteY960" fmla="*/ 398059 h 2199890"/>
              <a:gd name="connsiteX961" fmla="*/ 1679680 w 2289745"/>
              <a:gd name="connsiteY961" fmla="*/ 397599 h 2199890"/>
              <a:gd name="connsiteX962" fmla="*/ 1681461 w 2289745"/>
              <a:gd name="connsiteY962" fmla="*/ 400817 h 2199890"/>
              <a:gd name="connsiteX963" fmla="*/ 1681016 w 2289745"/>
              <a:gd name="connsiteY963" fmla="*/ 401737 h 2199890"/>
              <a:gd name="connsiteX964" fmla="*/ 1681461 w 2289745"/>
              <a:gd name="connsiteY964" fmla="*/ 405873 h 2199890"/>
              <a:gd name="connsiteX965" fmla="*/ 1681461 w 2289745"/>
              <a:gd name="connsiteY965" fmla="*/ 409091 h 2199890"/>
              <a:gd name="connsiteX966" fmla="*/ 1680571 w 2289745"/>
              <a:gd name="connsiteY966" fmla="*/ 410930 h 2199890"/>
              <a:gd name="connsiteX967" fmla="*/ 1680125 w 2289745"/>
              <a:gd name="connsiteY967" fmla="*/ 409091 h 2199890"/>
              <a:gd name="connsiteX968" fmla="*/ 1677453 w 2289745"/>
              <a:gd name="connsiteY968" fmla="*/ 405413 h 2199890"/>
              <a:gd name="connsiteX969" fmla="*/ 1677899 w 2289745"/>
              <a:gd name="connsiteY969" fmla="*/ 403575 h 2199890"/>
              <a:gd name="connsiteX970" fmla="*/ 1677008 w 2289745"/>
              <a:gd name="connsiteY970" fmla="*/ 400357 h 2199890"/>
              <a:gd name="connsiteX971" fmla="*/ 1677008 w 2289745"/>
              <a:gd name="connsiteY971" fmla="*/ 398518 h 2199890"/>
              <a:gd name="connsiteX972" fmla="*/ 673119 w 2289745"/>
              <a:gd name="connsiteY972" fmla="*/ 396779 h 2199890"/>
              <a:gd name="connsiteX973" fmla="*/ 668844 w 2289745"/>
              <a:gd name="connsiteY973" fmla="*/ 402195 h 2199890"/>
              <a:gd name="connsiteX974" fmla="*/ 683985 w 2289745"/>
              <a:gd name="connsiteY974" fmla="*/ 423799 h 2199890"/>
              <a:gd name="connsiteX975" fmla="*/ 684875 w 2289745"/>
              <a:gd name="connsiteY975" fmla="*/ 436209 h 2199890"/>
              <a:gd name="connsiteX976" fmla="*/ 694227 w 2289745"/>
              <a:gd name="connsiteY976" fmla="*/ 452757 h 2199890"/>
              <a:gd name="connsiteX977" fmla="*/ 705359 w 2289745"/>
              <a:gd name="connsiteY977" fmla="*/ 447241 h 2199890"/>
              <a:gd name="connsiteX978" fmla="*/ 725398 w 2289745"/>
              <a:gd name="connsiteY978" fmla="*/ 461031 h 2199890"/>
              <a:gd name="connsiteX979" fmla="*/ 736530 w 2289745"/>
              <a:gd name="connsiteY979" fmla="*/ 479416 h 2199890"/>
              <a:gd name="connsiteX980" fmla="*/ 736530 w 2289745"/>
              <a:gd name="connsiteY980" fmla="*/ 479416 h 2199890"/>
              <a:gd name="connsiteX981" fmla="*/ 775716 w 2289745"/>
              <a:gd name="connsiteY981" fmla="*/ 492287 h 2199890"/>
              <a:gd name="connsiteX982" fmla="*/ 789967 w 2289745"/>
              <a:gd name="connsiteY982" fmla="*/ 508374 h 2199890"/>
              <a:gd name="connsiteX983" fmla="*/ 806888 w 2289745"/>
              <a:gd name="connsiteY983" fmla="*/ 497342 h 2199890"/>
              <a:gd name="connsiteX984" fmla="*/ 806888 w 2289745"/>
              <a:gd name="connsiteY984" fmla="*/ 497343 h 2199890"/>
              <a:gd name="connsiteX985" fmla="*/ 831380 w 2289745"/>
              <a:gd name="connsiteY985" fmla="*/ 481255 h 2199890"/>
              <a:gd name="connsiteX986" fmla="*/ 931573 w 2289745"/>
              <a:gd name="connsiteY986" fmla="*/ 537792 h 2199890"/>
              <a:gd name="connsiteX987" fmla="*/ 1032211 w 2289745"/>
              <a:gd name="connsiteY987" fmla="*/ 594329 h 2199890"/>
              <a:gd name="connsiteX988" fmla="*/ 1037110 w 2289745"/>
              <a:gd name="connsiteY988" fmla="*/ 711540 h 2199890"/>
              <a:gd name="connsiteX989" fmla="*/ 1037110 w 2289745"/>
              <a:gd name="connsiteY989" fmla="*/ 711540 h 2199890"/>
              <a:gd name="connsiteX990" fmla="*/ 1032211 w 2289745"/>
              <a:gd name="connsiteY990" fmla="*/ 594329 h 2199890"/>
              <a:gd name="connsiteX991" fmla="*/ 1032211 w 2289745"/>
              <a:gd name="connsiteY991" fmla="*/ 594328 h 2199890"/>
              <a:gd name="connsiteX992" fmla="*/ 931574 w 2289745"/>
              <a:gd name="connsiteY992" fmla="*/ 537791 h 2199890"/>
              <a:gd name="connsiteX993" fmla="*/ 831381 w 2289745"/>
              <a:gd name="connsiteY993" fmla="*/ 481254 h 2199890"/>
              <a:gd name="connsiteX994" fmla="*/ 806889 w 2289745"/>
              <a:gd name="connsiteY994" fmla="*/ 497342 h 2199890"/>
              <a:gd name="connsiteX995" fmla="*/ 789968 w 2289745"/>
              <a:gd name="connsiteY995" fmla="*/ 508374 h 2199890"/>
              <a:gd name="connsiteX996" fmla="*/ 775717 w 2289745"/>
              <a:gd name="connsiteY996" fmla="*/ 492286 h 2199890"/>
              <a:gd name="connsiteX997" fmla="*/ 736531 w 2289745"/>
              <a:gd name="connsiteY997" fmla="*/ 479415 h 2199890"/>
              <a:gd name="connsiteX998" fmla="*/ 725399 w 2289745"/>
              <a:gd name="connsiteY998" fmla="*/ 461029 h 2199890"/>
              <a:gd name="connsiteX999" fmla="*/ 705360 w 2289745"/>
              <a:gd name="connsiteY999" fmla="*/ 447240 h 2199890"/>
              <a:gd name="connsiteX1000" fmla="*/ 694228 w 2289745"/>
              <a:gd name="connsiteY1000" fmla="*/ 452756 h 2199890"/>
              <a:gd name="connsiteX1001" fmla="*/ 684875 w 2289745"/>
              <a:gd name="connsiteY1001" fmla="*/ 436209 h 2199890"/>
              <a:gd name="connsiteX1002" fmla="*/ 683985 w 2289745"/>
              <a:gd name="connsiteY1002" fmla="*/ 423797 h 2199890"/>
              <a:gd name="connsiteX1003" fmla="*/ 668845 w 2289745"/>
              <a:gd name="connsiteY1003" fmla="*/ 402194 h 2199890"/>
              <a:gd name="connsiteX1004" fmla="*/ 1820843 w 2289745"/>
              <a:gd name="connsiteY1004" fmla="*/ 393461 h 2199890"/>
              <a:gd name="connsiteX1005" fmla="*/ 1823959 w 2289745"/>
              <a:gd name="connsiteY1005" fmla="*/ 395759 h 2199890"/>
              <a:gd name="connsiteX1006" fmla="*/ 1823070 w 2289745"/>
              <a:gd name="connsiteY1006" fmla="*/ 408170 h 2199890"/>
              <a:gd name="connsiteX1007" fmla="*/ 1820397 w 2289745"/>
              <a:gd name="connsiteY1007" fmla="*/ 413226 h 2199890"/>
              <a:gd name="connsiteX1008" fmla="*/ 1814608 w 2289745"/>
              <a:gd name="connsiteY1008" fmla="*/ 403114 h 2199890"/>
              <a:gd name="connsiteX1009" fmla="*/ 162092 w 2289745"/>
              <a:gd name="connsiteY1009" fmla="*/ 378753 h 2199890"/>
              <a:gd name="connsiteX1010" fmla="*/ 162090 w 2289745"/>
              <a:gd name="connsiteY1010" fmla="*/ 378753 h 2199890"/>
              <a:gd name="connsiteX1011" fmla="*/ 153630 w 2289745"/>
              <a:gd name="connsiteY1011" fmla="*/ 401736 h 2199890"/>
              <a:gd name="connsiteX1012" fmla="*/ 153631 w 2289745"/>
              <a:gd name="connsiteY1012" fmla="*/ 401735 h 2199890"/>
              <a:gd name="connsiteX1013" fmla="*/ 675969 w 2289745"/>
              <a:gd name="connsiteY1013" fmla="*/ 371398 h 2199890"/>
              <a:gd name="connsiteX1014" fmla="*/ 675969 w 2289745"/>
              <a:gd name="connsiteY1014" fmla="*/ 371399 h 2199890"/>
              <a:gd name="connsiteX1015" fmla="*/ 678641 w 2289745"/>
              <a:gd name="connsiteY1015" fmla="*/ 389784 h 2199890"/>
              <a:gd name="connsiteX1016" fmla="*/ 678642 w 2289745"/>
              <a:gd name="connsiteY1016" fmla="*/ 389784 h 2199890"/>
              <a:gd name="connsiteX1017" fmla="*/ 1973581 w 2289745"/>
              <a:gd name="connsiteY1017" fmla="*/ 364044 h 2199890"/>
              <a:gd name="connsiteX1018" fmla="*/ 1973581 w 2289745"/>
              <a:gd name="connsiteY1018" fmla="*/ 364044 h 2199890"/>
              <a:gd name="connsiteX1019" fmla="*/ 1985604 w 2289745"/>
              <a:gd name="connsiteY1019" fmla="*/ 369100 h 2199890"/>
              <a:gd name="connsiteX1020" fmla="*/ 1985604 w 2289745"/>
              <a:gd name="connsiteY1020" fmla="*/ 369100 h 2199890"/>
              <a:gd name="connsiteX1021" fmla="*/ 228441 w 2289745"/>
              <a:gd name="connsiteY1021" fmla="*/ 363584 h 2199890"/>
              <a:gd name="connsiteX1022" fmla="*/ 228441 w 2289745"/>
              <a:gd name="connsiteY1022" fmla="*/ 363585 h 2199890"/>
              <a:gd name="connsiteX1023" fmla="*/ 319728 w 2289745"/>
              <a:gd name="connsiteY1023" fmla="*/ 435290 h 2199890"/>
              <a:gd name="connsiteX1024" fmla="*/ 281877 w 2289745"/>
              <a:gd name="connsiteY1024" fmla="*/ 435749 h 2199890"/>
              <a:gd name="connsiteX1025" fmla="*/ 281877 w 2289745"/>
              <a:gd name="connsiteY1025" fmla="*/ 435750 h 2199890"/>
              <a:gd name="connsiteX1026" fmla="*/ 319728 w 2289745"/>
              <a:gd name="connsiteY1026" fmla="*/ 435290 h 2199890"/>
              <a:gd name="connsiteX1027" fmla="*/ 364539 w 2289745"/>
              <a:gd name="connsiteY1027" fmla="*/ 470106 h 2199890"/>
              <a:gd name="connsiteX1028" fmla="*/ 319728 w 2289745"/>
              <a:gd name="connsiteY1028" fmla="*/ 435290 h 2199890"/>
              <a:gd name="connsiteX1029" fmla="*/ 225323 w 2289745"/>
              <a:gd name="connsiteY1029" fmla="*/ 356230 h 2199890"/>
              <a:gd name="connsiteX1030" fmla="*/ 225769 w 2289745"/>
              <a:gd name="connsiteY1030" fmla="*/ 371858 h 2199890"/>
              <a:gd name="connsiteX1031" fmla="*/ 225769 w 2289745"/>
              <a:gd name="connsiteY1031" fmla="*/ 371858 h 2199890"/>
              <a:gd name="connsiteX1032" fmla="*/ 225324 w 2289745"/>
              <a:gd name="connsiteY1032" fmla="*/ 356230 h 2199890"/>
              <a:gd name="connsiteX1033" fmla="*/ 1943746 w 2289745"/>
              <a:gd name="connsiteY1033" fmla="*/ 325433 h 2199890"/>
              <a:gd name="connsiteX1034" fmla="*/ 1969127 w 2289745"/>
              <a:gd name="connsiteY1034" fmla="*/ 338303 h 2199890"/>
              <a:gd name="connsiteX1035" fmla="*/ 1969127 w 2289745"/>
              <a:gd name="connsiteY1035" fmla="*/ 338303 h 2199890"/>
              <a:gd name="connsiteX1036" fmla="*/ 229777 w 2289745"/>
              <a:gd name="connsiteY1036" fmla="*/ 321296 h 2199890"/>
              <a:gd name="connsiteX1037" fmla="*/ 229776 w 2289745"/>
              <a:gd name="connsiteY1037" fmla="*/ 321297 h 2199890"/>
              <a:gd name="connsiteX1038" fmla="*/ 229331 w 2289745"/>
              <a:gd name="connsiteY1038" fmla="*/ 356229 h 2199890"/>
              <a:gd name="connsiteX1039" fmla="*/ 680119 w 2289745"/>
              <a:gd name="connsiteY1039" fmla="*/ 319654 h 2199890"/>
              <a:gd name="connsiteX1040" fmla="*/ 676860 w 2289745"/>
              <a:gd name="connsiteY1040" fmla="*/ 341521 h 2199890"/>
              <a:gd name="connsiteX1041" fmla="*/ 678641 w 2289745"/>
              <a:gd name="connsiteY1041" fmla="*/ 355311 h 2199890"/>
              <a:gd name="connsiteX1042" fmla="*/ 676870 w 2289745"/>
              <a:gd name="connsiteY1042" fmla="*/ 365978 h 2199890"/>
              <a:gd name="connsiteX1043" fmla="*/ 678642 w 2289745"/>
              <a:gd name="connsiteY1043" fmla="*/ 355310 h 2199890"/>
              <a:gd name="connsiteX1044" fmla="*/ 676860 w 2289745"/>
              <a:gd name="connsiteY1044" fmla="*/ 341520 h 2199890"/>
              <a:gd name="connsiteX1045" fmla="*/ 2002525 w 2289745"/>
              <a:gd name="connsiteY1045" fmla="*/ 299692 h 2199890"/>
              <a:gd name="connsiteX1046" fmla="*/ 2001011 w 2289745"/>
              <a:gd name="connsiteY1046" fmla="*/ 302124 h 2199890"/>
              <a:gd name="connsiteX1047" fmla="*/ 2002525 w 2289745"/>
              <a:gd name="connsiteY1047" fmla="*/ 299693 h 2199890"/>
              <a:gd name="connsiteX1048" fmla="*/ 2017314 w 2289745"/>
              <a:gd name="connsiteY1048" fmla="*/ 302041 h 2199890"/>
              <a:gd name="connsiteX1049" fmla="*/ 1331456 w 2289745"/>
              <a:gd name="connsiteY1049" fmla="*/ 290959 h 2199890"/>
              <a:gd name="connsiteX1050" fmla="*/ 1331455 w 2289745"/>
              <a:gd name="connsiteY1050" fmla="*/ 290960 h 2199890"/>
              <a:gd name="connsiteX1051" fmla="*/ 1326556 w 2289745"/>
              <a:gd name="connsiteY1051" fmla="*/ 301531 h 2199890"/>
              <a:gd name="connsiteX1052" fmla="*/ 1317205 w 2289745"/>
              <a:gd name="connsiteY1052" fmla="*/ 310724 h 2199890"/>
              <a:gd name="connsiteX1053" fmla="*/ 1317206 w 2289745"/>
              <a:gd name="connsiteY1053" fmla="*/ 310724 h 2199890"/>
              <a:gd name="connsiteX1054" fmla="*/ 1326558 w 2289745"/>
              <a:gd name="connsiteY1054" fmla="*/ 301531 h 2199890"/>
              <a:gd name="connsiteX1055" fmla="*/ 1352830 w 2289745"/>
              <a:gd name="connsiteY1055" fmla="*/ 276709 h 2199890"/>
              <a:gd name="connsiteX1056" fmla="*/ 1352829 w 2289745"/>
              <a:gd name="connsiteY1056" fmla="*/ 276710 h 2199890"/>
              <a:gd name="connsiteX1057" fmla="*/ 1349712 w 2289745"/>
              <a:gd name="connsiteY1057" fmla="*/ 286822 h 2199890"/>
              <a:gd name="connsiteX1058" fmla="*/ 1347479 w 2289745"/>
              <a:gd name="connsiteY1058" fmla="*/ 287328 h 2199890"/>
              <a:gd name="connsiteX1059" fmla="*/ 1349713 w 2289745"/>
              <a:gd name="connsiteY1059" fmla="*/ 286822 h 2199890"/>
              <a:gd name="connsiteX1060" fmla="*/ 1044235 w 2289745"/>
              <a:gd name="connsiteY1060" fmla="*/ 267517 h 2199890"/>
              <a:gd name="connsiteX1061" fmla="*/ 1039337 w 2289745"/>
              <a:gd name="connsiteY1061" fmla="*/ 285443 h 2199890"/>
              <a:gd name="connsiteX1062" fmla="*/ 1039337 w 2289745"/>
              <a:gd name="connsiteY1062" fmla="*/ 285443 h 2199890"/>
              <a:gd name="connsiteX1063" fmla="*/ 1044235 w 2289745"/>
              <a:gd name="connsiteY1063" fmla="*/ 267517 h 2199890"/>
              <a:gd name="connsiteX1064" fmla="*/ 1933342 w 2289745"/>
              <a:gd name="connsiteY1064" fmla="*/ 261170 h 2199890"/>
              <a:gd name="connsiteX1065" fmla="*/ 1934395 w 2289745"/>
              <a:gd name="connsiteY1065" fmla="*/ 265219 h 2199890"/>
              <a:gd name="connsiteX1066" fmla="*/ 1934395 w 2289745"/>
              <a:gd name="connsiteY1066" fmla="*/ 265218 h 2199890"/>
              <a:gd name="connsiteX1067" fmla="*/ 1295230 w 2289745"/>
              <a:gd name="connsiteY1067" fmla="*/ 260762 h 2199890"/>
              <a:gd name="connsiteX1068" fmla="*/ 1288260 w 2289745"/>
              <a:gd name="connsiteY1068" fmla="*/ 301529 h 2199890"/>
              <a:gd name="connsiteX1069" fmla="*/ 1288260 w 2289745"/>
              <a:gd name="connsiteY1069" fmla="*/ 301530 h 2199890"/>
              <a:gd name="connsiteX1070" fmla="*/ 2048918 w 2289745"/>
              <a:gd name="connsiteY1070" fmla="*/ 259909 h 2199890"/>
              <a:gd name="connsiteX1071" fmla="*/ 2045720 w 2289745"/>
              <a:gd name="connsiteY1071" fmla="*/ 265218 h 2199890"/>
              <a:gd name="connsiteX1072" fmla="*/ 2045720 w 2289745"/>
              <a:gd name="connsiteY1072" fmla="*/ 265219 h 2199890"/>
              <a:gd name="connsiteX1073" fmla="*/ 1294495 w 2289745"/>
              <a:gd name="connsiteY1073" fmla="*/ 243156 h 2199890"/>
              <a:gd name="connsiteX1074" fmla="*/ 1290734 w 2289745"/>
              <a:gd name="connsiteY1074" fmla="*/ 244398 h 2199890"/>
              <a:gd name="connsiteX1075" fmla="*/ 1294494 w 2289745"/>
              <a:gd name="connsiteY1075" fmla="*/ 243156 h 2199890"/>
              <a:gd name="connsiteX1076" fmla="*/ 1296276 w 2289745"/>
              <a:gd name="connsiteY1076" fmla="*/ 254647 h 2199890"/>
              <a:gd name="connsiteX1077" fmla="*/ 1296276 w 2289745"/>
              <a:gd name="connsiteY1077" fmla="*/ 254647 h 2199890"/>
              <a:gd name="connsiteX1078" fmla="*/ 1333238 w 2289745"/>
              <a:gd name="connsiteY1078" fmla="*/ 242236 h 2199890"/>
              <a:gd name="connsiteX1079" fmla="*/ 1333236 w 2289745"/>
              <a:gd name="connsiteY1079" fmla="*/ 242236 h 2199890"/>
              <a:gd name="connsiteX1080" fmla="*/ 1359954 w 2289745"/>
              <a:gd name="connsiteY1080" fmla="*/ 272114 h 2199890"/>
              <a:gd name="connsiteX1081" fmla="*/ 1359955 w 2289745"/>
              <a:gd name="connsiteY1081" fmla="*/ 272113 h 2199890"/>
              <a:gd name="connsiteX1082" fmla="*/ 2092922 w 2289745"/>
              <a:gd name="connsiteY1082" fmla="*/ 236260 h 2199890"/>
              <a:gd name="connsiteX1083" fmla="*/ 2082674 w 2289745"/>
              <a:gd name="connsiteY1083" fmla="*/ 238641 h 2199890"/>
              <a:gd name="connsiteX1084" fmla="*/ 2092922 w 2289745"/>
              <a:gd name="connsiteY1084" fmla="*/ 236261 h 2199890"/>
              <a:gd name="connsiteX1085" fmla="*/ 2102272 w 2289745"/>
              <a:gd name="connsiteY1085" fmla="*/ 239018 h 2199890"/>
              <a:gd name="connsiteX1086" fmla="*/ 388999 w 2289745"/>
              <a:gd name="connsiteY1086" fmla="*/ 223409 h 2199890"/>
              <a:gd name="connsiteX1087" fmla="*/ 377617 w 2289745"/>
              <a:gd name="connsiteY1087" fmla="*/ 225229 h 2199890"/>
              <a:gd name="connsiteX1088" fmla="*/ 366484 w 2289745"/>
              <a:gd name="connsiteY1088" fmla="*/ 235801 h 2199890"/>
              <a:gd name="connsiteX1089" fmla="*/ 361883 w 2289745"/>
              <a:gd name="connsiteY1089" fmla="*/ 236721 h 2199890"/>
              <a:gd name="connsiteX1090" fmla="*/ 366484 w 2289745"/>
              <a:gd name="connsiteY1090" fmla="*/ 235802 h 2199890"/>
              <a:gd name="connsiteX1091" fmla="*/ 377617 w 2289745"/>
              <a:gd name="connsiteY1091" fmla="*/ 225230 h 2199890"/>
              <a:gd name="connsiteX1092" fmla="*/ 1294157 w 2289745"/>
              <a:gd name="connsiteY1092" fmla="*/ 215553 h 2199890"/>
              <a:gd name="connsiteX1093" fmla="*/ 1295385 w 2289745"/>
              <a:gd name="connsiteY1093" fmla="*/ 216036 h 2199890"/>
              <a:gd name="connsiteX1094" fmla="*/ 1295385 w 2289745"/>
              <a:gd name="connsiteY1094" fmla="*/ 216036 h 2199890"/>
              <a:gd name="connsiteX1095" fmla="*/ 1286033 w 2289745"/>
              <a:gd name="connsiteY1095" fmla="*/ 212359 h 2199890"/>
              <a:gd name="connsiteX1096" fmla="*/ 1282917 w 2289745"/>
              <a:gd name="connsiteY1096" fmla="*/ 231665 h 2199890"/>
              <a:gd name="connsiteX1097" fmla="*/ 1289596 w 2289745"/>
              <a:gd name="connsiteY1097" fmla="*/ 234882 h 2199890"/>
              <a:gd name="connsiteX1098" fmla="*/ 1283807 w 2289745"/>
              <a:gd name="connsiteY1098" fmla="*/ 239019 h 2199890"/>
              <a:gd name="connsiteX1099" fmla="*/ 1283362 w 2289745"/>
              <a:gd name="connsiteY1099" fmla="*/ 246833 h 2199890"/>
              <a:gd name="connsiteX1100" fmla="*/ 1283362 w 2289745"/>
              <a:gd name="connsiteY1100" fmla="*/ 246833 h 2199890"/>
              <a:gd name="connsiteX1101" fmla="*/ 1283808 w 2289745"/>
              <a:gd name="connsiteY1101" fmla="*/ 239019 h 2199890"/>
              <a:gd name="connsiteX1102" fmla="*/ 1289597 w 2289745"/>
              <a:gd name="connsiteY1102" fmla="*/ 234882 h 2199890"/>
              <a:gd name="connsiteX1103" fmla="*/ 1282917 w 2289745"/>
              <a:gd name="connsiteY1103" fmla="*/ 231664 h 2199890"/>
              <a:gd name="connsiteX1104" fmla="*/ 1286034 w 2289745"/>
              <a:gd name="connsiteY1104" fmla="*/ 212360 h 2199890"/>
              <a:gd name="connsiteX1105" fmla="*/ 1299187 w 2289745"/>
              <a:gd name="connsiteY1105" fmla="*/ 204899 h 2199890"/>
              <a:gd name="connsiteX1106" fmla="*/ 1298057 w 2289745"/>
              <a:gd name="connsiteY1106" fmla="*/ 206843 h 2199890"/>
              <a:gd name="connsiteX1107" fmla="*/ 1298502 w 2289745"/>
              <a:gd name="connsiteY1107" fmla="*/ 206843 h 2199890"/>
              <a:gd name="connsiteX1108" fmla="*/ 1297970 w 2289745"/>
              <a:gd name="connsiteY1108" fmla="*/ 208412 h 2199890"/>
              <a:gd name="connsiteX1109" fmla="*/ 1298502 w 2289745"/>
              <a:gd name="connsiteY1109" fmla="*/ 206843 h 2199890"/>
              <a:gd name="connsiteX1110" fmla="*/ 1326556 w 2289745"/>
              <a:gd name="connsiteY1110" fmla="*/ 218794 h 2199890"/>
              <a:gd name="connsiteX1111" fmla="*/ 1326557 w 2289745"/>
              <a:gd name="connsiteY1111" fmla="*/ 218794 h 2199890"/>
              <a:gd name="connsiteX1112" fmla="*/ 1298502 w 2289745"/>
              <a:gd name="connsiteY1112" fmla="*/ 206843 h 2199890"/>
              <a:gd name="connsiteX1113" fmla="*/ 1298057 w 2289745"/>
              <a:gd name="connsiteY1113" fmla="*/ 206843 h 2199890"/>
              <a:gd name="connsiteX1114" fmla="*/ 409447 w 2289745"/>
              <a:gd name="connsiteY1114" fmla="*/ 204306 h 2199890"/>
              <a:gd name="connsiteX1115" fmla="*/ 413686 w 2289745"/>
              <a:gd name="connsiteY1115" fmla="*/ 208682 h 2199890"/>
              <a:gd name="connsiteX1116" fmla="*/ 413686 w 2289745"/>
              <a:gd name="connsiteY1116" fmla="*/ 208682 h 2199890"/>
              <a:gd name="connsiteX1117" fmla="*/ 1299465 w 2289745"/>
              <a:gd name="connsiteY1117" fmla="*/ 188218 h 2199890"/>
              <a:gd name="connsiteX1118" fmla="*/ 1298948 w 2289745"/>
              <a:gd name="connsiteY1118" fmla="*/ 190295 h 2199890"/>
              <a:gd name="connsiteX1119" fmla="*/ 1292714 w 2289745"/>
              <a:gd name="connsiteY1119" fmla="*/ 190755 h 2199890"/>
              <a:gd name="connsiteX1120" fmla="*/ 1292713 w 2289745"/>
              <a:gd name="connsiteY1120" fmla="*/ 190755 h 2199890"/>
              <a:gd name="connsiteX1121" fmla="*/ 1298947 w 2289745"/>
              <a:gd name="connsiteY1121" fmla="*/ 190296 h 2199890"/>
              <a:gd name="connsiteX1122" fmla="*/ 1300729 w 2289745"/>
              <a:gd name="connsiteY1122" fmla="*/ 202246 h 2199890"/>
              <a:gd name="connsiteX1123" fmla="*/ 1298948 w 2289745"/>
              <a:gd name="connsiteY1123" fmla="*/ 190296 h 2199890"/>
              <a:gd name="connsiteX1124" fmla="*/ 1369751 w 2289745"/>
              <a:gd name="connsiteY1124" fmla="*/ 187077 h 2199890"/>
              <a:gd name="connsiteX1125" fmla="*/ 1369751 w 2289745"/>
              <a:gd name="connsiteY1125" fmla="*/ 187078 h 2199890"/>
              <a:gd name="connsiteX1126" fmla="*/ 1362790 w 2289745"/>
              <a:gd name="connsiteY1126" fmla="*/ 192189 h 2199890"/>
              <a:gd name="connsiteX1127" fmla="*/ 1369750 w 2289745"/>
              <a:gd name="connsiteY1127" fmla="*/ 187078 h 2199890"/>
              <a:gd name="connsiteX1128" fmla="*/ 1383555 w 2289745"/>
              <a:gd name="connsiteY1128" fmla="*/ 222931 h 2199890"/>
              <a:gd name="connsiteX1129" fmla="*/ 1379547 w 2289745"/>
              <a:gd name="connsiteY1129" fmla="*/ 227527 h 2199890"/>
              <a:gd name="connsiteX1130" fmla="*/ 1379548 w 2289745"/>
              <a:gd name="connsiteY1130" fmla="*/ 227527 h 2199890"/>
              <a:gd name="connsiteX1131" fmla="*/ 1383556 w 2289745"/>
              <a:gd name="connsiteY1131" fmla="*/ 222930 h 2199890"/>
              <a:gd name="connsiteX1132" fmla="*/ 1383555 w 2289745"/>
              <a:gd name="connsiteY1132" fmla="*/ 222930 h 2199890"/>
              <a:gd name="connsiteX1133" fmla="*/ 1888973 w 2289745"/>
              <a:gd name="connsiteY1133" fmla="*/ 178345 h 2199890"/>
              <a:gd name="connsiteX1134" fmla="*/ 1888973 w 2289745"/>
              <a:gd name="connsiteY1134" fmla="*/ 178345 h 2199890"/>
              <a:gd name="connsiteX1135" fmla="*/ 1900106 w 2289745"/>
              <a:gd name="connsiteY1135" fmla="*/ 182941 h 2199890"/>
              <a:gd name="connsiteX1136" fmla="*/ 1900106 w 2289745"/>
              <a:gd name="connsiteY1136" fmla="*/ 182941 h 2199890"/>
              <a:gd name="connsiteX1137" fmla="*/ 397678 w 2289745"/>
              <a:gd name="connsiteY1137" fmla="*/ 153374 h 2199890"/>
              <a:gd name="connsiteX1138" fmla="*/ 398991 w 2289745"/>
              <a:gd name="connsiteY1138" fmla="*/ 170991 h 2199890"/>
              <a:gd name="connsiteX1139" fmla="*/ 406985 w 2289745"/>
              <a:gd name="connsiteY1139" fmla="*/ 200523 h 2199890"/>
              <a:gd name="connsiteX1140" fmla="*/ 398992 w 2289745"/>
              <a:gd name="connsiteY1140" fmla="*/ 170991 h 2199890"/>
              <a:gd name="connsiteX1141" fmla="*/ 2135225 w 2289745"/>
              <a:gd name="connsiteY1141" fmla="*/ 147088 h 2199890"/>
              <a:gd name="connsiteX1142" fmla="*/ 2138787 w 2289745"/>
              <a:gd name="connsiteY1142" fmla="*/ 158580 h 2199890"/>
              <a:gd name="connsiteX1143" fmla="*/ 2138787 w 2289745"/>
              <a:gd name="connsiteY1143" fmla="*/ 158579 h 2199890"/>
              <a:gd name="connsiteX1144" fmla="*/ 1247290 w 2289745"/>
              <a:gd name="connsiteY1144" fmla="*/ 137436 h 2199890"/>
              <a:gd name="connsiteX1145" fmla="*/ 1248181 w 2289745"/>
              <a:gd name="connsiteY1145" fmla="*/ 137895 h 2199890"/>
              <a:gd name="connsiteX1146" fmla="*/ 1250407 w 2289745"/>
              <a:gd name="connsiteY1146" fmla="*/ 137436 h 2199890"/>
              <a:gd name="connsiteX1147" fmla="*/ 1250853 w 2289745"/>
              <a:gd name="connsiteY1147" fmla="*/ 138355 h 2199890"/>
              <a:gd name="connsiteX1148" fmla="*/ 1252189 w 2289745"/>
              <a:gd name="connsiteY1148" fmla="*/ 140193 h 2199890"/>
              <a:gd name="connsiteX1149" fmla="*/ 1250407 w 2289745"/>
              <a:gd name="connsiteY1149" fmla="*/ 139734 h 2199890"/>
              <a:gd name="connsiteX1150" fmla="*/ 1249072 w 2289745"/>
              <a:gd name="connsiteY1150" fmla="*/ 139734 h 2199890"/>
              <a:gd name="connsiteX1151" fmla="*/ 1247290 w 2289745"/>
              <a:gd name="connsiteY1151" fmla="*/ 140653 h 2199890"/>
              <a:gd name="connsiteX1152" fmla="*/ 1245954 w 2289745"/>
              <a:gd name="connsiteY1152" fmla="*/ 139274 h 2199890"/>
              <a:gd name="connsiteX1153" fmla="*/ 1245954 w 2289745"/>
              <a:gd name="connsiteY1153" fmla="*/ 137895 h 2199890"/>
              <a:gd name="connsiteX1154" fmla="*/ 1538521 w 2289745"/>
              <a:gd name="connsiteY1154" fmla="*/ 136516 h 2199890"/>
              <a:gd name="connsiteX1155" fmla="*/ 1528279 w 2289745"/>
              <a:gd name="connsiteY1155" fmla="*/ 146629 h 2199890"/>
              <a:gd name="connsiteX1156" fmla="*/ 1528279 w 2289745"/>
              <a:gd name="connsiteY1156" fmla="*/ 146629 h 2199890"/>
              <a:gd name="connsiteX1157" fmla="*/ 1538521 w 2289745"/>
              <a:gd name="connsiteY1157" fmla="*/ 136517 h 2199890"/>
              <a:gd name="connsiteX1158" fmla="*/ 1217456 w 2289745"/>
              <a:gd name="connsiteY1158" fmla="*/ 133758 h 2199890"/>
              <a:gd name="connsiteX1159" fmla="*/ 1218347 w 2289745"/>
              <a:gd name="connsiteY1159" fmla="*/ 133758 h 2199890"/>
              <a:gd name="connsiteX1160" fmla="*/ 1218791 w 2289745"/>
              <a:gd name="connsiteY1160" fmla="*/ 135596 h 2199890"/>
              <a:gd name="connsiteX1161" fmla="*/ 1221018 w 2289745"/>
              <a:gd name="connsiteY1161" fmla="*/ 136516 h 2199890"/>
              <a:gd name="connsiteX1162" fmla="*/ 1221464 w 2289745"/>
              <a:gd name="connsiteY1162" fmla="*/ 137435 h 2199890"/>
              <a:gd name="connsiteX1163" fmla="*/ 1224136 w 2289745"/>
              <a:gd name="connsiteY1163" fmla="*/ 137435 h 2199890"/>
              <a:gd name="connsiteX1164" fmla="*/ 1226807 w 2289745"/>
              <a:gd name="connsiteY1164" fmla="*/ 135137 h 2199890"/>
              <a:gd name="connsiteX1165" fmla="*/ 1228589 w 2289745"/>
              <a:gd name="connsiteY1165" fmla="*/ 135596 h 2199890"/>
              <a:gd name="connsiteX1166" fmla="*/ 1229924 w 2289745"/>
              <a:gd name="connsiteY1166" fmla="*/ 134677 h 2199890"/>
              <a:gd name="connsiteX1167" fmla="*/ 1231260 w 2289745"/>
              <a:gd name="connsiteY1167" fmla="*/ 135137 h 2199890"/>
              <a:gd name="connsiteX1168" fmla="*/ 1233042 w 2289745"/>
              <a:gd name="connsiteY1168" fmla="*/ 136056 h 2199890"/>
              <a:gd name="connsiteX1169" fmla="*/ 1233932 w 2289745"/>
              <a:gd name="connsiteY1169" fmla="*/ 134677 h 2199890"/>
              <a:gd name="connsiteX1170" fmla="*/ 1235268 w 2289745"/>
              <a:gd name="connsiteY1170" fmla="*/ 134677 h 2199890"/>
              <a:gd name="connsiteX1171" fmla="*/ 1236603 w 2289745"/>
              <a:gd name="connsiteY1171" fmla="*/ 136516 h 2199890"/>
              <a:gd name="connsiteX1172" fmla="*/ 1236603 w 2289745"/>
              <a:gd name="connsiteY1172" fmla="*/ 139274 h 2199890"/>
              <a:gd name="connsiteX1173" fmla="*/ 1237939 w 2289745"/>
              <a:gd name="connsiteY1173" fmla="*/ 138355 h 2199890"/>
              <a:gd name="connsiteX1174" fmla="*/ 1239275 w 2289745"/>
              <a:gd name="connsiteY1174" fmla="*/ 139274 h 2199890"/>
              <a:gd name="connsiteX1175" fmla="*/ 1239721 w 2289745"/>
              <a:gd name="connsiteY1175" fmla="*/ 138815 h 2199890"/>
              <a:gd name="connsiteX1176" fmla="*/ 1242838 w 2289745"/>
              <a:gd name="connsiteY1176" fmla="*/ 139734 h 2199890"/>
              <a:gd name="connsiteX1177" fmla="*/ 1242838 w 2289745"/>
              <a:gd name="connsiteY1177" fmla="*/ 140193 h 2199890"/>
              <a:gd name="connsiteX1178" fmla="*/ 1241948 w 2289745"/>
              <a:gd name="connsiteY1178" fmla="*/ 141113 h 2199890"/>
              <a:gd name="connsiteX1179" fmla="*/ 1241502 w 2289745"/>
              <a:gd name="connsiteY1179" fmla="*/ 143870 h 2199890"/>
              <a:gd name="connsiteX1180" fmla="*/ 1241056 w 2289745"/>
              <a:gd name="connsiteY1180" fmla="*/ 144789 h 2199890"/>
              <a:gd name="connsiteX1181" fmla="*/ 1239721 w 2289745"/>
              <a:gd name="connsiteY1181" fmla="*/ 144789 h 2199890"/>
              <a:gd name="connsiteX1182" fmla="*/ 1238830 w 2289745"/>
              <a:gd name="connsiteY1182" fmla="*/ 145709 h 2199890"/>
              <a:gd name="connsiteX1183" fmla="*/ 1236603 w 2289745"/>
              <a:gd name="connsiteY1183" fmla="*/ 146629 h 2199890"/>
              <a:gd name="connsiteX1184" fmla="*/ 1235713 w 2289745"/>
              <a:gd name="connsiteY1184" fmla="*/ 147088 h 2199890"/>
              <a:gd name="connsiteX1185" fmla="*/ 1233042 w 2289745"/>
              <a:gd name="connsiteY1185" fmla="*/ 148467 h 2199890"/>
              <a:gd name="connsiteX1186" fmla="*/ 1231260 w 2289745"/>
              <a:gd name="connsiteY1186" fmla="*/ 148008 h 2199890"/>
              <a:gd name="connsiteX1187" fmla="*/ 1229033 w 2289745"/>
              <a:gd name="connsiteY1187" fmla="*/ 148467 h 2199890"/>
              <a:gd name="connsiteX1188" fmla="*/ 1227697 w 2289745"/>
              <a:gd name="connsiteY1188" fmla="*/ 150306 h 2199890"/>
              <a:gd name="connsiteX1189" fmla="*/ 1226807 w 2289745"/>
              <a:gd name="connsiteY1189" fmla="*/ 148927 h 2199890"/>
              <a:gd name="connsiteX1190" fmla="*/ 1225471 w 2289745"/>
              <a:gd name="connsiteY1190" fmla="*/ 149386 h 2199890"/>
              <a:gd name="connsiteX1191" fmla="*/ 1224581 w 2289745"/>
              <a:gd name="connsiteY1191" fmla="*/ 149386 h 2199890"/>
              <a:gd name="connsiteX1192" fmla="*/ 1223244 w 2289745"/>
              <a:gd name="connsiteY1192" fmla="*/ 148008 h 2199890"/>
              <a:gd name="connsiteX1193" fmla="*/ 1221464 w 2289745"/>
              <a:gd name="connsiteY1193" fmla="*/ 149386 h 2199890"/>
              <a:gd name="connsiteX1194" fmla="*/ 1219237 w 2289745"/>
              <a:gd name="connsiteY1194" fmla="*/ 149386 h 2199890"/>
              <a:gd name="connsiteX1195" fmla="*/ 1217011 w 2289745"/>
              <a:gd name="connsiteY1195" fmla="*/ 148467 h 2199890"/>
              <a:gd name="connsiteX1196" fmla="*/ 1214784 w 2289745"/>
              <a:gd name="connsiteY1196" fmla="*/ 148008 h 2199890"/>
              <a:gd name="connsiteX1197" fmla="*/ 1213003 w 2289745"/>
              <a:gd name="connsiteY1197" fmla="*/ 146629 h 2199890"/>
              <a:gd name="connsiteX1198" fmla="*/ 1211667 w 2289745"/>
              <a:gd name="connsiteY1198" fmla="*/ 143870 h 2199890"/>
              <a:gd name="connsiteX1199" fmla="*/ 1210331 w 2289745"/>
              <a:gd name="connsiteY1199" fmla="*/ 142491 h 2199890"/>
              <a:gd name="connsiteX1200" fmla="*/ 1209441 w 2289745"/>
              <a:gd name="connsiteY1200" fmla="*/ 139274 h 2199890"/>
              <a:gd name="connsiteX1201" fmla="*/ 1208550 w 2289745"/>
              <a:gd name="connsiteY1201" fmla="*/ 137895 h 2199890"/>
              <a:gd name="connsiteX1202" fmla="*/ 1208995 w 2289745"/>
              <a:gd name="connsiteY1202" fmla="*/ 136516 h 2199890"/>
              <a:gd name="connsiteX1203" fmla="*/ 1211222 w 2289745"/>
              <a:gd name="connsiteY1203" fmla="*/ 137895 h 2199890"/>
              <a:gd name="connsiteX1204" fmla="*/ 1213003 w 2289745"/>
              <a:gd name="connsiteY1204" fmla="*/ 137435 h 2199890"/>
              <a:gd name="connsiteX1205" fmla="*/ 1213894 w 2289745"/>
              <a:gd name="connsiteY1205" fmla="*/ 136056 h 2199890"/>
              <a:gd name="connsiteX1206" fmla="*/ 1214339 w 2289745"/>
              <a:gd name="connsiteY1206" fmla="*/ 134677 h 2199890"/>
              <a:gd name="connsiteX1207" fmla="*/ 1215675 w 2289745"/>
              <a:gd name="connsiteY1207" fmla="*/ 134218 h 2199890"/>
              <a:gd name="connsiteX1208" fmla="*/ 1216565 w 2289745"/>
              <a:gd name="connsiteY1208" fmla="*/ 134677 h 2199890"/>
              <a:gd name="connsiteX1209" fmla="*/ 1003267 w 2289745"/>
              <a:gd name="connsiteY1209" fmla="*/ 118590 h 2199890"/>
              <a:gd name="connsiteX1210" fmla="*/ 1017072 w 2289745"/>
              <a:gd name="connsiteY1210" fmla="*/ 128702 h 2199890"/>
              <a:gd name="connsiteX1211" fmla="*/ 1035329 w 2289745"/>
              <a:gd name="connsiteY1211" fmla="*/ 126864 h 2199890"/>
              <a:gd name="connsiteX1212" fmla="*/ 1053141 w 2289745"/>
              <a:gd name="connsiteY1212" fmla="*/ 128702 h 2199890"/>
              <a:gd name="connsiteX1213" fmla="*/ 1053141 w 2289745"/>
              <a:gd name="connsiteY1213" fmla="*/ 134218 h 2199890"/>
              <a:gd name="connsiteX1214" fmla="*/ 1065609 w 2289745"/>
              <a:gd name="connsiteY1214" fmla="*/ 130542 h 2199890"/>
              <a:gd name="connsiteX1215" fmla="*/ 1063383 w 2289745"/>
              <a:gd name="connsiteY1215" fmla="*/ 139275 h 2199890"/>
              <a:gd name="connsiteX1216" fmla="*/ 1029540 w 2289745"/>
              <a:gd name="connsiteY1216" fmla="*/ 141573 h 2199890"/>
              <a:gd name="connsiteX1217" fmla="*/ 1029095 w 2289745"/>
              <a:gd name="connsiteY1217" fmla="*/ 136977 h 2199890"/>
              <a:gd name="connsiteX1218" fmla="*/ 999705 w 2289745"/>
              <a:gd name="connsiteY1218" fmla="*/ 131001 h 2199890"/>
              <a:gd name="connsiteX1219" fmla="*/ 780168 w 2289745"/>
              <a:gd name="connsiteY1219" fmla="*/ 110776 h 2199890"/>
              <a:gd name="connsiteX1220" fmla="*/ 782840 w 2289745"/>
              <a:gd name="connsiteY1220" fmla="*/ 110776 h 2199890"/>
              <a:gd name="connsiteX1221" fmla="*/ 784621 w 2289745"/>
              <a:gd name="connsiteY1221" fmla="*/ 112155 h 2199890"/>
              <a:gd name="connsiteX1222" fmla="*/ 785512 w 2289745"/>
              <a:gd name="connsiteY1222" fmla="*/ 113075 h 2199890"/>
              <a:gd name="connsiteX1223" fmla="*/ 785957 w 2289745"/>
              <a:gd name="connsiteY1223" fmla="*/ 114454 h 2199890"/>
              <a:gd name="connsiteX1224" fmla="*/ 785066 w 2289745"/>
              <a:gd name="connsiteY1224" fmla="*/ 115833 h 2199890"/>
              <a:gd name="connsiteX1225" fmla="*/ 782840 w 2289745"/>
              <a:gd name="connsiteY1225" fmla="*/ 114913 h 2199890"/>
              <a:gd name="connsiteX1226" fmla="*/ 780613 w 2289745"/>
              <a:gd name="connsiteY1226" fmla="*/ 113534 h 2199890"/>
              <a:gd name="connsiteX1227" fmla="*/ 780613 w 2289745"/>
              <a:gd name="connsiteY1227" fmla="*/ 111236 h 2199890"/>
              <a:gd name="connsiteX1228" fmla="*/ 778388 w 2289745"/>
              <a:gd name="connsiteY1228" fmla="*/ 107559 h 2199890"/>
              <a:gd name="connsiteX1229" fmla="*/ 780169 w 2289745"/>
              <a:gd name="connsiteY1229" fmla="*/ 108938 h 2199890"/>
              <a:gd name="connsiteX1230" fmla="*/ 778834 w 2289745"/>
              <a:gd name="connsiteY1230" fmla="*/ 109397 h 2199890"/>
              <a:gd name="connsiteX1231" fmla="*/ 776607 w 2289745"/>
              <a:gd name="connsiteY1231" fmla="*/ 108938 h 2199890"/>
              <a:gd name="connsiteX1232" fmla="*/ 776607 w 2289745"/>
              <a:gd name="connsiteY1232" fmla="*/ 108018 h 2199890"/>
              <a:gd name="connsiteX1233" fmla="*/ 2132186 w 2289745"/>
              <a:gd name="connsiteY1233" fmla="*/ 104247 h 2199890"/>
              <a:gd name="connsiteX1234" fmla="*/ 2129436 w 2289745"/>
              <a:gd name="connsiteY1234" fmla="*/ 107558 h 2199890"/>
              <a:gd name="connsiteX1235" fmla="*/ 2129436 w 2289745"/>
              <a:gd name="connsiteY1235" fmla="*/ 107558 h 2199890"/>
              <a:gd name="connsiteX1236" fmla="*/ 1417844 w 2289745"/>
              <a:gd name="connsiteY1236" fmla="*/ 99285 h 2199890"/>
              <a:gd name="connsiteX1237" fmla="*/ 1423187 w 2289745"/>
              <a:gd name="connsiteY1237" fmla="*/ 120888 h 2199890"/>
              <a:gd name="connsiteX1238" fmla="*/ 1418734 w 2289745"/>
              <a:gd name="connsiteY1238" fmla="*/ 156281 h 2199890"/>
              <a:gd name="connsiteX1239" fmla="*/ 1396140 w 2289745"/>
              <a:gd name="connsiteY1239" fmla="*/ 170486 h 2199890"/>
              <a:gd name="connsiteX1240" fmla="*/ 1418735 w 2289745"/>
              <a:gd name="connsiteY1240" fmla="*/ 156281 h 2199890"/>
              <a:gd name="connsiteX1241" fmla="*/ 1423188 w 2289745"/>
              <a:gd name="connsiteY1241" fmla="*/ 120888 h 2199890"/>
              <a:gd name="connsiteX1242" fmla="*/ 2207891 w 2289745"/>
              <a:gd name="connsiteY1242" fmla="*/ 77927 h 2199890"/>
              <a:gd name="connsiteX1243" fmla="*/ 2200685 w 2289745"/>
              <a:gd name="connsiteY1243" fmla="*/ 79979 h 2199890"/>
              <a:gd name="connsiteX1244" fmla="*/ 2195212 w 2289745"/>
              <a:gd name="connsiteY1244" fmla="*/ 82568 h 2199890"/>
              <a:gd name="connsiteX1245" fmla="*/ 2200685 w 2289745"/>
              <a:gd name="connsiteY1245" fmla="*/ 79979 h 2199890"/>
              <a:gd name="connsiteX1246" fmla="*/ 805107 w 2289745"/>
              <a:gd name="connsiteY1246" fmla="*/ 44127 h 2199890"/>
              <a:gd name="connsiteX1247" fmla="*/ 797538 w 2289745"/>
              <a:gd name="connsiteY1247" fmla="*/ 67569 h 2199890"/>
              <a:gd name="connsiteX1248" fmla="*/ 801545 w 2289745"/>
              <a:gd name="connsiteY1248" fmla="*/ 76302 h 2199890"/>
              <a:gd name="connsiteX1249" fmla="*/ 797538 w 2289745"/>
              <a:gd name="connsiteY1249" fmla="*/ 91471 h 2199890"/>
              <a:gd name="connsiteX1250" fmla="*/ 778836 w 2289745"/>
              <a:gd name="connsiteY1250" fmla="*/ 80439 h 2199890"/>
              <a:gd name="connsiteX1251" fmla="*/ 766811 w 2289745"/>
              <a:gd name="connsiteY1251" fmla="*/ 77221 h 2199890"/>
              <a:gd name="connsiteX1252" fmla="*/ 733414 w 2289745"/>
              <a:gd name="connsiteY1252" fmla="*/ 62513 h 2199890"/>
              <a:gd name="connsiteX1253" fmla="*/ 735640 w 2289745"/>
              <a:gd name="connsiteY1253" fmla="*/ 47344 h 2199890"/>
              <a:gd name="connsiteX1254" fmla="*/ 763249 w 2289745"/>
              <a:gd name="connsiteY1254" fmla="*/ 50102 h 2199890"/>
              <a:gd name="connsiteX1255" fmla="*/ 787295 w 2289745"/>
              <a:gd name="connsiteY1255" fmla="*/ 46885 h 2199890"/>
              <a:gd name="connsiteX1256" fmla="*/ 1484639 w 2289745"/>
              <a:gd name="connsiteY1256" fmla="*/ 460 h 2199890"/>
              <a:gd name="connsiteX1257" fmla="*/ 1489983 w 2289745"/>
              <a:gd name="connsiteY1257" fmla="*/ 11951 h 2199890"/>
              <a:gd name="connsiteX1258" fmla="*/ 1504232 w 2289745"/>
              <a:gd name="connsiteY1258" fmla="*/ 25281 h 2199890"/>
              <a:gd name="connsiteX1259" fmla="*/ 1521154 w 2289745"/>
              <a:gd name="connsiteY1259" fmla="*/ 29418 h 2199890"/>
              <a:gd name="connsiteX1260" fmla="*/ 1529170 w 2289745"/>
              <a:gd name="connsiteY1260" fmla="*/ 28499 h 2199890"/>
              <a:gd name="connsiteX1261" fmla="*/ 1552770 w 2289745"/>
              <a:gd name="connsiteY1261" fmla="*/ 6895 h 2199890"/>
              <a:gd name="connsiteX1262" fmla="*/ 1561231 w 2289745"/>
              <a:gd name="connsiteY1262" fmla="*/ 4596 h 2199890"/>
              <a:gd name="connsiteX1263" fmla="*/ 1569692 w 2289745"/>
              <a:gd name="connsiteY1263" fmla="*/ 13330 h 2199890"/>
              <a:gd name="connsiteX1264" fmla="*/ 1564348 w 2289745"/>
              <a:gd name="connsiteY1264" fmla="*/ 27579 h 2199890"/>
              <a:gd name="connsiteX1265" fmla="*/ 1581715 w 2289745"/>
              <a:gd name="connsiteY1265" fmla="*/ 43208 h 2199890"/>
              <a:gd name="connsiteX1266" fmla="*/ 1587505 w 2289745"/>
              <a:gd name="connsiteY1266" fmla="*/ 41369 h 2199890"/>
              <a:gd name="connsiteX1267" fmla="*/ 1598637 w 2289745"/>
              <a:gd name="connsiteY1267" fmla="*/ 63432 h 2199890"/>
              <a:gd name="connsiteX1268" fmla="*/ 1622238 w 2289745"/>
              <a:gd name="connsiteY1268" fmla="*/ 69408 h 2199890"/>
              <a:gd name="connsiteX1269" fmla="*/ 1641386 w 2289745"/>
              <a:gd name="connsiteY1269" fmla="*/ 84116 h 2199890"/>
              <a:gd name="connsiteX1270" fmla="*/ 1675674 w 2289745"/>
              <a:gd name="connsiteY1270" fmla="*/ 89173 h 2199890"/>
              <a:gd name="connsiteX1271" fmla="*/ 1711298 w 2289745"/>
              <a:gd name="connsiteY1271" fmla="*/ 81359 h 2199890"/>
              <a:gd name="connsiteX1272" fmla="*/ 1712189 w 2289745"/>
              <a:gd name="connsiteY1272" fmla="*/ 74464 h 2199890"/>
              <a:gd name="connsiteX1273" fmla="*/ 1731782 w 2289745"/>
              <a:gd name="connsiteY1273" fmla="*/ 68948 h 2199890"/>
              <a:gd name="connsiteX1274" fmla="*/ 1745141 w 2289745"/>
              <a:gd name="connsiteY1274" fmla="*/ 51941 h 2199890"/>
              <a:gd name="connsiteX1275" fmla="*/ 1761172 w 2289745"/>
              <a:gd name="connsiteY1275" fmla="*/ 52860 h 2199890"/>
              <a:gd name="connsiteX1276" fmla="*/ 1770078 w 2289745"/>
              <a:gd name="connsiteY1276" fmla="*/ 47344 h 2199890"/>
              <a:gd name="connsiteX1277" fmla="*/ 1787445 w 2289745"/>
              <a:gd name="connsiteY1277" fmla="*/ 50102 h 2199890"/>
              <a:gd name="connsiteX1278" fmla="*/ 1816835 w 2289745"/>
              <a:gd name="connsiteY1278" fmla="*/ 65271 h 2199890"/>
              <a:gd name="connsiteX1279" fmla="*/ 1835983 w 2289745"/>
              <a:gd name="connsiteY1279" fmla="*/ 68488 h 2199890"/>
              <a:gd name="connsiteX1280" fmla="*/ 1868490 w 2289745"/>
              <a:gd name="connsiteY1280" fmla="*/ 94228 h 2199890"/>
              <a:gd name="connsiteX1281" fmla="*/ 1886302 w 2289745"/>
              <a:gd name="connsiteY1281" fmla="*/ 95607 h 2199890"/>
              <a:gd name="connsiteX1282" fmla="*/ 1893872 w 2289745"/>
              <a:gd name="connsiteY1282" fmla="*/ 119969 h 2199890"/>
              <a:gd name="connsiteX1283" fmla="*/ 1920144 w 2289745"/>
              <a:gd name="connsiteY1283" fmla="*/ 131460 h 2199890"/>
              <a:gd name="connsiteX1284" fmla="*/ 1937512 w 2289745"/>
              <a:gd name="connsiteY1284" fmla="*/ 127323 h 2199890"/>
              <a:gd name="connsiteX1285" fmla="*/ 1939293 w 2289745"/>
              <a:gd name="connsiteY1285" fmla="*/ 113994 h 2199890"/>
              <a:gd name="connsiteX1286" fmla="*/ 1957105 w 2289745"/>
              <a:gd name="connsiteY1286" fmla="*/ 109856 h 2199890"/>
              <a:gd name="connsiteX1287" fmla="*/ 1968683 w 2289745"/>
              <a:gd name="connsiteY1287" fmla="*/ 100663 h 2199890"/>
              <a:gd name="connsiteX1288" fmla="*/ 1967792 w 2289745"/>
              <a:gd name="connsiteY1288" fmla="*/ 77221 h 2199890"/>
              <a:gd name="connsiteX1289" fmla="*/ 1986495 w 2289745"/>
              <a:gd name="connsiteY1289" fmla="*/ 71246 h 2199890"/>
              <a:gd name="connsiteX1290" fmla="*/ 1987831 w 2289745"/>
              <a:gd name="connsiteY1290" fmla="*/ 61134 h 2199890"/>
              <a:gd name="connsiteX1291" fmla="*/ 2000744 w 2289745"/>
              <a:gd name="connsiteY1291" fmla="*/ 68947 h 2199890"/>
              <a:gd name="connsiteX1292" fmla="*/ 2007870 w 2289745"/>
              <a:gd name="connsiteY1292" fmla="*/ 69867 h 2199890"/>
              <a:gd name="connsiteX1293" fmla="*/ 2021229 w 2289745"/>
              <a:gd name="connsiteY1293" fmla="*/ 69867 h 2199890"/>
              <a:gd name="connsiteX1294" fmla="*/ 2040376 w 2289745"/>
              <a:gd name="connsiteY1294" fmla="*/ 76302 h 2199890"/>
              <a:gd name="connsiteX1295" fmla="*/ 2048392 w 2289745"/>
              <a:gd name="connsiteY1295" fmla="*/ 79520 h 2199890"/>
              <a:gd name="connsiteX1296" fmla="*/ 2063532 w 2289745"/>
              <a:gd name="connsiteY1296" fmla="*/ 70327 h 2199890"/>
              <a:gd name="connsiteX1297" fmla="*/ 2072883 w 2289745"/>
              <a:gd name="connsiteY1297" fmla="*/ 75842 h 2199890"/>
              <a:gd name="connsiteX1298" fmla="*/ 2076891 w 2289745"/>
              <a:gd name="connsiteY1298" fmla="*/ 62513 h 2199890"/>
              <a:gd name="connsiteX1299" fmla="*/ 2091141 w 2289745"/>
              <a:gd name="connsiteY1299" fmla="*/ 62972 h 2199890"/>
              <a:gd name="connsiteX1300" fmla="*/ 2093812 w 2289745"/>
              <a:gd name="connsiteY1300" fmla="*/ 58835 h 2199890"/>
              <a:gd name="connsiteX1301" fmla="*/ 2092922 w 2289745"/>
              <a:gd name="connsiteY1301" fmla="*/ 46884 h 2199890"/>
              <a:gd name="connsiteX1302" fmla="*/ 2100492 w 2289745"/>
              <a:gd name="connsiteY1302" fmla="*/ 36772 h 2199890"/>
              <a:gd name="connsiteX1303" fmla="*/ 2115187 w 2289745"/>
              <a:gd name="connsiteY1303" fmla="*/ 43207 h 2199890"/>
              <a:gd name="connsiteX1304" fmla="*/ 2114742 w 2289745"/>
              <a:gd name="connsiteY1304" fmla="*/ 52400 h 2199890"/>
              <a:gd name="connsiteX1305" fmla="*/ 2122312 w 2289745"/>
              <a:gd name="connsiteY1305" fmla="*/ 53779 h 2199890"/>
              <a:gd name="connsiteX1306" fmla="*/ 2126319 w 2289745"/>
              <a:gd name="connsiteY1306" fmla="*/ 78600 h 2199890"/>
              <a:gd name="connsiteX1307" fmla="*/ 2138342 w 2289745"/>
              <a:gd name="connsiteY1307" fmla="*/ 88253 h 2199890"/>
              <a:gd name="connsiteX1308" fmla="*/ 2145022 w 2289745"/>
              <a:gd name="connsiteY1308" fmla="*/ 81818 h 2199890"/>
              <a:gd name="connsiteX1309" fmla="*/ 2154819 w 2289745"/>
              <a:gd name="connsiteY1309" fmla="*/ 79060 h 2199890"/>
              <a:gd name="connsiteX1310" fmla="*/ 2165952 w 2289745"/>
              <a:gd name="connsiteY1310" fmla="*/ 65730 h 2199890"/>
              <a:gd name="connsiteX1311" fmla="*/ 2182873 w 2289745"/>
              <a:gd name="connsiteY1311" fmla="*/ 68028 h 2199890"/>
              <a:gd name="connsiteX1312" fmla="*/ 2206919 w 2289745"/>
              <a:gd name="connsiteY1312" fmla="*/ 68028 h 2199890"/>
              <a:gd name="connsiteX1313" fmla="*/ 2213599 w 2289745"/>
              <a:gd name="connsiteY1313" fmla="*/ 76302 h 2199890"/>
              <a:gd name="connsiteX1314" fmla="*/ 2234527 w 2289745"/>
              <a:gd name="connsiteY1314" fmla="*/ 90091 h 2199890"/>
              <a:gd name="connsiteX1315" fmla="*/ 2247441 w 2289745"/>
              <a:gd name="connsiteY1315" fmla="*/ 113074 h 2199890"/>
              <a:gd name="connsiteX1316" fmla="*/ 2289745 w 2289745"/>
              <a:gd name="connsiteY1316" fmla="*/ 124565 h 2199890"/>
              <a:gd name="connsiteX1317" fmla="*/ 2272824 w 2289745"/>
              <a:gd name="connsiteY1317" fmla="*/ 149386 h 2199890"/>
              <a:gd name="connsiteX1318" fmla="*/ 2247441 w 2289745"/>
              <a:gd name="connsiteY1318" fmla="*/ 153983 h 2199890"/>
              <a:gd name="connsiteX1319" fmla="*/ 2209591 w 2289745"/>
              <a:gd name="connsiteY1319" fmla="*/ 146629 h 2199890"/>
              <a:gd name="connsiteX1320" fmla="*/ 2200685 w 2289745"/>
              <a:gd name="connsiteY1320" fmla="*/ 159499 h 2199890"/>
              <a:gd name="connsiteX1321" fmla="*/ 2215380 w 2289745"/>
              <a:gd name="connsiteY1321" fmla="*/ 185239 h 2199890"/>
              <a:gd name="connsiteX1322" fmla="*/ 2228294 w 2289745"/>
              <a:gd name="connsiteY1322" fmla="*/ 205464 h 2199890"/>
              <a:gd name="connsiteX1323" fmla="*/ 2251004 w 2289745"/>
              <a:gd name="connsiteY1323" fmla="*/ 219713 h 2199890"/>
              <a:gd name="connsiteX1324" fmla="*/ 2234082 w 2289745"/>
              <a:gd name="connsiteY1324" fmla="*/ 236720 h 2199890"/>
              <a:gd name="connsiteX1325" fmla="*/ 2238535 w 2289745"/>
              <a:gd name="connsiteY1325" fmla="*/ 257864 h 2199890"/>
              <a:gd name="connsiteX1326" fmla="*/ 2221168 w 2289745"/>
              <a:gd name="connsiteY1326" fmla="*/ 287741 h 2199890"/>
              <a:gd name="connsiteX1327" fmla="*/ 2211371 w 2289745"/>
              <a:gd name="connsiteY1327" fmla="*/ 317619 h 2199890"/>
              <a:gd name="connsiteX1328" fmla="*/ 2191333 w 2289745"/>
              <a:gd name="connsiteY1328" fmla="*/ 348415 h 2199890"/>
              <a:gd name="connsiteX1329" fmla="*/ 2162388 w 2289745"/>
              <a:gd name="connsiteY1329" fmla="*/ 346117 h 2199890"/>
              <a:gd name="connsiteX1330" fmla="*/ 2140569 w 2289745"/>
              <a:gd name="connsiteY1330" fmla="*/ 377373 h 2199890"/>
              <a:gd name="connsiteX1331" fmla="*/ 2158381 w 2289745"/>
              <a:gd name="connsiteY1331" fmla="*/ 390244 h 2199890"/>
              <a:gd name="connsiteX1332" fmla="*/ 2164615 w 2289745"/>
              <a:gd name="connsiteY1332" fmla="*/ 413226 h 2199890"/>
              <a:gd name="connsiteX1333" fmla="*/ 2180200 w 2289745"/>
              <a:gd name="connsiteY1333" fmla="*/ 427935 h 2199890"/>
              <a:gd name="connsiteX1334" fmla="*/ 2188217 w 2289745"/>
              <a:gd name="connsiteY1334" fmla="*/ 453216 h 2199890"/>
              <a:gd name="connsiteX1335" fmla="*/ 2134334 w 2289745"/>
              <a:gd name="connsiteY1335" fmla="*/ 453216 h 2199890"/>
              <a:gd name="connsiteX1336" fmla="*/ 2120085 w 2289745"/>
              <a:gd name="connsiteY1336" fmla="*/ 472981 h 2199890"/>
              <a:gd name="connsiteX1337" fmla="*/ 2101383 w 2289745"/>
              <a:gd name="connsiteY1337" fmla="*/ 465626 h 2199890"/>
              <a:gd name="connsiteX1338" fmla="*/ 2091586 w 2289745"/>
              <a:gd name="connsiteY1338" fmla="*/ 444483 h 2199890"/>
              <a:gd name="connsiteX1339" fmla="*/ 2069765 w 2289745"/>
              <a:gd name="connsiteY1339" fmla="*/ 421959 h 2199890"/>
              <a:gd name="connsiteX1340" fmla="*/ 2025235 w 2289745"/>
              <a:gd name="connsiteY1340" fmla="*/ 427475 h 2199890"/>
              <a:gd name="connsiteX1341" fmla="*/ 1985158 w 2289745"/>
              <a:gd name="connsiteY1341" fmla="*/ 427935 h 2199890"/>
              <a:gd name="connsiteX1342" fmla="*/ 1951316 w 2289745"/>
              <a:gd name="connsiteY1342" fmla="*/ 432072 h 2199890"/>
              <a:gd name="connsiteX1343" fmla="*/ 1951316 w 2289745"/>
              <a:gd name="connsiteY1343" fmla="*/ 432072 h 2199890"/>
              <a:gd name="connsiteX1344" fmla="*/ 1904114 w 2289745"/>
              <a:gd name="connsiteY1344" fmla="*/ 423339 h 2199890"/>
              <a:gd name="connsiteX1345" fmla="*/ 1876505 w 2289745"/>
              <a:gd name="connsiteY1345" fmla="*/ 416444 h 2199890"/>
              <a:gd name="connsiteX1346" fmla="*/ 1848451 w 2289745"/>
              <a:gd name="connsiteY1346" fmla="*/ 412767 h 2199890"/>
              <a:gd name="connsiteX1347" fmla="*/ 1833756 w 2289745"/>
              <a:gd name="connsiteY1347" fmla="*/ 376455 h 2199890"/>
              <a:gd name="connsiteX1348" fmla="*/ 1821288 w 2289745"/>
              <a:gd name="connsiteY1348" fmla="*/ 371398 h 2199890"/>
              <a:gd name="connsiteX1349" fmla="*/ 1803031 w 2289745"/>
              <a:gd name="connsiteY1349" fmla="*/ 376455 h 2199890"/>
              <a:gd name="connsiteX1350" fmla="*/ 1780320 w 2289745"/>
              <a:gd name="connsiteY1350" fmla="*/ 390704 h 2199890"/>
              <a:gd name="connsiteX1351" fmla="*/ 1749149 w 2289745"/>
              <a:gd name="connsiteY1351" fmla="*/ 381051 h 2199890"/>
              <a:gd name="connsiteX1352" fmla="*/ 1721985 w 2289745"/>
              <a:gd name="connsiteY1352" fmla="*/ 358069 h 2199890"/>
              <a:gd name="connsiteX1353" fmla="*/ 1697493 w 2289745"/>
              <a:gd name="connsiteY1353" fmla="*/ 349795 h 2199890"/>
              <a:gd name="connsiteX1354" fmla="*/ 1677900 w 2289745"/>
              <a:gd name="connsiteY1354" fmla="*/ 321756 h 2199890"/>
              <a:gd name="connsiteX1355" fmla="*/ 1654745 w 2289745"/>
              <a:gd name="connsiteY1355" fmla="*/ 282686 h 2199890"/>
              <a:gd name="connsiteX1356" fmla="*/ 1642276 w 2289745"/>
              <a:gd name="connsiteY1356" fmla="*/ 287282 h 2199890"/>
              <a:gd name="connsiteX1357" fmla="*/ 1625800 w 2289745"/>
              <a:gd name="connsiteY1357" fmla="*/ 277630 h 2199890"/>
              <a:gd name="connsiteX1358" fmla="*/ 1618230 w 2289745"/>
              <a:gd name="connsiteY1358" fmla="*/ 289121 h 2199890"/>
              <a:gd name="connsiteX1359" fmla="*/ 1618229 w 2289745"/>
              <a:gd name="connsiteY1359" fmla="*/ 289120 h 2199890"/>
              <a:gd name="connsiteX1360" fmla="*/ 1603535 w 2289745"/>
              <a:gd name="connsiteY1360" fmla="*/ 287741 h 2199890"/>
              <a:gd name="connsiteX1361" fmla="*/ 1587059 w 2289745"/>
              <a:gd name="connsiteY1361" fmla="*/ 284983 h 2199890"/>
              <a:gd name="connsiteX1362" fmla="*/ 1587059 w 2289745"/>
              <a:gd name="connsiteY1362" fmla="*/ 284983 h 2199890"/>
              <a:gd name="connsiteX1363" fmla="*/ 1603535 w 2289745"/>
              <a:gd name="connsiteY1363" fmla="*/ 287741 h 2199890"/>
              <a:gd name="connsiteX1364" fmla="*/ 1610214 w 2289745"/>
              <a:gd name="connsiteY1364" fmla="*/ 300612 h 2199890"/>
              <a:gd name="connsiteX1365" fmla="*/ 1608878 w 2289745"/>
              <a:gd name="connsiteY1365" fmla="*/ 307506 h 2199890"/>
              <a:gd name="connsiteX1366" fmla="*/ 1619565 w 2289745"/>
              <a:gd name="connsiteY1366" fmla="*/ 329569 h 2199890"/>
              <a:gd name="connsiteX1367" fmla="*/ 1602199 w 2289745"/>
              <a:gd name="connsiteY1367" fmla="*/ 330489 h 2199890"/>
              <a:gd name="connsiteX1368" fmla="*/ 1619566 w 2289745"/>
              <a:gd name="connsiteY1368" fmla="*/ 329569 h 2199890"/>
              <a:gd name="connsiteX1369" fmla="*/ 1631590 w 2289745"/>
              <a:gd name="connsiteY1369" fmla="*/ 355310 h 2199890"/>
              <a:gd name="connsiteX1370" fmla="*/ 1644503 w 2289745"/>
              <a:gd name="connsiteY1370" fmla="*/ 361745 h 2199890"/>
              <a:gd name="connsiteX1371" fmla="*/ 1649847 w 2289745"/>
              <a:gd name="connsiteY1371" fmla="*/ 372317 h 2199890"/>
              <a:gd name="connsiteX1372" fmla="*/ 1667659 w 2289745"/>
              <a:gd name="connsiteY1372" fmla="*/ 384727 h 2199890"/>
              <a:gd name="connsiteX1373" fmla="*/ 1670776 w 2289745"/>
              <a:gd name="connsiteY1373" fmla="*/ 396678 h 2199890"/>
              <a:gd name="connsiteX1374" fmla="*/ 1668995 w 2289745"/>
              <a:gd name="connsiteY1374" fmla="*/ 406791 h 2199890"/>
              <a:gd name="connsiteX1375" fmla="*/ 1673002 w 2289745"/>
              <a:gd name="connsiteY1375" fmla="*/ 416444 h 2199890"/>
              <a:gd name="connsiteX1376" fmla="*/ 1681019 w 2289745"/>
              <a:gd name="connsiteY1376" fmla="*/ 424717 h 2199890"/>
              <a:gd name="connsiteX1377" fmla="*/ 1685026 w 2289745"/>
              <a:gd name="connsiteY1377" fmla="*/ 434370 h 2199890"/>
              <a:gd name="connsiteX1378" fmla="*/ 1689479 w 2289745"/>
              <a:gd name="connsiteY1378" fmla="*/ 441723 h 2199890"/>
              <a:gd name="connsiteX1379" fmla="*/ 1685916 w 2289745"/>
              <a:gd name="connsiteY1379" fmla="*/ 420121 h 2199890"/>
              <a:gd name="connsiteX1380" fmla="*/ 1690814 w 2289745"/>
              <a:gd name="connsiteY1380" fmla="*/ 404953 h 2199890"/>
              <a:gd name="connsiteX1381" fmla="*/ 1697494 w 2289745"/>
              <a:gd name="connsiteY1381" fmla="*/ 401735 h 2199890"/>
              <a:gd name="connsiteX1382" fmla="*/ 1705510 w 2289745"/>
              <a:gd name="connsiteY1382" fmla="*/ 410928 h 2199890"/>
              <a:gd name="connsiteX1383" fmla="*/ 1707737 w 2289745"/>
              <a:gd name="connsiteY1383" fmla="*/ 427935 h 2199890"/>
              <a:gd name="connsiteX1384" fmla="*/ 1704174 w 2289745"/>
              <a:gd name="connsiteY1384" fmla="*/ 445402 h 2199890"/>
              <a:gd name="connsiteX1385" fmla="*/ 1704173 w 2289745"/>
              <a:gd name="connsiteY1385" fmla="*/ 445402 h 2199890"/>
              <a:gd name="connsiteX1386" fmla="*/ 1709963 w 2289745"/>
              <a:gd name="connsiteY1386" fmla="*/ 456893 h 2199890"/>
              <a:gd name="connsiteX1387" fmla="*/ 1713970 w 2289745"/>
              <a:gd name="connsiteY1387" fmla="*/ 455055 h 2199890"/>
              <a:gd name="connsiteX1388" fmla="*/ 1715751 w 2289745"/>
              <a:gd name="connsiteY1388" fmla="*/ 463329 h 2199890"/>
              <a:gd name="connsiteX1389" fmla="*/ 1734454 w 2289745"/>
              <a:gd name="connsiteY1389" fmla="*/ 458732 h 2199890"/>
              <a:gd name="connsiteX1390" fmla="*/ 1754937 w 2289745"/>
              <a:gd name="connsiteY1390" fmla="*/ 459651 h 2199890"/>
              <a:gd name="connsiteX1391" fmla="*/ 1770078 w 2289745"/>
              <a:gd name="connsiteY1391" fmla="*/ 460571 h 2199890"/>
              <a:gd name="connsiteX1392" fmla="*/ 1784772 w 2289745"/>
              <a:gd name="connsiteY1392" fmla="*/ 440346 h 2199890"/>
              <a:gd name="connsiteX1393" fmla="*/ 1801249 w 2289745"/>
              <a:gd name="connsiteY1393" fmla="*/ 421500 h 2199890"/>
              <a:gd name="connsiteX1394" fmla="*/ 1814608 w 2289745"/>
              <a:gd name="connsiteY1394" fmla="*/ 403114 h 2199890"/>
              <a:gd name="connsiteX1395" fmla="*/ 1820396 w 2289745"/>
              <a:gd name="connsiteY1395" fmla="*/ 413226 h 2199890"/>
              <a:gd name="connsiteX1396" fmla="*/ 1826185 w 2289745"/>
              <a:gd name="connsiteY1396" fmla="*/ 436668 h 2199890"/>
              <a:gd name="connsiteX1397" fmla="*/ 1826186 w 2289745"/>
              <a:gd name="connsiteY1397" fmla="*/ 436668 h 2199890"/>
              <a:gd name="connsiteX1398" fmla="*/ 1839545 w 2289745"/>
              <a:gd name="connsiteY1398" fmla="*/ 456893 h 2199890"/>
              <a:gd name="connsiteX1399" fmla="*/ 1854240 w 2289745"/>
              <a:gd name="connsiteY1399" fmla="*/ 467465 h 2199890"/>
              <a:gd name="connsiteX1400" fmla="*/ 1872497 w 2289745"/>
              <a:gd name="connsiteY1400" fmla="*/ 471602 h 2199890"/>
              <a:gd name="connsiteX1401" fmla="*/ 1887638 w 2289745"/>
              <a:gd name="connsiteY1401" fmla="*/ 476658 h 2199890"/>
              <a:gd name="connsiteX1402" fmla="*/ 1900551 w 2289745"/>
              <a:gd name="connsiteY1402" fmla="*/ 493665 h 2199890"/>
              <a:gd name="connsiteX1403" fmla="*/ 1908121 w 2289745"/>
              <a:gd name="connsiteY1403" fmla="*/ 503317 h 2199890"/>
              <a:gd name="connsiteX1404" fmla="*/ 1917028 w 2289745"/>
              <a:gd name="connsiteY1404" fmla="*/ 507455 h 2199890"/>
              <a:gd name="connsiteX1405" fmla="*/ 1917918 w 2289745"/>
              <a:gd name="connsiteY1405" fmla="*/ 513890 h 2199890"/>
              <a:gd name="connsiteX1406" fmla="*/ 1910348 w 2289745"/>
              <a:gd name="connsiteY1406" fmla="*/ 531356 h 2199890"/>
              <a:gd name="connsiteX1407" fmla="*/ 1907230 w 2289745"/>
              <a:gd name="connsiteY1407" fmla="*/ 539630 h 2199890"/>
              <a:gd name="connsiteX1408" fmla="*/ 1897434 w 2289745"/>
              <a:gd name="connsiteY1408" fmla="*/ 549283 h 2199890"/>
              <a:gd name="connsiteX1409" fmla="*/ 1889865 w 2289745"/>
              <a:gd name="connsiteY1409" fmla="*/ 569508 h 2199890"/>
              <a:gd name="connsiteX1410" fmla="*/ 1878732 w 2289745"/>
              <a:gd name="connsiteY1410" fmla="*/ 567669 h 2199890"/>
              <a:gd name="connsiteX1411" fmla="*/ 1874279 w 2289745"/>
              <a:gd name="connsiteY1411" fmla="*/ 575023 h 2199890"/>
              <a:gd name="connsiteX1412" fmla="*/ 1871161 w 2289745"/>
              <a:gd name="connsiteY1412" fmla="*/ 589732 h 2199890"/>
              <a:gd name="connsiteX1413" fmla="*/ 1876059 w 2289745"/>
              <a:gd name="connsiteY1413" fmla="*/ 609497 h 2199890"/>
              <a:gd name="connsiteX1414" fmla="*/ 1873833 w 2289745"/>
              <a:gd name="connsiteY1414" fmla="*/ 613174 h 2199890"/>
              <a:gd name="connsiteX1415" fmla="*/ 1862700 w 2289745"/>
              <a:gd name="connsiteY1415" fmla="*/ 613174 h 2199890"/>
              <a:gd name="connsiteX1416" fmla="*/ 1848006 w 2289745"/>
              <a:gd name="connsiteY1416" fmla="*/ 624206 h 2199890"/>
              <a:gd name="connsiteX1417" fmla="*/ 1846670 w 2289745"/>
              <a:gd name="connsiteY1417" fmla="*/ 638455 h 2199890"/>
              <a:gd name="connsiteX1418" fmla="*/ 1841326 w 2289745"/>
              <a:gd name="connsiteY1418" fmla="*/ 644890 h 2199890"/>
              <a:gd name="connsiteX1419" fmla="*/ 1825741 w 2289745"/>
              <a:gd name="connsiteY1419" fmla="*/ 644430 h 2199890"/>
              <a:gd name="connsiteX1420" fmla="*/ 1816835 w 2289745"/>
              <a:gd name="connsiteY1420" fmla="*/ 651785 h 2199890"/>
              <a:gd name="connsiteX1421" fmla="*/ 1817725 w 2289745"/>
              <a:gd name="connsiteY1421" fmla="*/ 663736 h 2199890"/>
              <a:gd name="connsiteX1422" fmla="*/ 1806147 w 2289745"/>
              <a:gd name="connsiteY1422" fmla="*/ 672009 h 2199890"/>
              <a:gd name="connsiteX1423" fmla="*/ 1792343 w 2289745"/>
              <a:gd name="connsiteY1423" fmla="*/ 669252 h 2199890"/>
              <a:gd name="connsiteX1424" fmla="*/ 1776313 w 2289745"/>
              <a:gd name="connsiteY1424" fmla="*/ 679364 h 2199890"/>
              <a:gd name="connsiteX1425" fmla="*/ 1765180 w 2289745"/>
              <a:gd name="connsiteY1425" fmla="*/ 680743 h 2199890"/>
              <a:gd name="connsiteX1426" fmla="*/ 1755383 w 2289745"/>
              <a:gd name="connsiteY1426" fmla="*/ 660059 h 2199890"/>
              <a:gd name="connsiteX1427" fmla="*/ 1732227 w 2289745"/>
              <a:gd name="connsiteY1427" fmla="*/ 611335 h 2199890"/>
              <a:gd name="connsiteX1428" fmla="*/ 1661425 w 2289745"/>
              <a:gd name="connsiteY1428" fmla="*/ 622827 h 2199890"/>
              <a:gd name="connsiteX1429" fmla="*/ 1661424 w 2289745"/>
              <a:gd name="connsiteY1429" fmla="*/ 622827 h 2199890"/>
              <a:gd name="connsiteX1430" fmla="*/ 1732226 w 2289745"/>
              <a:gd name="connsiteY1430" fmla="*/ 611336 h 2199890"/>
              <a:gd name="connsiteX1431" fmla="*/ 1755382 w 2289745"/>
              <a:gd name="connsiteY1431" fmla="*/ 660059 h 2199890"/>
              <a:gd name="connsiteX1432" fmla="*/ 1765179 w 2289745"/>
              <a:gd name="connsiteY1432" fmla="*/ 680744 h 2199890"/>
              <a:gd name="connsiteX1433" fmla="*/ 1747367 w 2289745"/>
              <a:gd name="connsiteY1433" fmla="*/ 688558 h 2199890"/>
              <a:gd name="connsiteX1434" fmla="*/ 1743359 w 2289745"/>
              <a:gd name="connsiteY1434" fmla="*/ 701887 h 2199890"/>
              <a:gd name="connsiteX1435" fmla="*/ 1743359 w 2289745"/>
              <a:gd name="connsiteY1435" fmla="*/ 712000 h 2199890"/>
              <a:gd name="connsiteX1436" fmla="*/ 1719312 w 2289745"/>
              <a:gd name="connsiteY1436" fmla="*/ 724411 h 2199890"/>
              <a:gd name="connsiteX1437" fmla="*/ 1680125 w 2289745"/>
              <a:gd name="connsiteY1437" fmla="*/ 738200 h 2199890"/>
              <a:gd name="connsiteX1438" fmla="*/ 1659196 w 2289745"/>
              <a:gd name="connsiteY1438" fmla="*/ 758884 h 2199890"/>
              <a:gd name="connsiteX1439" fmla="*/ 1648064 w 2289745"/>
              <a:gd name="connsiteY1439" fmla="*/ 760723 h 2199890"/>
              <a:gd name="connsiteX1440" fmla="*/ 1640494 w 2289745"/>
              <a:gd name="connsiteY1440" fmla="*/ 758884 h 2199890"/>
              <a:gd name="connsiteX1441" fmla="*/ 1626244 w 2289745"/>
              <a:gd name="connsiteY1441" fmla="*/ 771295 h 2199890"/>
              <a:gd name="connsiteX1442" fmla="*/ 1610659 w 2289745"/>
              <a:gd name="connsiteY1442" fmla="*/ 776810 h 2199890"/>
              <a:gd name="connsiteX1443" fmla="*/ 1589730 w 2289745"/>
              <a:gd name="connsiteY1443" fmla="*/ 778190 h 2199890"/>
              <a:gd name="connsiteX1444" fmla="*/ 1583495 w 2289745"/>
              <a:gd name="connsiteY1444" fmla="*/ 780028 h 2199890"/>
              <a:gd name="connsiteX1445" fmla="*/ 1578597 w 2289745"/>
              <a:gd name="connsiteY1445" fmla="*/ 787843 h 2199890"/>
              <a:gd name="connsiteX1446" fmla="*/ 1571918 w 2289745"/>
              <a:gd name="connsiteY1446" fmla="*/ 790141 h 2199890"/>
              <a:gd name="connsiteX1447" fmla="*/ 1568355 w 2289745"/>
              <a:gd name="connsiteY1447" fmla="*/ 797495 h 2199890"/>
              <a:gd name="connsiteX1448" fmla="*/ 1555887 w 2289745"/>
              <a:gd name="connsiteY1448" fmla="*/ 796576 h 2199890"/>
              <a:gd name="connsiteX1449" fmla="*/ 1548316 w 2289745"/>
              <a:gd name="connsiteY1449" fmla="*/ 800712 h 2199890"/>
              <a:gd name="connsiteX1450" fmla="*/ 1530504 w 2289745"/>
              <a:gd name="connsiteY1450" fmla="*/ 799334 h 2199890"/>
              <a:gd name="connsiteX1451" fmla="*/ 1523379 w 2289745"/>
              <a:gd name="connsiteY1451" fmla="*/ 781867 h 2199890"/>
              <a:gd name="connsiteX1452" fmla="*/ 1523379 w 2289745"/>
              <a:gd name="connsiteY1452" fmla="*/ 765779 h 2199890"/>
              <a:gd name="connsiteX1453" fmla="*/ 1518926 w 2289745"/>
              <a:gd name="connsiteY1453" fmla="*/ 757045 h 2199890"/>
              <a:gd name="connsiteX1454" fmla="*/ 1513137 w 2289745"/>
              <a:gd name="connsiteY1454" fmla="*/ 735442 h 2199890"/>
              <a:gd name="connsiteX1455" fmla="*/ 1505122 w 2289745"/>
              <a:gd name="connsiteY1455" fmla="*/ 723491 h 2199890"/>
              <a:gd name="connsiteX1456" fmla="*/ 1510020 w 2289745"/>
              <a:gd name="connsiteY1456" fmla="*/ 721652 h 2199890"/>
              <a:gd name="connsiteX1457" fmla="*/ 1506904 w 2289745"/>
              <a:gd name="connsiteY1457" fmla="*/ 708323 h 2199890"/>
              <a:gd name="connsiteX1458" fmla="*/ 1509575 w 2289745"/>
              <a:gd name="connsiteY1458" fmla="*/ 702807 h 2199890"/>
              <a:gd name="connsiteX1459" fmla="*/ 1507794 w 2289745"/>
              <a:gd name="connsiteY1459" fmla="*/ 689937 h 2199890"/>
              <a:gd name="connsiteX1460" fmla="*/ 1507795 w 2289745"/>
              <a:gd name="connsiteY1460" fmla="*/ 689935 h 2199890"/>
              <a:gd name="connsiteX1461" fmla="*/ 1503787 w 2289745"/>
              <a:gd name="connsiteY1461" fmla="*/ 677066 h 2199890"/>
              <a:gd name="connsiteX1462" fmla="*/ 1495772 w 2289745"/>
              <a:gd name="connsiteY1462" fmla="*/ 668332 h 2199890"/>
              <a:gd name="connsiteX1463" fmla="*/ 1493546 w 2289745"/>
              <a:gd name="connsiteY1463" fmla="*/ 656381 h 2199890"/>
              <a:gd name="connsiteX1464" fmla="*/ 1479741 w 2289745"/>
              <a:gd name="connsiteY1464" fmla="*/ 645809 h 2199890"/>
              <a:gd name="connsiteX1465" fmla="*/ 1465047 w 2289745"/>
              <a:gd name="connsiteY1465" fmla="*/ 620988 h 2199890"/>
              <a:gd name="connsiteX1466" fmla="*/ 1456586 w 2289745"/>
              <a:gd name="connsiteY1466" fmla="*/ 597087 h 2199890"/>
              <a:gd name="connsiteX1467" fmla="*/ 1438329 w 2289745"/>
              <a:gd name="connsiteY1467" fmla="*/ 576861 h 2199890"/>
              <a:gd name="connsiteX1468" fmla="*/ 1427196 w 2289745"/>
              <a:gd name="connsiteY1468" fmla="*/ 571806 h 2199890"/>
              <a:gd name="connsiteX1469" fmla="*/ 1408938 w 2289745"/>
              <a:gd name="connsiteY1469" fmla="*/ 543767 h 2199890"/>
              <a:gd name="connsiteX1470" fmla="*/ 1404931 w 2289745"/>
              <a:gd name="connsiteY1470" fmla="*/ 523542 h 2199890"/>
              <a:gd name="connsiteX1471" fmla="*/ 1404931 w 2289745"/>
              <a:gd name="connsiteY1471" fmla="*/ 506075 h 2199890"/>
              <a:gd name="connsiteX1472" fmla="*/ 1388900 w 2289745"/>
              <a:gd name="connsiteY1472" fmla="*/ 472981 h 2199890"/>
              <a:gd name="connsiteX1473" fmla="*/ 1376431 w 2289745"/>
              <a:gd name="connsiteY1473" fmla="*/ 461489 h 2199890"/>
              <a:gd name="connsiteX1474" fmla="*/ 1363072 w 2289745"/>
              <a:gd name="connsiteY1474" fmla="*/ 455514 h 2199890"/>
              <a:gd name="connsiteX1475" fmla="*/ 1353721 w 2289745"/>
              <a:gd name="connsiteY1475" fmla="*/ 438507 h 2199890"/>
              <a:gd name="connsiteX1476" fmla="*/ 1354611 w 2289745"/>
              <a:gd name="connsiteY1476" fmla="*/ 432071 h 2199890"/>
              <a:gd name="connsiteX1477" fmla="*/ 1346596 w 2289745"/>
              <a:gd name="connsiteY1477" fmla="*/ 416444 h 2199890"/>
              <a:gd name="connsiteX1478" fmla="*/ 1339025 w 2289745"/>
              <a:gd name="connsiteY1478" fmla="*/ 410008 h 2199890"/>
              <a:gd name="connsiteX1479" fmla="*/ 1327893 w 2289745"/>
              <a:gd name="connsiteY1479" fmla="*/ 387945 h 2199890"/>
              <a:gd name="connsiteX1480" fmla="*/ 1310972 w 2289745"/>
              <a:gd name="connsiteY1480" fmla="*/ 364503 h 2199890"/>
              <a:gd name="connsiteX1481" fmla="*/ 1297167 w 2289745"/>
              <a:gd name="connsiteY1481" fmla="*/ 344278 h 2199890"/>
              <a:gd name="connsiteX1482" fmla="*/ 1285144 w 2289745"/>
              <a:gd name="connsiteY1482" fmla="*/ 344278 h 2199890"/>
              <a:gd name="connsiteX1483" fmla="*/ 1287371 w 2289745"/>
              <a:gd name="connsiteY1483" fmla="*/ 328191 h 2199890"/>
              <a:gd name="connsiteX1484" fmla="*/ 1287816 w 2289745"/>
              <a:gd name="connsiteY1484" fmla="*/ 317619 h 2199890"/>
              <a:gd name="connsiteX1485" fmla="*/ 1289597 w 2289745"/>
              <a:gd name="connsiteY1485" fmla="*/ 305669 h 2199890"/>
              <a:gd name="connsiteX1486" fmla="*/ 1289596 w 2289745"/>
              <a:gd name="connsiteY1486" fmla="*/ 305668 h 2199890"/>
              <a:gd name="connsiteX1487" fmla="*/ 1288260 w 2289745"/>
              <a:gd name="connsiteY1487" fmla="*/ 301532 h 2199890"/>
              <a:gd name="connsiteX1488" fmla="*/ 1282472 w 2289745"/>
              <a:gd name="connsiteY1488" fmla="*/ 313482 h 2199890"/>
              <a:gd name="connsiteX1489" fmla="*/ 1279355 w 2289745"/>
              <a:gd name="connsiteY1489" fmla="*/ 335546 h 2199890"/>
              <a:gd name="connsiteX1490" fmla="*/ 1274011 w 2289745"/>
              <a:gd name="connsiteY1490" fmla="*/ 351174 h 2199890"/>
              <a:gd name="connsiteX1491" fmla="*/ 1268668 w 2289745"/>
              <a:gd name="connsiteY1491" fmla="*/ 356230 h 2199890"/>
              <a:gd name="connsiteX1492" fmla="*/ 1259762 w 2289745"/>
              <a:gd name="connsiteY1492" fmla="*/ 346577 h 2199890"/>
              <a:gd name="connsiteX1493" fmla="*/ 1247738 w 2289745"/>
              <a:gd name="connsiteY1493" fmla="*/ 333707 h 2199890"/>
              <a:gd name="connsiteX1494" fmla="*/ 1226809 w 2289745"/>
              <a:gd name="connsiteY1494" fmla="*/ 291419 h 2199890"/>
              <a:gd name="connsiteX1495" fmla="*/ 1224582 w 2289745"/>
              <a:gd name="connsiteY1495" fmla="*/ 294177 h 2199890"/>
              <a:gd name="connsiteX1496" fmla="*/ 1237051 w 2289745"/>
              <a:gd name="connsiteY1496" fmla="*/ 324974 h 2199890"/>
              <a:gd name="connsiteX1497" fmla="*/ 1254417 w 2289745"/>
              <a:gd name="connsiteY1497" fmla="*/ 354851 h 2199890"/>
              <a:gd name="connsiteX1498" fmla="*/ 1276238 w 2289745"/>
              <a:gd name="connsiteY1498" fmla="*/ 400816 h 2199890"/>
              <a:gd name="connsiteX1499" fmla="*/ 1286480 w 2289745"/>
              <a:gd name="connsiteY1499" fmla="*/ 416904 h 2199890"/>
              <a:gd name="connsiteX1500" fmla="*/ 1295386 w 2289745"/>
              <a:gd name="connsiteY1500" fmla="*/ 433452 h 2199890"/>
              <a:gd name="connsiteX1501" fmla="*/ 1319432 w 2289745"/>
              <a:gd name="connsiteY1501" fmla="*/ 466087 h 2199890"/>
              <a:gd name="connsiteX1502" fmla="*/ 1314979 w 2289745"/>
              <a:gd name="connsiteY1502" fmla="*/ 471143 h 2199890"/>
              <a:gd name="connsiteX1503" fmla="*/ 1316760 w 2289745"/>
              <a:gd name="connsiteY1503" fmla="*/ 490448 h 2199890"/>
              <a:gd name="connsiteX1504" fmla="*/ 1347040 w 2289745"/>
              <a:gd name="connsiteY1504" fmla="*/ 517108 h 2199890"/>
              <a:gd name="connsiteX1505" fmla="*/ 1351938 w 2289745"/>
              <a:gd name="connsiteY1505" fmla="*/ 523083 h 2199890"/>
              <a:gd name="connsiteX1506" fmla="*/ 1351938 w 2289745"/>
              <a:gd name="connsiteY1506" fmla="*/ 523083 h 2199890"/>
              <a:gd name="connsiteX1507" fmla="*/ 1351939 w 2289745"/>
              <a:gd name="connsiteY1507" fmla="*/ 523084 h 2199890"/>
              <a:gd name="connsiteX1508" fmla="*/ 1351938 w 2289745"/>
              <a:gd name="connsiteY1508" fmla="*/ 523084 h 2199890"/>
              <a:gd name="connsiteX1509" fmla="*/ 1361290 w 2289745"/>
              <a:gd name="connsiteY1509" fmla="*/ 552041 h 2199890"/>
              <a:gd name="connsiteX1510" fmla="*/ 1355946 w 2289745"/>
              <a:gd name="connsiteY1510" fmla="*/ 557097 h 2199890"/>
              <a:gd name="connsiteX1511" fmla="*/ 1361290 w 2289745"/>
              <a:gd name="connsiteY1511" fmla="*/ 587894 h 2199890"/>
              <a:gd name="connsiteX1512" fmla="*/ 1372422 w 2289745"/>
              <a:gd name="connsiteY1512" fmla="*/ 622827 h 2199890"/>
              <a:gd name="connsiteX1513" fmla="*/ 1382219 w 2289745"/>
              <a:gd name="connsiteY1513" fmla="*/ 630182 h 2199890"/>
              <a:gd name="connsiteX1514" fmla="*/ 1396468 w 2289745"/>
              <a:gd name="connsiteY1514" fmla="*/ 641213 h 2199890"/>
              <a:gd name="connsiteX1515" fmla="*/ 1384446 w 2289745"/>
              <a:gd name="connsiteY1515" fmla="*/ 657761 h 2199890"/>
              <a:gd name="connsiteX1516" fmla="*/ 1384446 w 2289745"/>
              <a:gd name="connsiteY1516" fmla="*/ 657761 h 2199890"/>
              <a:gd name="connsiteX1517" fmla="*/ 1396469 w 2289745"/>
              <a:gd name="connsiteY1517" fmla="*/ 641213 h 2199890"/>
              <a:gd name="connsiteX1518" fmla="*/ 1412500 w 2289745"/>
              <a:gd name="connsiteY1518" fmla="*/ 675228 h 2199890"/>
              <a:gd name="connsiteX1519" fmla="*/ 1420961 w 2289745"/>
              <a:gd name="connsiteY1519" fmla="*/ 702347 h 2199890"/>
              <a:gd name="connsiteX1520" fmla="*/ 1435210 w 2289745"/>
              <a:gd name="connsiteY1520" fmla="*/ 716596 h 2199890"/>
              <a:gd name="connsiteX1521" fmla="*/ 1470835 w 2289745"/>
              <a:gd name="connsiteY1521" fmla="*/ 744634 h 2199890"/>
              <a:gd name="connsiteX1522" fmla="*/ 1485530 w 2289745"/>
              <a:gd name="connsiteY1522" fmla="*/ 761182 h 2199890"/>
              <a:gd name="connsiteX1523" fmla="*/ 1499779 w 2289745"/>
              <a:gd name="connsiteY1523" fmla="*/ 778649 h 2199890"/>
              <a:gd name="connsiteX1524" fmla="*/ 1507795 w 2289745"/>
              <a:gd name="connsiteY1524" fmla="*/ 788761 h 2199890"/>
              <a:gd name="connsiteX1525" fmla="*/ 1520708 w 2289745"/>
              <a:gd name="connsiteY1525" fmla="*/ 797494 h 2199890"/>
              <a:gd name="connsiteX1526" fmla="*/ 1526943 w 2289745"/>
              <a:gd name="connsiteY1526" fmla="*/ 806687 h 2199890"/>
              <a:gd name="connsiteX1527" fmla="*/ 1526497 w 2289745"/>
              <a:gd name="connsiteY1527" fmla="*/ 818638 h 2199890"/>
              <a:gd name="connsiteX1528" fmla="*/ 1512693 w 2289745"/>
              <a:gd name="connsiteY1528" fmla="*/ 825992 h 2199890"/>
              <a:gd name="connsiteX1529" fmla="*/ 1523380 w 2289745"/>
              <a:gd name="connsiteY1529" fmla="*/ 833807 h 2199890"/>
              <a:gd name="connsiteX1530" fmla="*/ 1531840 w 2289745"/>
              <a:gd name="connsiteY1530" fmla="*/ 839323 h 2199890"/>
              <a:gd name="connsiteX1531" fmla="*/ 1537184 w 2289745"/>
              <a:gd name="connsiteY1531" fmla="*/ 851733 h 2199890"/>
              <a:gd name="connsiteX1532" fmla="*/ 1549207 w 2289745"/>
              <a:gd name="connsiteY1532" fmla="*/ 864143 h 2199890"/>
              <a:gd name="connsiteX1533" fmla="*/ 1561675 w 2289745"/>
              <a:gd name="connsiteY1533" fmla="*/ 864143 h 2199890"/>
              <a:gd name="connsiteX1534" fmla="*/ 1584832 w 2289745"/>
              <a:gd name="connsiteY1534" fmla="*/ 856329 h 2199890"/>
              <a:gd name="connsiteX1535" fmla="*/ 1611995 w 2289745"/>
              <a:gd name="connsiteY1535" fmla="*/ 853112 h 2199890"/>
              <a:gd name="connsiteX1536" fmla="*/ 1633815 w 2289745"/>
              <a:gd name="connsiteY1536" fmla="*/ 843919 h 2199890"/>
              <a:gd name="connsiteX1537" fmla="*/ 1646283 w 2289745"/>
              <a:gd name="connsiteY1537" fmla="*/ 842080 h 2199890"/>
              <a:gd name="connsiteX1538" fmla="*/ 1655189 w 2289745"/>
              <a:gd name="connsiteY1538" fmla="*/ 836564 h 2199890"/>
              <a:gd name="connsiteX1539" fmla="*/ 1669439 w 2289745"/>
              <a:gd name="connsiteY1539" fmla="*/ 835645 h 2199890"/>
              <a:gd name="connsiteX1540" fmla="*/ 1677454 w 2289745"/>
              <a:gd name="connsiteY1540" fmla="*/ 834726 h 2199890"/>
              <a:gd name="connsiteX1541" fmla="*/ 1688587 w 2289745"/>
              <a:gd name="connsiteY1541" fmla="*/ 830589 h 2199890"/>
              <a:gd name="connsiteX1542" fmla="*/ 1701946 w 2289745"/>
              <a:gd name="connsiteY1542" fmla="*/ 827371 h 2199890"/>
              <a:gd name="connsiteX1543" fmla="*/ 1713078 w 2289745"/>
              <a:gd name="connsiteY1543" fmla="*/ 817259 h 2199890"/>
              <a:gd name="connsiteX1544" fmla="*/ 1722876 w 2289745"/>
              <a:gd name="connsiteY1544" fmla="*/ 817259 h 2199890"/>
              <a:gd name="connsiteX1545" fmla="*/ 1723766 w 2289745"/>
              <a:gd name="connsiteY1545" fmla="*/ 825533 h 2199890"/>
              <a:gd name="connsiteX1546" fmla="*/ 1721984 w 2289745"/>
              <a:gd name="connsiteY1546" fmla="*/ 842540 h 2199890"/>
              <a:gd name="connsiteX1547" fmla="*/ 1722876 w 2289745"/>
              <a:gd name="connsiteY1547" fmla="*/ 858168 h 2199890"/>
              <a:gd name="connsiteX1548" fmla="*/ 1717976 w 2289745"/>
              <a:gd name="connsiteY1548" fmla="*/ 868740 h 2199890"/>
              <a:gd name="connsiteX1549" fmla="*/ 1711743 w 2289745"/>
              <a:gd name="connsiteY1549" fmla="*/ 900915 h 2199890"/>
              <a:gd name="connsiteX1550" fmla="*/ 1701055 w 2289745"/>
              <a:gd name="connsiteY1550" fmla="*/ 933551 h 2199890"/>
              <a:gd name="connsiteX1551" fmla="*/ 1686360 w 2289745"/>
              <a:gd name="connsiteY1551" fmla="*/ 971242 h 2199890"/>
              <a:gd name="connsiteX1552" fmla="*/ 1665877 w 2289745"/>
              <a:gd name="connsiteY1552" fmla="*/ 1014449 h 2199890"/>
              <a:gd name="connsiteX1553" fmla="*/ 1644948 w 2289745"/>
              <a:gd name="connsiteY1553" fmla="*/ 1047545 h 2199890"/>
              <a:gd name="connsiteX1554" fmla="*/ 1615557 w 2289745"/>
              <a:gd name="connsiteY1554" fmla="*/ 1087993 h 2199890"/>
              <a:gd name="connsiteX1555" fmla="*/ 1590620 w 2289745"/>
              <a:gd name="connsiteY1555" fmla="*/ 1111896 h 2199890"/>
              <a:gd name="connsiteX1556" fmla="*/ 1553214 w 2289745"/>
              <a:gd name="connsiteY1556" fmla="*/ 1141313 h 2199890"/>
              <a:gd name="connsiteX1557" fmla="*/ 1529614 w 2289745"/>
              <a:gd name="connsiteY1557" fmla="*/ 1163376 h 2199890"/>
              <a:gd name="connsiteX1558" fmla="*/ 1502004 w 2289745"/>
              <a:gd name="connsiteY1558" fmla="*/ 1199229 h 2199890"/>
              <a:gd name="connsiteX1559" fmla="*/ 1496216 w 2289745"/>
              <a:gd name="connsiteY1559" fmla="*/ 1214857 h 2199890"/>
              <a:gd name="connsiteX1560" fmla="*/ 1490427 w 2289745"/>
              <a:gd name="connsiteY1560" fmla="*/ 1221752 h 2199890"/>
              <a:gd name="connsiteX1561" fmla="*/ 1490428 w 2289745"/>
              <a:gd name="connsiteY1561" fmla="*/ 1221753 h 2199890"/>
              <a:gd name="connsiteX1562" fmla="*/ 1472615 w 2289745"/>
              <a:gd name="connsiteY1562" fmla="*/ 1233704 h 2199890"/>
              <a:gd name="connsiteX1563" fmla="*/ 1466382 w 2289745"/>
              <a:gd name="connsiteY1563" fmla="*/ 1246115 h 2199890"/>
              <a:gd name="connsiteX1564" fmla="*/ 1456585 w 2289745"/>
              <a:gd name="connsiteY1564" fmla="*/ 1247953 h 2199890"/>
              <a:gd name="connsiteX1565" fmla="*/ 1453022 w 2289745"/>
              <a:gd name="connsiteY1565" fmla="*/ 1269097 h 2199890"/>
              <a:gd name="connsiteX1566" fmla="*/ 1444562 w 2289745"/>
              <a:gd name="connsiteY1566" fmla="*/ 1281048 h 2199890"/>
              <a:gd name="connsiteX1567" fmla="*/ 1439663 w 2289745"/>
              <a:gd name="connsiteY1567" fmla="*/ 1300353 h 2199890"/>
              <a:gd name="connsiteX1568" fmla="*/ 1429422 w 2289745"/>
              <a:gd name="connsiteY1568" fmla="*/ 1310006 h 2199890"/>
              <a:gd name="connsiteX1569" fmla="*/ 1429421 w 2289745"/>
              <a:gd name="connsiteY1569" fmla="*/ 1310005 h 2199890"/>
              <a:gd name="connsiteX1570" fmla="*/ 1416952 w 2289745"/>
              <a:gd name="connsiteY1570" fmla="*/ 1346777 h 2199890"/>
              <a:gd name="connsiteX1571" fmla="*/ 1418289 w 2289745"/>
              <a:gd name="connsiteY1571" fmla="*/ 1363325 h 2199890"/>
              <a:gd name="connsiteX1572" fmla="*/ 1433874 w 2289745"/>
              <a:gd name="connsiteY1572" fmla="*/ 1373897 h 2199890"/>
              <a:gd name="connsiteX1573" fmla="*/ 1434764 w 2289745"/>
              <a:gd name="connsiteY1573" fmla="*/ 1381711 h 2199890"/>
              <a:gd name="connsiteX1574" fmla="*/ 1427195 w 2289745"/>
              <a:gd name="connsiteY1574" fmla="*/ 1399637 h 2199890"/>
              <a:gd name="connsiteX1575" fmla="*/ 1428530 w 2289745"/>
              <a:gd name="connsiteY1575" fmla="*/ 1408371 h 2199890"/>
              <a:gd name="connsiteX1576" fmla="*/ 1426749 w 2289745"/>
              <a:gd name="connsiteY1576" fmla="*/ 1422620 h 2199890"/>
              <a:gd name="connsiteX1577" fmla="*/ 1434764 w 2289745"/>
              <a:gd name="connsiteY1577" fmla="*/ 1441006 h 2199890"/>
              <a:gd name="connsiteX1578" fmla="*/ 1444561 w 2289745"/>
              <a:gd name="connsiteY1578" fmla="*/ 1470424 h 2199890"/>
              <a:gd name="connsiteX1579" fmla="*/ 1453467 w 2289745"/>
              <a:gd name="connsiteY1579" fmla="*/ 1476858 h 2199890"/>
              <a:gd name="connsiteX1580" fmla="*/ 1432983 w 2289745"/>
              <a:gd name="connsiteY1580" fmla="*/ 1493865 h 2199890"/>
              <a:gd name="connsiteX1581" fmla="*/ 1405375 w 2289745"/>
              <a:gd name="connsiteY1581" fmla="*/ 1505356 h 2199890"/>
              <a:gd name="connsiteX1582" fmla="*/ 1405376 w 2289745"/>
              <a:gd name="connsiteY1582" fmla="*/ 1505356 h 2199890"/>
              <a:gd name="connsiteX1583" fmla="*/ 1432984 w 2289745"/>
              <a:gd name="connsiteY1583" fmla="*/ 1493865 h 2199890"/>
              <a:gd name="connsiteX1584" fmla="*/ 1453469 w 2289745"/>
              <a:gd name="connsiteY1584" fmla="*/ 1476858 h 2199890"/>
              <a:gd name="connsiteX1585" fmla="*/ 1457476 w 2289745"/>
              <a:gd name="connsiteY1585" fmla="*/ 1489729 h 2199890"/>
              <a:gd name="connsiteX1586" fmla="*/ 1455250 w 2289745"/>
              <a:gd name="connsiteY1586" fmla="*/ 1519146 h 2199890"/>
              <a:gd name="connsiteX1587" fmla="*/ 1457476 w 2289745"/>
              <a:gd name="connsiteY1587" fmla="*/ 1545347 h 2199890"/>
              <a:gd name="connsiteX1588" fmla="*/ 1456586 w 2289745"/>
              <a:gd name="connsiteY1588" fmla="*/ 1591312 h 2199890"/>
              <a:gd name="connsiteX1589" fmla="*/ 1460148 w 2289745"/>
              <a:gd name="connsiteY1589" fmla="*/ 1605561 h 2199890"/>
              <a:gd name="connsiteX1590" fmla="*/ 1451687 w 2289745"/>
              <a:gd name="connsiteY1590" fmla="*/ 1626705 h 2199890"/>
              <a:gd name="connsiteX1591" fmla="*/ 1441000 w 2289745"/>
              <a:gd name="connsiteY1591" fmla="*/ 1647389 h 2199890"/>
              <a:gd name="connsiteX1592" fmla="*/ 1424524 w 2289745"/>
              <a:gd name="connsiteY1592" fmla="*/ 1665775 h 2199890"/>
              <a:gd name="connsiteX1593" fmla="*/ 1400923 w 2289745"/>
              <a:gd name="connsiteY1593" fmla="*/ 1676806 h 2199890"/>
              <a:gd name="connsiteX1594" fmla="*/ 1371978 w 2289745"/>
              <a:gd name="connsiteY1594" fmla="*/ 1691056 h 2199890"/>
              <a:gd name="connsiteX1595" fmla="*/ 1342588 w 2289745"/>
              <a:gd name="connsiteY1595" fmla="*/ 1722772 h 2199890"/>
              <a:gd name="connsiteX1596" fmla="*/ 1332791 w 2289745"/>
              <a:gd name="connsiteY1596" fmla="*/ 1728287 h 2199890"/>
              <a:gd name="connsiteX1597" fmla="*/ 1314089 w 2289745"/>
              <a:gd name="connsiteY1597" fmla="*/ 1749432 h 2199890"/>
              <a:gd name="connsiteX1598" fmla="*/ 1303847 w 2289745"/>
              <a:gd name="connsiteY1598" fmla="*/ 1755866 h 2199890"/>
              <a:gd name="connsiteX1599" fmla="*/ 1300284 w 2289745"/>
              <a:gd name="connsiteY1599" fmla="*/ 1777011 h 2199890"/>
              <a:gd name="connsiteX1600" fmla="*/ 1310972 w 2289745"/>
              <a:gd name="connsiteY1600" fmla="*/ 1799533 h 2199890"/>
              <a:gd name="connsiteX1601" fmla="*/ 1314979 w 2289745"/>
              <a:gd name="connsiteY1601" fmla="*/ 1816541 h 2199890"/>
              <a:gd name="connsiteX1602" fmla="*/ 1314979 w 2289745"/>
              <a:gd name="connsiteY1602" fmla="*/ 1825734 h 2199890"/>
              <a:gd name="connsiteX1603" fmla="*/ 1319432 w 2289745"/>
              <a:gd name="connsiteY1603" fmla="*/ 1823895 h 2199890"/>
              <a:gd name="connsiteX1604" fmla="*/ 1317206 w 2289745"/>
              <a:gd name="connsiteY1604" fmla="*/ 1852853 h 2199890"/>
              <a:gd name="connsiteX1605" fmla="*/ 1312307 w 2289745"/>
              <a:gd name="connsiteY1605" fmla="*/ 1866643 h 2199890"/>
              <a:gd name="connsiteX1606" fmla="*/ 1317651 w 2289745"/>
              <a:gd name="connsiteY1606" fmla="*/ 1871699 h 2199890"/>
              <a:gd name="connsiteX1607" fmla="*/ 1313198 w 2289745"/>
              <a:gd name="connsiteY1607" fmla="*/ 1884109 h 2199890"/>
              <a:gd name="connsiteX1608" fmla="*/ 1302511 w 2289745"/>
              <a:gd name="connsiteY1608" fmla="*/ 1894682 h 2199890"/>
              <a:gd name="connsiteX1609" fmla="*/ 1281582 w 2289745"/>
              <a:gd name="connsiteY1609" fmla="*/ 1904334 h 2199890"/>
              <a:gd name="connsiteX1610" fmla="*/ 1250856 w 2289745"/>
              <a:gd name="connsiteY1610" fmla="*/ 1920422 h 2199890"/>
              <a:gd name="connsiteX1611" fmla="*/ 1239724 w 2289745"/>
              <a:gd name="connsiteY1611" fmla="*/ 1931454 h 2199890"/>
              <a:gd name="connsiteX1612" fmla="*/ 1241059 w 2289745"/>
              <a:gd name="connsiteY1612" fmla="*/ 1943864 h 2199890"/>
              <a:gd name="connsiteX1613" fmla="*/ 1246848 w 2289745"/>
              <a:gd name="connsiteY1613" fmla="*/ 1945702 h 2199890"/>
              <a:gd name="connsiteX1614" fmla="*/ 1243731 w 2289745"/>
              <a:gd name="connsiteY1614" fmla="*/ 1961331 h 2199890"/>
              <a:gd name="connsiteX1615" fmla="*/ 1243729 w 2289745"/>
              <a:gd name="connsiteY1615" fmla="*/ 1961331 h 2199890"/>
              <a:gd name="connsiteX1616" fmla="*/ 1236159 w 2289745"/>
              <a:gd name="connsiteY1616" fmla="*/ 1982935 h 2199890"/>
              <a:gd name="connsiteX1617" fmla="*/ 1231706 w 2289745"/>
              <a:gd name="connsiteY1617" fmla="*/ 2007297 h 2199890"/>
              <a:gd name="connsiteX1618" fmla="*/ 1224136 w 2289745"/>
              <a:gd name="connsiteY1618" fmla="*/ 2020626 h 2199890"/>
              <a:gd name="connsiteX1619" fmla="*/ 1206324 w 2289745"/>
              <a:gd name="connsiteY1619" fmla="*/ 2035795 h 2199890"/>
              <a:gd name="connsiteX1620" fmla="*/ 1201426 w 2289745"/>
              <a:gd name="connsiteY1620" fmla="*/ 2039931 h 2199890"/>
              <a:gd name="connsiteX1621" fmla="*/ 1189848 w 2289745"/>
              <a:gd name="connsiteY1621" fmla="*/ 2055100 h 2199890"/>
              <a:gd name="connsiteX1622" fmla="*/ 1181833 w 2289745"/>
              <a:gd name="connsiteY1622" fmla="*/ 2070269 h 2199890"/>
              <a:gd name="connsiteX1623" fmla="*/ 1166247 w 2289745"/>
              <a:gd name="connsiteY1623" fmla="*/ 2091412 h 2199890"/>
              <a:gd name="connsiteX1624" fmla="*/ 1136412 w 2289745"/>
              <a:gd name="connsiteY1624" fmla="*/ 2121750 h 2199890"/>
              <a:gd name="connsiteX1625" fmla="*/ 1118154 w 2289745"/>
              <a:gd name="connsiteY1625" fmla="*/ 2139216 h 2199890"/>
              <a:gd name="connsiteX1626" fmla="*/ 1099006 w 2289745"/>
              <a:gd name="connsiteY1626" fmla="*/ 2153006 h 2199890"/>
              <a:gd name="connsiteX1627" fmla="*/ 1072733 w 2289745"/>
              <a:gd name="connsiteY1627" fmla="*/ 2164037 h 2199890"/>
              <a:gd name="connsiteX1628" fmla="*/ 1060710 w 2289745"/>
              <a:gd name="connsiteY1628" fmla="*/ 2165876 h 2199890"/>
              <a:gd name="connsiteX1629" fmla="*/ 1056702 w 2289745"/>
              <a:gd name="connsiteY1629" fmla="*/ 2174149 h 2199890"/>
              <a:gd name="connsiteX1630" fmla="*/ 1042453 w 2289745"/>
              <a:gd name="connsiteY1630" fmla="*/ 2169553 h 2199890"/>
              <a:gd name="connsiteX1631" fmla="*/ 1030430 w 2289745"/>
              <a:gd name="connsiteY1631" fmla="*/ 2175069 h 2199890"/>
              <a:gd name="connsiteX1632" fmla="*/ 1005048 w 2289745"/>
              <a:gd name="connsiteY1632" fmla="*/ 2169553 h 2199890"/>
              <a:gd name="connsiteX1633" fmla="*/ 990353 w 2289745"/>
              <a:gd name="connsiteY1633" fmla="*/ 2173230 h 2199890"/>
              <a:gd name="connsiteX1634" fmla="*/ 980556 w 2289745"/>
              <a:gd name="connsiteY1634" fmla="*/ 2171392 h 2199890"/>
              <a:gd name="connsiteX1635" fmla="*/ 954728 w 2289745"/>
              <a:gd name="connsiteY1635" fmla="*/ 2183342 h 2199890"/>
              <a:gd name="connsiteX1636" fmla="*/ 934244 w 2289745"/>
              <a:gd name="connsiteY1636" fmla="*/ 2187939 h 2199890"/>
              <a:gd name="connsiteX1637" fmla="*/ 918659 w 2289745"/>
              <a:gd name="connsiteY1637" fmla="*/ 2198971 h 2199890"/>
              <a:gd name="connsiteX1638" fmla="*/ 907972 w 2289745"/>
              <a:gd name="connsiteY1638" fmla="*/ 2199890 h 2199890"/>
              <a:gd name="connsiteX1639" fmla="*/ 898620 w 2289745"/>
              <a:gd name="connsiteY1639" fmla="*/ 2189318 h 2199890"/>
              <a:gd name="connsiteX1640" fmla="*/ 890605 w 2289745"/>
              <a:gd name="connsiteY1640" fmla="*/ 2188859 h 2199890"/>
              <a:gd name="connsiteX1641" fmla="*/ 880808 w 2289745"/>
              <a:gd name="connsiteY1641" fmla="*/ 2175529 h 2199890"/>
              <a:gd name="connsiteX1642" fmla="*/ 879473 w 2289745"/>
              <a:gd name="connsiteY1642" fmla="*/ 2179666 h 2199890"/>
              <a:gd name="connsiteX1643" fmla="*/ 876801 w 2289745"/>
              <a:gd name="connsiteY1643" fmla="*/ 2171851 h 2199890"/>
              <a:gd name="connsiteX1644" fmla="*/ 878137 w 2289745"/>
              <a:gd name="connsiteY1644" fmla="*/ 2154385 h 2199890"/>
              <a:gd name="connsiteX1645" fmla="*/ 871457 w 2289745"/>
              <a:gd name="connsiteY1645" fmla="*/ 2134620 h 2199890"/>
              <a:gd name="connsiteX1646" fmla="*/ 879473 w 2289745"/>
              <a:gd name="connsiteY1646" fmla="*/ 2129104 h 2199890"/>
              <a:gd name="connsiteX1647" fmla="*/ 879917 w 2289745"/>
              <a:gd name="connsiteY1647" fmla="*/ 2106581 h 2199890"/>
              <a:gd name="connsiteX1648" fmla="*/ 865222 w 2289745"/>
              <a:gd name="connsiteY1648" fmla="*/ 2079002 h 2199890"/>
              <a:gd name="connsiteX1649" fmla="*/ 854535 w 2289745"/>
              <a:gd name="connsiteY1649" fmla="*/ 2054181 h 2199890"/>
              <a:gd name="connsiteX1650" fmla="*/ 854535 w 2289745"/>
              <a:gd name="connsiteY1650" fmla="*/ 2053721 h 2199890"/>
              <a:gd name="connsiteX1651" fmla="*/ 838504 w 2289745"/>
              <a:gd name="connsiteY1651" fmla="*/ 2015570 h 2199890"/>
              <a:gd name="connsiteX1652" fmla="*/ 838505 w 2289745"/>
              <a:gd name="connsiteY1652" fmla="*/ 2015569 h 2199890"/>
              <a:gd name="connsiteX1653" fmla="*/ 821139 w 2289745"/>
              <a:gd name="connsiteY1653" fmla="*/ 1993047 h 2199890"/>
              <a:gd name="connsiteX1654" fmla="*/ 812233 w 2289745"/>
              <a:gd name="connsiteY1654" fmla="*/ 1971903 h 2199890"/>
              <a:gd name="connsiteX1655" fmla="*/ 807780 w 2289745"/>
              <a:gd name="connsiteY1655" fmla="*/ 1942945 h 2199890"/>
              <a:gd name="connsiteX1656" fmla="*/ 802436 w 2289745"/>
              <a:gd name="connsiteY1656" fmla="*/ 1921801 h 2199890"/>
              <a:gd name="connsiteX1657" fmla="*/ 795312 w 2289745"/>
              <a:gd name="connsiteY1657" fmla="*/ 1876296 h 2199890"/>
              <a:gd name="connsiteX1658" fmla="*/ 795756 w 2289745"/>
              <a:gd name="connsiteY1658" fmla="*/ 1840902 h 2199890"/>
              <a:gd name="connsiteX1659" fmla="*/ 793085 w 2289745"/>
              <a:gd name="connsiteY1659" fmla="*/ 1824814 h 2199890"/>
              <a:gd name="connsiteX1660" fmla="*/ 783734 w 2289745"/>
              <a:gd name="connsiteY1660" fmla="*/ 1812404 h 2199890"/>
              <a:gd name="connsiteX1661" fmla="*/ 771264 w 2289745"/>
              <a:gd name="connsiteY1661" fmla="*/ 1788042 h 2199890"/>
              <a:gd name="connsiteX1662" fmla="*/ 758796 w 2289745"/>
              <a:gd name="connsiteY1662" fmla="*/ 1752649 h 2199890"/>
              <a:gd name="connsiteX1663" fmla="*/ 753898 w 2289745"/>
              <a:gd name="connsiteY1663" fmla="*/ 1734263 h 2199890"/>
              <a:gd name="connsiteX1664" fmla="*/ 734305 w 2289745"/>
              <a:gd name="connsiteY1664" fmla="*/ 1705305 h 2199890"/>
              <a:gd name="connsiteX1665" fmla="*/ 732969 w 2289745"/>
              <a:gd name="connsiteY1665" fmla="*/ 1682783 h 2199890"/>
              <a:gd name="connsiteX1666" fmla="*/ 732968 w 2289745"/>
              <a:gd name="connsiteY1666" fmla="*/ 1682784 h 2199890"/>
              <a:gd name="connsiteX1667" fmla="*/ 730742 w 2289745"/>
              <a:gd name="connsiteY1667" fmla="*/ 1664398 h 2199890"/>
              <a:gd name="connsiteX1668" fmla="*/ 734750 w 2289745"/>
              <a:gd name="connsiteY1668" fmla="*/ 1638197 h 2199890"/>
              <a:gd name="connsiteX1669" fmla="*/ 743656 w 2289745"/>
              <a:gd name="connsiteY1669" fmla="*/ 1611078 h 2199890"/>
              <a:gd name="connsiteX1670" fmla="*/ 744991 w 2289745"/>
              <a:gd name="connsiteY1670" fmla="*/ 1598667 h 2199890"/>
              <a:gd name="connsiteX1671" fmla="*/ 753452 w 2289745"/>
              <a:gd name="connsiteY1671" fmla="*/ 1572008 h 2199890"/>
              <a:gd name="connsiteX1672" fmla="*/ 759686 w 2289745"/>
              <a:gd name="connsiteY1672" fmla="*/ 1560056 h 2199890"/>
              <a:gd name="connsiteX1673" fmla="*/ 774382 w 2289745"/>
              <a:gd name="connsiteY1673" fmla="*/ 1540751 h 2199890"/>
              <a:gd name="connsiteX1674" fmla="*/ 782842 w 2289745"/>
              <a:gd name="connsiteY1674" fmla="*/ 1527421 h 2199890"/>
              <a:gd name="connsiteX1675" fmla="*/ 785515 w 2289745"/>
              <a:gd name="connsiteY1675" fmla="*/ 1505818 h 2199890"/>
              <a:gd name="connsiteX1676" fmla="*/ 784179 w 2289745"/>
              <a:gd name="connsiteY1676" fmla="*/ 1488810 h 2199890"/>
              <a:gd name="connsiteX1677" fmla="*/ 777054 w 2289745"/>
              <a:gd name="connsiteY1677" fmla="*/ 1478239 h 2199890"/>
              <a:gd name="connsiteX1678" fmla="*/ 770374 w 2289745"/>
              <a:gd name="connsiteY1678" fmla="*/ 1460312 h 2199890"/>
              <a:gd name="connsiteX1679" fmla="*/ 764584 w 2289745"/>
              <a:gd name="connsiteY1679" fmla="*/ 1442845 h 2199890"/>
              <a:gd name="connsiteX1680" fmla="*/ 765921 w 2289745"/>
              <a:gd name="connsiteY1680" fmla="*/ 1436410 h 2199890"/>
              <a:gd name="connsiteX1681" fmla="*/ 773490 w 2289745"/>
              <a:gd name="connsiteY1681" fmla="*/ 1424919 h 2199890"/>
              <a:gd name="connsiteX1682" fmla="*/ 766366 w 2289745"/>
              <a:gd name="connsiteY1682" fmla="*/ 1396420 h 2199890"/>
              <a:gd name="connsiteX1683" fmla="*/ 761022 w 2289745"/>
              <a:gd name="connsiteY1683" fmla="*/ 1376656 h 2199890"/>
              <a:gd name="connsiteX1684" fmla="*/ 748554 w 2289745"/>
              <a:gd name="connsiteY1684" fmla="*/ 1357810 h 2199890"/>
              <a:gd name="connsiteX1685" fmla="*/ 751225 w 2289745"/>
              <a:gd name="connsiteY1685" fmla="*/ 1352294 h 2199890"/>
              <a:gd name="connsiteX1686" fmla="*/ 756449 w 2289745"/>
              <a:gd name="connsiteY1686" fmla="*/ 1350184 h 2199890"/>
              <a:gd name="connsiteX1687" fmla="*/ 751226 w 2289745"/>
              <a:gd name="connsiteY1687" fmla="*/ 1352294 h 2199890"/>
              <a:gd name="connsiteX1688" fmla="*/ 747664 w 2289745"/>
              <a:gd name="connsiteY1688" fmla="*/ 1343101 h 2199890"/>
              <a:gd name="connsiteX1689" fmla="*/ 753898 w 2289745"/>
              <a:gd name="connsiteY1689" fmla="*/ 1339883 h 2199890"/>
              <a:gd name="connsiteX1690" fmla="*/ 754788 w 2289745"/>
              <a:gd name="connsiteY1690" fmla="*/ 1327013 h 2199890"/>
              <a:gd name="connsiteX1691" fmla="*/ 759241 w 2289745"/>
              <a:gd name="connsiteY1691" fmla="*/ 1319659 h 2199890"/>
              <a:gd name="connsiteX1692" fmla="*/ 768147 w 2289745"/>
              <a:gd name="connsiteY1692" fmla="*/ 1313223 h 2199890"/>
              <a:gd name="connsiteX1693" fmla="*/ 768147 w 2289745"/>
              <a:gd name="connsiteY1693" fmla="*/ 1313223 h 2199890"/>
              <a:gd name="connsiteX1694" fmla="*/ 768146 w 2289745"/>
              <a:gd name="connsiteY1694" fmla="*/ 1313223 h 2199890"/>
              <a:gd name="connsiteX1695" fmla="*/ 759241 w 2289745"/>
              <a:gd name="connsiteY1695" fmla="*/ 1319658 h 2199890"/>
              <a:gd name="connsiteX1696" fmla="*/ 754788 w 2289745"/>
              <a:gd name="connsiteY1696" fmla="*/ 1327012 h 2199890"/>
              <a:gd name="connsiteX1697" fmla="*/ 753897 w 2289745"/>
              <a:gd name="connsiteY1697" fmla="*/ 1339882 h 2199890"/>
              <a:gd name="connsiteX1698" fmla="*/ 747663 w 2289745"/>
              <a:gd name="connsiteY1698" fmla="*/ 1343099 h 2199890"/>
              <a:gd name="connsiteX1699" fmla="*/ 740984 w 2289745"/>
              <a:gd name="connsiteY1699" fmla="*/ 1321037 h 2199890"/>
              <a:gd name="connsiteX1700" fmla="*/ 751225 w 2289745"/>
              <a:gd name="connsiteY1700" fmla="*/ 1308167 h 2199890"/>
              <a:gd name="connsiteX1701" fmla="*/ 740983 w 2289745"/>
              <a:gd name="connsiteY1701" fmla="*/ 1321037 h 2199890"/>
              <a:gd name="connsiteX1702" fmla="*/ 720499 w 2289745"/>
              <a:gd name="connsiteY1702" fmla="*/ 1289781 h 2199890"/>
              <a:gd name="connsiteX1703" fmla="*/ 694672 w 2289745"/>
              <a:gd name="connsiteY1703" fmla="*/ 1259904 h 2199890"/>
              <a:gd name="connsiteX1704" fmla="*/ 678195 w 2289745"/>
              <a:gd name="connsiteY1704" fmla="*/ 1235542 h 2199890"/>
              <a:gd name="connsiteX1705" fmla="*/ 662610 w 2289745"/>
              <a:gd name="connsiteY1705" fmla="*/ 1205206 h 2199890"/>
              <a:gd name="connsiteX1706" fmla="*/ 663501 w 2289745"/>
              <a:gd name="connsiteY1706" fmla="*/ 1195093 h 2199890"/>
              <a:gd name="connsiteX1707" fmla="*/ 669289 w 2289745"/>
              <a:gd name="connsiteY1707" fmla="*/ 1185900 h 2199890"/>
              <a:gd name="connsiteX1708" fmla="*/ 675078 w 2289745"/>
              <a:gd name="connsiteY1708" fmla="*/ 1164296 h 2199890"/>
              <a:gd name="connsiteX1709" fmla="*/ 680422 w 2289745"/>
              <a:gd name="connsiteY1709" fmla="*/ 1142233 h 2199890"/>
              <a:gd name="connsiteX1710" fmla="*/ 688883 w 2289745"/>
              <a:gd name="connsiteY1710" fmla="*/ 1140854 h 2199890"/>
              <a:gd name="connsiteX1711" fmla="*/ 725398 w 2289745"/>
              <a:gd name="connsiteY1711" fmla="*/ 1140854 h 2199890"/>
              <a:gd name="connsiteX1712" fmla="*/ 725398 w 2289745"/>
              <a:gd name="connsiteY1712" fmla="*/ 1140854 h 2199890"/>
              <a:gd name="connsiteX1713" fmla="*/ 688883 w 2289745"/>
              <a:gd name="connsiteY1713" fmla="*/ 1140854 h 2199890"/>
              <a:gd name="connsiteX1714" fmla="*/ 680422 w 2289745"/>
              <a:gd name="connsiteY1714" fmla="*/ 1142232 h 2199890"/>
              <a:gd name="connsiteX1715" fmla="*/ 675524 w 2289745"/>
              <a:gd name="connsiteY1715" fmla="*/ 1138096 h 2199890"/>
              <a:gd name="connsiteX1716" fmla="*/ 683985 w 2289745"/>
              <a:gd name="connsiteY1716" fmla="*/ 1105001 h 2199890"/>
              <a:gd name="connsiteX1717" fmla="*/ 683984 w 2289745"/>
              <a:gd name="connsiteY1717" fmla="*/ 1105001 h 2199890"/>
              <a:gd name="connsiteX1718" fmla="*/ 687992 w 2289745"/>
              <a:gd name="connsiteY1718" fmla="*/ 1081559 h 2199890"/>
              <a:gd name="connsiteX1719" fmla="*/ 677750 w 2289745"/>
              <a:gd name="connsiteY1719" fmla="*/ 1061794 h 2199890"/>
              <a:gd name="connsiteX1720" fmla="*/ 666172 w 2289745"/>
              <a:gd name="connsiteY1720" fmla="*/ 1057197 h 2199890"/>
              <a:gd name="connsiteX1721" fmla="*/ 661274 w 2289745"/>
              <a:gd name="connsiteY1721" fmla="*/ 1043868 h 2199890"/>
              <a:gd name="connsiteX1722" fmla="*/ 654595 w 2289745"/>
              <a:gd name="connsiteY1722" fmla="*/ 1039730 h 2199890"/>
              <a:gd name="connsiteX1723" fmla="*/ 655040 w 2289745"/>
              <a:gd name="connsiteY1723" fmla="*/ 1031458 h 2199890"/>
              <a:gd name="connsiteX1724" fmla="*/ 628767 w 2289745"/>
              <a:gd name="connsiteY1724" fmla="*/ 1042029 h 2199890"/>
              <a:gd name="connsiteX1725" fmla="*/ 619416 w 2289745"/>
              <a:gd name="connsiteY1725" fmla="*/ 1040650 h 2199890"/>
              <a:gd name="connsiteX1726" fmla="*/ 609620 w 2289745"/>
              <a:gd name="connsiteY1726" fmla="*/ 1047085 h 2199890"/>
              <a:gd name="connsiteX1727" fmla="*/ 589581 w 2289745"/>
              <a:gd name="connsiteY1727" fmla="*/ 1046625 h 2199890"/>
              <a:gd name="connsiteX1728" fmla="*/ 575777 w 2289745"/>
              <a:gd name="connsiteY1728" fmla="*/ 1027780 h 2199890"/>
              <a:gd name="connsiteX1729" fmla="*/ 567316 w 2289745"/>
              <a:gd name="connsiteY1729" fmla="*/ 1006636 h 2199890"/>
              <a:gd name="connsiteX1730" fmla="*/ 549503 w 2289745"/>
              <a:gd name="connsiteY1730" fmla="*/ 987330 h 2199890"/>
              <a:gd name="connsiteX1731" fmla="*/ 530801 w 2289745"/>
              <a:gd name="connsiteY1731" fmla="*/ 987330 h 2199890"/>
              <a:gd name="connsiteX1732" fmla="*/ 508536 w 2289745"/>
              <a:gd name="connsiteY1732" fmla="*/ 987330 h 2199890"/>
              <a:gd name="connsiteX1733" fmla="*/ 509872 w 2289745"/>
              <a:gd name="connsiteY1733" fmla="*/ 939986 h 2199890"/>
              <a:gd name="connsiteX1734" fmla="*/ 508981 w 2289745"/>
              <a:gd name="connsiteY1734" fmla="*/ 921141 h 2199890"/>
              <a:gd name="connsiteX1735" fmla="*/ 513879 w 2289745"/>
              <a:gd name="connsiteY1735" fmla="*/ 902755 h 2199890"/>
              <a:gd name="connsiteX1736" fmla="*/ 521450 w 2289745"/>
              <a:gd name="connsiteY1736" fmla="*/ 893562 h 2199890"/>
              <a:gd name="connsiteX1737" fmla="*/ 533918 w 2289745"/>
              <a:gd name="connsiteY1737" fmla="*/ 875176 h 2199890"/>
              <a:gd name="connsiteX1738" fmla="*/ 531246 w 2289745"/>
              <a:gd name="connsiteY1738" fmla="*/ 867361 h 2199890"/>
              <a:gd name="connsiteX1739" fmla="*/ 536144 w 2289745"/>
              <a:gd name="connsiteY1739" fmla="*/ 855410 h 2199890"/>
              <a:gd name="connsiteX1740" fmla="*/ 530356 w 2289745"/>
              <a:gd name="connsiteY1740" fmla="*/ 837943 h 2199890"/>
              <a:gd name="connsiteX1741" fmla="*/ 531246 w 2289745"/>
              <a:gd name="connsiteY1741" fmla="*/ 828291 h 2199890"/>
              <a:gd name="connsiteX1742" fmla="*/ 512099 w 2289745"/>
              <a:gd name="connsiteY1742" fmla="*/ 811284 h 2199890"/>
              <a:gd name="connsiteX1743" fmla="*/ 512098 w 2289745"/>
              <a:gd name="connsiteY1743" fmla="*/ 811284 h 2199890"/>
              <a:gd name="connsiteX1744" fmla="*/ 531246 w 2289745"/>
              <a:gd name="connsiteY1744" fmla="*/ 828291 h 2199890"/>
              <a:gd name="connsiteX1745" fmla="*/ 530355 w 2289745"/>
              <a:gd name="connsiteY1745" fmla="*/ 837944 h 2199890"/>
              <a:gd name="connsiteX1746" fmla="*/ 536144 w 2289745"/>
              <a:gd name="connsiteY1746" fmla="*/ 855411 h 2199890"/>
              <a:gd name="connsiteX1747" fmla="*/ 531246 w 2289745"/>
              <a:gd name="connsiteY1747" fmla="*/ 867361 h 2199890"/>
              <a:gd name="connsiteX1748" fmla="*/ 533917 w 2289745"/>
              <a:gd name="connsiteY1748" fmla="*/ 875176 h 2199890"/>
              <a:gd name="connsiteX1749" fmla="*/ 521449 w 2289745"/>
              <a:gd name="connsiteY1749" fmla="*/ 893562 h 2199890"/>
              <a:gd name="connsiteX1750" fmla="*/ 513879 w 2289745"/>
              <a:gd name="connsiteY1750" fmla="*/ 902755 h 2199890"/>
              <a:gd name="connsiteX1751" fmla="*/ 508981 w 2289745"/>
              <a:gd name="connsiteY1751" fmla="*/ 921141 h 2199890"/>
              <a:gd name="connsiteX1752" fmla="*/ 509871 w 2289745"/>
              <a:gd name="connsiteY1752" fmla="*/ 939986 h 2199890"/>
              <a:gd name="connsiteX1753" fmla="*/ 508535 w 2289745"/>
              <a:gd name="connsiteY1753" fmla="*/ 987331 h 2199890"/>
              <a:gd name="connsiteX1754" fmla="*/ 487606 w 2289745"/>
              <a:gd name="connsiteY1754" fmla="*/ 991008 h 2199890"/>
              <a:gd name="connsiteX1755" fmla="*/ 481372 w 2289745"/>
              <a:gd name="connsiteY1755" fmla="*/ 970783 h 2199890"/>
              <a:gd name="connsiteX1756" fmla="*/ 482708 w 2289745"/>
              <a:gd name="connsiteY1756" fmla="*/ 902755 h 2199890"/>
              <a:gd name="connsiteX1757" fmla="*/ 477364 w 2289745"/>
              <a:gd name="connsiteY1757" fmla="*/ 896779 h 2199890"/>
              <a:gd name="connsiteX1758" fmla="*/ 476474 w 2289745"/>
              <a:gd name="connsiteY1758" fmla="*/ 882071 h 2199890"/>
              <a:gd name="connsiteX1759" fmla="*/ 467568 w 2289745"/>
              <a:gd name="connsiteY1759" fmla="*/ 871958 h 2199890"/>
              <a:gd name="connsiteX1760" fmla="*/ 459998 w 2289745"/>
              <a:gd name="connsiteY1760" fmla="*/ 863225 h 2199890"/>
              <a:gd name="connsiteX1761" fmla="*/ 463115 w 2289745"/>
              <a:gd name="connsiteY1761" fmla="*/ 847597 h 2199890"/>
              <a:gd name="connsiteX1762" fmla="*/ 472021 w 2289745"/>
              <a:gd name="connsiteY1762" fmla="*/ 844379 h 2199890"/>
              <a:gd name="connsiteX1763" fmla="*/ 472021 w 2289745"/>
              <a:gd name="connsiteY1763" fmla="*/ 844378 h 2199890"/>
              <a:gd name="connsiteX1764" fmla="*/ 463116 w 2289745"/>
              <a:gd name="connsiteY1764" fmla="*/ 847596 h 2199890"/>
              <a:gd name="connsiteX1765" fmla="*/ 441296 w 2289745"/>
              <a:gd name="connsiteY1765" fmla="*/ 847136 h 2199890"/>
              <a:gd name="connsiteX1766" fmla="*/ 429718 w 2289745"/>
              <a:gd name="connsiteY1766" fmla="*/ 844838 h 2199890"/>
              <a:gd name="connsiteX1767" fmla="*/ 441295 w 2289745"/>
              <a:gd name="connsiteY1767" fmla="*/ 847136 h 2199890"/>
              <a:gd name="connsiteX1768" fmla="*/ 441295 w 2289745"/>
              <a:gd name="connsiteY1768" fmla="*/ 847137 h 2199890"/>
              <a:gd name="connsiteX1769" fmla="*/ 463114 w 2289745"/>
              <a:gd name="connsiteY1769" fmla="*/ 847597 h 2199890"/>
              <a:gd name="connsiteX1770" fmla="*/ 459997 w 2289745"/>
              <a:gd name="connsiteY1770" fmla="*/ 863225 h 2199890"/>
              <a:gd name="connsiteX1771" fmla="*/ 467567 w 2289745"/>
              <a:gd name="connsiteY1771" fmla="*/ 871958 h 2199890"/>
              <a:gd name="connsiteX1772" fmla="*/ 476473 w 2289745"/>
              <a:gd name="connsiteY1772" fmla="*/ 882071 h 2199890"/>
              <a:gd name="connsiteX1773" fmla="*/ 477364 w 2289745"/>
              <a:gd name="connsiteY1773" fmla="*/ 896780 h 2199890"/>
              <a:gd name="connsiteX1774" fmla="*/ 482707 w 2289745"/>
              <a:gd name="connsiteY1774" fmla="*/ 902755 h 2199890"/>
              <a:gd name="connsiteX1775" fmla="*/ 481372 w 2289745"/>
              <a:gd name="connsiteY1775" fmla="*/ 970783 h 2199890"/>
              <a:gd name="connsiteX1776" fmla="*/ 487606 w 2289745"/>
              <a:gd name="connsiteY1776" fmla="*/ 991008 h 2199890"/>
              <a:gd name="connsiteX1777" fmla="*/ 467567 w 2289745"/>
              <a:gd name="connsiteY1777" fmla="*/ 997443 h 2199890"/>
              <a:gd name="connsiteX1778" fmla="*/ 467567 w 2289745"/>
              <a:gd name="connsiteY1778" fmla="*/ 997443 h 2199890"/>
              <a:gd name="connsiteX1779" fmla="*/ 427936 w 2289745"/>
              <a:gd name="connsiteY1779" fmla="*/ 1014449 h 2199890"/>
              <a:gd name="connsiteX1780" fmla="*/ 413687 w 2289745"/>
              <a:gd name="connsiteY1780" fmla="*/ 1024562 h 2199890"/>
              <a:gd name="connsiteX1781" fmla="*/ 390976 w 2289745"/>
              <a:gd name="connsiteY1781" fmla="*/ 1033295 h 2199890"/>
              <a:gd name="connsiteX1782" fmla="*/ 368711 w 2289745"/>
              <a:gd name="connsiteY1782" fmla="*/ 1025021 h 2199890"/>
              <a:gd name="connsiteX1783" fmla="*/ 369602 w 2289745"/>
              <a:gd name="connsiteY1783" fmla="*/ 1013071 h 2199890"/>
              <a:gd name="connsiteX1784" fmla="*/ 358915 w 2289745"/>
              <a:gd name="connsiteY1784" fmla="*/ 987790 h 2199890"/>
              <a:gd name="connsiteX1785" fmla="*/ 365594 w 2289745"/>
              <a:gd name="connsiteY1785" fmla="*/ 954235 h 2199890"/>
              <a:gd name="connsiteX1786" fmla="*/ 376282 w 2289745"/>
              <a:gd name="connsiteY1786" fmla="*/ 929874 h 2199890"/>
              <a:gd name="connsiteX1787" fmla="*/ 369602 w 2289745"/>
              <a:gd name="connsiteY1787" fmla="*/ 887586 h 2199890"/>
              <a:gd name="connsiteX1788" fmla="*/ 369602 w 2289745"/>
              <a:gd name="connsiteY1788" fmla="*/ 887586 h 2199890"/>
              <a:gd name="connsiteX1789" fmla="*/ 352235 w 2289745"/>
              <a:gd name="connsiteY1789" fmla="*/ 880231 h 2199890"/>
              <a:gd name="connsiteX1790" fmla="*/ 352235 w 2289745"/>
              <a:gd name="connsiteY1790" fmla="*/ 880231 h 2199890"/>
              <a:gd name="connsiteX1791" fmla="*/ 369601 w 2289745"/>
              <a:gd name="connsiteY1791" fmla="*/ 887586 h 2199890"/>
              <a:gd name="connsiteX1792" fmla="*/ 376281 w 2289745"/>
              <a:gd name="connsiteY1792" fmla="*/ 929874 h 2199890"/>
              <a:gd name="connsiteX1793" fmla="*/ 365594 w 2289745"/>
              <a:gd name="connsiteY1793" fmla="*/ 954235 h 2199890"/>
              <a:gd name="connsiteX1794" fmla="*/ 358914 w 2289745"/>
              <a:gd name="connsiteY1794" fmla="*/ 987790 h 2199890"/>
              <a:gd name="connsiteX1795" fmla="*/ 369601 w 2289745"/>
              <a:gd name="connsiteY1795" fmla="*/ 1013071 h 2199890"/>
              <a:gd name="connsiteX1796" fmla="*/ 368711 w 2289745"/>
              <a:gd name="connsiteY1796" fmla="*/ 1025021 h 2199890"/>
              <a:gd name="connsiteX1797" fmla="*/ 357133 w 2289745"/>
              <a:gd name="connsiteY1797" fmla="*/ 1025021 h 2199890"/>
              <a:gd name="connsiteX1798" fmla="*/ 339766 w 2289745"/>
              <a:gd name="connsiteY1798" fmla="*/ 1019505 h 2199890"/>
              <a:gd name="connsiteX1799" fmla="*/ 323290 w 2289745"/>
              <a:gd name="connsiteY1799" fmla="*/ 1019505 h 2199890"/>
              <a:gd name="connsiteX1800" fmla="*/ 293454 w 2289745"/>
              <a:gd name="connsiteY1800" fmla="*/ 1025021 h 2199890"/>
              <a:gd name="connsiteX1801" fmla="*/ 276088 w 2289745"/>
              <a:gd name="connsiteY1801" fmla="*/ 1033295 h 2199890"/>
              <a:gd name="connsiteX1802" fmla="*/ 251151 w 2289745"/>
              <a:gd name="connsiteY1802" fmla="*/ 1044326 h 2199890"/>
              <a:gd name="connsiteX1803" fmla="*/ 246253 w 2289745"/>
              <a:gd name="connsiteY1803" fmla="*/ 1043407 h 2199890"/>
              <a:gd name="connsiteX1804" fmla="*/ 248034 w 2289745"/>
              <a:gd name="connsiteY1804" fmla="*/ 1019047 h 2199890"/>
              <a:gd name="connsiteX1805" fmla="*/ 248033 w 2289745"/>
              <a:gd name="connsiteY1805" fmla="*/ 1019047 h 2199890"/>
              <a:gd name="connsiteX1806" fmla="*/ 246252 w 2289745"/>
              <a:gd name="connsiteY1806" fmla="*/ 1043409 h 2199890"/>
              <a:gd name="connsiteX1807" fmla="*/ 239573 w 2289745"/>
              <a:gd name="connsiteY1807" fmla="*/ 1043868 h 2199890"/>
              <a:gd name="connsiteX1808" fmla="*/ 213745 w 2289745"/>
              <a:gd name="connsiteY1808" fmla="*/ 1029619 h 2199890"/>
              <a:gd name="connsiteX1809" fmla="*/ 190590 w 2289745"/>
              <a:gd name="connsiteY1809" fmla="*/ 1007096 h 2199890"/>
              <a:gd name="connsiteX1810" fmla="*/ 169215 w 2289745"/>
              <a:gd name="connsiteY1810" fmla="*/ 991008 h 2199890"/>
              <a:gd name="connsiteX1811" fmla="*/ 152294 w 2289745"/>
              <a:gd name="connsiteY1811" fmla="*/ 972163 h 2199890"/>
              <a:gd name="connsiteX1812" fmla="*/ 158528 w 2289745"/>
              <a:gd name="connsiteY1812" fmla="*/ 962510 h 2199890"/>
              <a:gd name="connsiteX1813" fmla="*/ 159864 w 2289745"/>
              <a:gd name="connsiteY1813" fmla="*/ 953777 h 2199890"/>
              <a:gd name="connsiteX1814" fmla="*/ 171442 w 2289745"/>
              <a:gd name="connsiteY1814" fmla="*/ 938148 h 2199890"/>
              <a:gd name="connsiteX1815" fmla="*/ 183020 w 2289745"/>
              <a:gd name="connsiteY1815" fmla="*/ 924359 h 2199890"/>
              <a:gd name="connsiteX1816" fmla="*/ 188808 w 2289745"/>
              <a:gd name="connsiteY1816" fmla="*/ 923440 h 2199890"/>
              <a:gd name="connsiteX1817" fmla="*/ 195043 w 2289745"/>
              <a:gd name="connsiteY1817" fmla="*/ 920222 h 2199890"/>
              <a:gd name="connsiteX1818" fmla="*/ 205730 w 2289745"/>
              <a:gd name="connsiteY1818" fmla="*/ 938148 h 2199890"/>
              <a:gd name="connsiteX1819" fmla="*/ 203949 w 2289745"/>
              <a:gd name="connsiteY1819" fmla="*/ 950099 h 2199890"/>
              <a:gd name="connsiteX1820" fmla="*/ 208847 w 2289745"/>
              <a:gd name="connsiteY1820" fmla="*/ 956534 h 2199890"/>
              <a:gd name="connsiteX1821" fmla="*/ 215972 w 2289745"/>
              <a:gd name="connsiteY1821" fmla="*/ 956534 h 2199890"/>
              <a:gd name="connsiteX1822" fmla="*/ 215972 w 2289745"/>
              <a:gd name="connsiteY1822" fmla="*/ 956533 h 2199890"/>
              <a:gd name="connsiteX1823" fmla="*/ 208848 w 2289745"/>
              <a:gd name="connsiteY1823" fmla="*/ 956533 h 2199890"/>
              <a:gd name="connsiteX1824" fmla="*/ 203949 w 2289745"/>
              <a:gd name="connsiteY1824" fmla="*/ 950098 h 2199890"/>
              <a:gd name="connsiteX1825" fmla="*/ 205730 w 2289745"/>
              <a:gd name="connsiteY1825" fmla="*/ 938147 h 2199890"/>
              <a:gd name="connsiteX1826" fmla="*/ 195043 w 2289745"/>
              <a:gd name="connsiteY1826" fmla="*/ 920221 h 2199890"/>
              <a:gd name="connsiteX1827" fmla="*/ 188809 w 2289745"/>
              <a:gd name="connsiteY1827" fmla="*/ 923438 h 2199890"/>
              <a:gd name="connsiteX1828" fmla="*/ 183020 w 2289745"/>
              <a:gd name="connsiteY1828" fmla="*/ 924358 h 2199890"/>
              <a:gd name="connsiteX1829" fmla="*/ 176340 w 2289745"/>
              <a:gd name="connsiteY1829" fmla="*/ 925737 h 2199890"/>
              <a:gd name="connsiteX1830" fmla="*/ 176785 w 2289745"/>
              <a:gd name="connsiteY1830" fmla="*/ 915165 h 2199890"/>
              <a:gd name="connsiteX1831" fmla="*/ 172778 w 2289745"/>
              <a:gd name="connsiteY1831" fmla="*/ 907351 h 2199890"/>
              <a:gd name="connsiteX1832" fmla="*/ 173669 w 2289745"/>
              <a:gd name="connsiteY1832" fmla="*/ 898618 h 2199890"/>
              <a:gd name="connsiteX1833" fmla="*/ 168325 w 2289745"/>
              <a:gd name="connsiteY1833" fmla="*/ 886207 h 2199890"/>
              <a:gd name="connsiteX1834" fmla="*/ 161200 w 2289745"/>
              <a:gd name="connsiteY1834" fmla="*/ 875635 h 2199890"/>
              <a:gd name="connsiteX1835" fmla="*/ 161199 w 2289745"/>
              <a:gd name="connsiteY1835" fmla="*/ 875635 h 2199890"/>
              <a:gd name="connsiteX1836" fmla="*/ 168324 w 2289745"/>
              <a:gd name="connsiteY1836" fmla="*/ 886207 h 2199890"/>
              <a:gd name="connsiteX1837" fmla="*/ 173668 w 2289745"/>
              <a:gd name="connsiteY1837" fmla="*/ 898618 h 2199890"/>
              <a:gd name="connsiteX1838" fmla="*/ 172777 w 2289745"/>
              <a:gd name="connsiteY1838" fmla="*/ 907352 h 2199890"/>
              <a:gd name="connsiteX1839" fmla="*/ 176784 w 2289745"/>
              <a:gd name="connsiteY1839" fmla="*/ 915166 h 2199890"/>
              <a:gd name="connsiteX1840" fmla="*/ 176339 w 2289745"/>
              <a:gd name="connsiteY1840" fmla="*/ 925738 h 2199890"/>
              <a:gd name="connsiteX1841" fmla="*/ 183019 w 2289745"/>
              <a:gd name="connsiteY1841" fmla="*/ 924359 h 2199890"/>
              <a:gd name="connsiteX1842" fmla="*/ 171441 w 2289745"/>
              <a:gd name="connsiteY1842" fmla="*/ 938148 h 2199890"/>
              <a:gd name="connsiteX1843" fmla="*/ 159863 w 2289745"/>
              <a:gd name="connsiteY1843" fmla="*/ 953776 h 2199890"/>
              <a:gd name="connsiteX1844" fmla="*/ 158527 w 2289745"/>
              <a:gd name="connsiteY1844" fmla="*/ 962510 h 2199890"/>
              <a:gd name="connsiteX1845" fmla="*/ 152293 w 2289745"/>
              <a:gd name="connsiteY1845" fmla="*/ 972162 h 2199890"/>
              <a:gd name="connsiteX1846" fmla="*/ 145613 w 2289745"/>
              <a:gd name="connsiteY1846" fmla="*/ 969864 h 2199890"/>
              <a:gd name="connsiteX1847" fmla="*/ 127801 w 2289745"/>
              <a:gd name="connsiteY1847" fmla="*/ 957913 h 2199890"/>
              <a:gd name="connsiteX1848" fmla="*/ 114442 w 2289745"/>
              <a:gd name="connsiteY1848" fmla="*/ 942285 h 2199890"/>
              <a:gd name="connsiteX1849" fmla="*/ 110435 w 2289745"/>
              <a:gd name="connsiteY1849" fmla="*/ 931253 h 2199890"/>
              <a:gd name="connsiteX1850" fmla="*/ 107318 w 2289745"/>
              <a:gd name="connsiteY1850" fmla="*/ 909650 h 2199890"/>
              <a:gd name="connsiteX1851" fmla="*/ 108225 w 2289745"/>
              <a:gd name="connsiteY1851" fmla="*/ 908774 h 2199890"/>
              <a:gd name="connsiteX1852" fmla="*/ 107319 w 2289745"/>
              <a:gd name="connsiteY1852" fmla="*/ 909649 h 2199890"/>
              <a:gd name="connsiteX1853" fmla="*/ 96631 w 2289745"/>
              <a:gd name="connsiteY1853" fmla="*/ 892182 h 2199890"/>
              <a:gd name="connsiteX1854" fmla="*/ 86835 w 2289745"/>
              <a:gd name="connsiteY1854" fmla="*/ 880691 h 2199890"/>
              <a:gd name="connsiteX1855" fmla="*/ 80600 w 2289745"/>
              <a:gd name="connsiteY1855" fmla="*/ 876554 h 2199890"/>
              <a:gd name="connsiteX1856" fmla="*/ 74366 w 2289745"/>
              <a:gd name="connsiteY1856" fmla="*/ 870579 h 2199890"/>
              <a:gd name="connsiteX1857" fmla="*/ 71694 w 2289745"/>
              <a:gd name="connsiteY1857" fmla="*/ 857708 h 2199890"/>
              <a:gd name="connsiteX1858" fmla="*/ 68132 w 2289745"/>
              <a:gd name="connsiteY1858" fmla="*/ 851274 h 2199890"/>
              <a:gd name="connsiteX1859" fmla="*/ 60562 w 2289745"/>
              <a:gd name="connsiteY1859" fmla="*/ 846217 h 2199890"/>
              <a:gd name="connsiteX1860" fmla="*/ 72139 w 2289745"/>
              <a:gd name="connsiteY1860" fmla="*/ 831968 h 2199890"/>
              <a:gd name="connsiteX1861" fmla="*/ 79413 w 2289745"/>
              <a:gd name="connsiteY1861" fmla="*/ 832410 h 2199890"/>
              <a:gd name="connsiteX1862" fmla="*/ 72139 w 2289745"/>
              <a:gd name="connsiteY1862" fmla="*/ 831968 h 2199890"/>
              <a:gd name="connsiteX1863" fmla="*/ 60561 w 2289745"/>
              <a:gd name="connsiteY1863" fmla="*/ 846217 h 2199890"/>
              <a:gd name="connsiteX1864" fmla="*/ 47648 w 2289745"/>
              <a:gd name="connsiteY1864" fmla="*/ 834266 h 2199890"/>
              <a:gd name="connsiteX1865" fmla="*/ 36961 w 2289745"/>
              <a:gd name="connsiteY1865" fmla="*/ 831968 h 2199890"/>
              <a:gd name="connsiteX1866" fmla="*/ 31172 w 2289745"/>
              <a:gd name="connsiteY1866" fmla="*/ 823695 h 2199890"/>
              <a:gd name="connsiteX1867" fmla="*/ 31617 w 2289745"/>
              <a:gd name="connsiteY1867" fmla="*/ 819098 h 2199890"/>
              <a:gd name="connsiteX1868" fmla="*/ 24047 w 2289745"/>
              <a:gd name="connsiteY1868" fmla="*/ 813123 h 2199890"/>
              <a:gd name="connsiteX1869" fmla="*/ 22266 w 2289745"/>
              <a:gd name="connsiteY1869" fmla="*/ 806687 h 2199890"/>
              <a:gd name="connsiteX1870" fmla="*/ 35625 w 2289745"/>
              <a:gd name="connsiteY1870" fmla="*/ 802091 h 2199890"/>
              <a:gd name="connsiteX1871" fmla="*/ 44085 w 2289745"/>
              <a:gd name="connsiteY1871" fmla="*/ 803010 h 2199890"/>
              <a:gd name="connsiteX1872" fmla="*/ 50765 w 2289745"/>
              <a:gd name="connsiteY1872" fmla="*/ 799333 h 2199890"/>
              <a:gd name="connsiteX1873" fmla="*/ 97076 w 2289745"/>
              <a:gd name="connsiteY1873" fmla="*/ 800712 h 2199890"/>
              <a:gd name="connsiteX1874" fmla="*/ 109100 w 2289745"/>
              <a:gd name="connsiteY1874" fmla="*/ 801172 h 2199890"/>
              <a:gd name="connsiteX1875" fmla="*/ 127357 w 2289745"/>
              <a:gd name="connsiteY1875" fmla="*/ 808067 h 2199890"/>
              <a:gd name="connsiteX1876" fmla="*/ 132701 w 2289745"/>
              <a:gd name="connsiteY1876" fmla="*/ 807607 h 2199890"/>
              <a:gd name="connsiteX1877" fmla="*/ 134482 w 2289745"/>
              <a:gd name="connsiteY1877" fmla="*/ 804389 h 2199890"/>
              <a:gd name="connsiteX1878" fmla="*/ 148286 w 2289745"/>
              <a:gd name="connsiteY1878" fmla="*/ 806688 h 2199890"/>
              <a:gd name="connsiteX1879" fmla="*/ 151849 w 2289745"/>
              <a:gd name="connsiteY1879" fmla="*/ 804849 h 2199890"/>
              <a:gd name="connsiteX1880" fmla="*/ 153185 w 2289745"/>
              <a:gd name="connsiteY1880" fmla="*/ 815881 h 2199890"/>
              <a:gd name="connsiteX1881" fmla="*/ 153185 w 2289745"/>
              <a:gd name="connsiteY1881" fmla="*/ 815881 h 2199890"/>
              <a:gd name="connsiteX1882" fmla="*/ 151849 w 2289745"/>
              <a:gd name="connsiteY1882" fmla="*/ 804849 h 2199890"/>
              <a:gd name="connsiteX1883" fmla="*/ 153185 w 2289745"/>
              <a:gd name="connsiteY1883" fmla="*/ 795656 h 2199890"/>
              <a:gd name="connsiteX1884" fmla="*/ 150959 w 2289745"/>
              <a:gd name="connsiteY1884" fmla="*/ 784625 h 2199890"/>
              <a:gd name="connsiteX1885" fmla="*/ 150957 w 2289745"/>
              <a:gd name="connsiteY1885" fmla="*/ 784624 h 2199890"/>
              <a:gd name="connsiteX1886" fmla="*/ 153184 w 2289745"/>
              <a:gd name="connsiteY1886" fmla="*/ 795655 h 2199890"/>
              <a:gd name="connsiteX1887" fmla="*/ 151848 w 2289745"/>
              <a:gd name="connsiteY1887" fmla="*/ 804848 h 2199890"/>
              <a:gd name="connsiteX1888" fmla="*/ 148286 w 2289745"/>
              <a:gd name="connsiteY1888" fmla="*/ 806687 h 2199890"/>
              <a:gd name="connsiteX1889" fmla="*/ 134481 w 2289745"/>
              <a:gd name="connsiteY1889" fmla="*/ 804389 h 2199890"/>
              <a:gd name="connsiteX1890" fmla="*/ 132700 w 2289745"/>
              <a:gd name="connsiteY1890" fmla="*/ 807606 h 2199890"/>
              <a:gd name="connsiteX1891" fmla="*/ 127356 w 2289745"/>
              <a:gd name="connsiteY1891" fmla="*/ 808066 h 2199890"/>
              <a:gd name="connsiteX1892" fmla="*/ 109099 w 2289745"/>
              <a:gd name="connsiteY1892" fmla="*/ 801171 h 2199890"/>
              <a:gd name="connsiteX1893" fmla="*/ 97076 w 2289745"/>
              <a:gd name="connsiteY1893" fmla="*/ 800711 h 2199890"/>
              <a:gd name="connsiteX1894" fmla="*/ 50764 w 2289745"/>
              <a:gd name="connsiteY1894" fmla="*/ 799333 h 2199890"/>
              <a:gd name="connsiteX1895" fmla="*/ 44084 w 2289745"/>
              <a:gd name="connsiteY1895" fmla="*/ 803009 h 2199890"/>
              <a:gd name="connsiteX1896" fmla="*/ 35624 w 2289745"/>
              <a:gd name="connsiteY1896" fmla="*/ 802090 h 2199890"/>
              <a:gd name="connsiteX1897" fmla="*/ 22265 w 2289745"/>
              <a:gd name="connsiteY1897" fmla="*/ 806687 h 2199890"/>
              <a:gd name="connsiteX1898" fmla="*/ 18702 w 2289745"/>
              <a:gd name="connsiteY1898" fmla="*/ 784164 h 2199890"/>
              <a:gd name="connsiteX1899" fmla="*/ 18704 w 2289745"/>
              <a:gd name="connsiteY1899" fmla="*/ 784164 h 2199890"/>
              <a:gd name="connsiteX1900" fmla="*/ 22266 w 2289745"/>
              <a:gd name="connsiteY1900" fmla="*/ 770835 h 2199890"/>
              <a:gd name="connsiteX1901" fmla="*/ 49430 w 2289745"/>
              <a:gd name="connsiteY1901" fmla="*/ 770375 h 2199890"/>
              <a:gd name="connsiteX1902" fmla="*/ 55218 w 2289745"/>
              <a:gd name="connsiteY1902" fmla="*/ 763020 h 2199890"/>
              <a:gd name="connsiteX1903" fmla="*/ 63233 w 2289745"/>
              <a:gd name="connsiteY1903" fmla="*/ 762561 h 2199890"/>
              <a:gd name="connsiteX1904" fmla="*/ 63233 w 2289745"/>
              <a:gd name="connsiteY1904" fmla="*/ 762561 h 2199890"/>
              <a:gd name="connsiteX1905" fmla="*/ 55217 w 2289745"/>
              <a:gd name="connsiteY1905" fmla="*/ 763020 h 2199890"/>
              <a:gd name="connsiteX1906" fmla="*/ 49428 w 2289745"/>
              <a:gd name="connsiteY1906" fmla="*/ 770375 h 2199890"/>
              <a:gd name="connsiteX1907" fmla="*/ 22265 w 2289745"/>
              <a:gd name="connsiteY1907" fmla="*/ 770834 h 2199890"/>
              <a:gd name="connsiteX1908" fmla="*/ 12023 w 2289745"/>
              <a:gd name="connsiteY1908" fmla="*/ 747851 h 2199890"/>
              <a:gd name="connsiteX1909" fmla="*/ 0 w 2289745"/>
              <a:gd name="connsiteY1909" fmla="*/ 737739 h 2199890"/>
              <a:gd name="connsiteX1910" fmla="*/ 11132 w 2289745"/>
              <a:gd name="connsiteY1910" fmla="*/ 731764 h 2199890"/>
              <a:gd name="connsiteX1911" fmla="*/ 23601 w 2289745"/>
              <a:gd name="connsiteY1911" fmla="*/ 711079 h 2199890"/>
              <a:gd name="connsiteX1912" fmla="*/ 29835 w 2289745"/>
              <a:gd name="connsiteY1912" fmla="*/ 695911 h 2199890"/>
              <a:gd name="connsiteX1913" fmla="*/ 29836 w 2289745"/>
              <a:gd name="connsiteY1913" fmla="*/ 695910 h 2199890"/>
              <a:gd name="connsiteX1914" fmla="*/ 28055 w 2289745"/>
              <a:gd name="connsiteY1914" fmla="*/ 680283 h 2199890"/>
              <a:gd name="connsiteX1915" fmla="*/ 35180 w 2289745"/>
              <a:gd name="connsiteY1915" fmla="*/ 665575 h 2199890"/>
              <a:gd name="connsiteX1916" fmla="*/ 38742 w 2289745"/>
              <a:gd name="connsiteY1916" fmla="*/ 637996 h 2199890"/>
              <a:gd name="connsiteX1917" fmla="*/ 36961 w 2289745"/>
              <a:gd name="connsiteY1917" fmla="*/ 608578 h 2199890"/>
              <a:gd name="connsiteX1918" fmla="*/ 34289 w 2289745"/>
              <a:gd name="connsiteY1918" fmla="*/ 593870 h 2199890"/>
              <a:gd name="connsiteX1919" fmla="*/ 36961 w 2289745"/>
              <a:gd name="connsiteY1919" fmla="*/ 579160 h 2199890"/>
              <a:gd name="connsiteX1920" fmla="*/ 30727 w 2289745"/>
              <a:gd name="connsiteY1920" fmla="*/ 565371 h 2199890"/>
              <a:gd name="connsiteX1921" fmla="*/ 18259 w 2289745"/>
              <a:gd name="connsiteY1921" fmla="*/ 552501 h 2199890"/>
              <a:gd name="connsiteX1922" fmla="*/ 24048 w 2289745"/>
              <a:gd name="connsiteY1922" fmla="*/ 542848 h 2199890"/>
              <a:gd name="connsiteX1923" fmla="*/ 120678 w 2289745"/>
              <a:gd name="connsiteY1923" fmla="*/ 542848 h 2199890"/>
              <a:gd name="connsiteX1924" fmla="*/ 120678 w 2289745"/>
              <a:gd name="connsiteY1924" fmla="*/ 542848 h 2199890"/>
              <a:gd name="connsiteX1925" fmla="*/ 24048 w 2289745"/>
              <a:gd name="connsiteY1925" fmla="*/ 542848 h 2199890"/>
              <a:gd name="connsiteX1926" fmla="*/ 18259 w 2289745"/>
              <a:gd name="connsiteY1926" fmla="*/ 552500 h 2199890"/>
              <a:gd name="connsiteX1927" fmla="*/ 19595 w 2289745"/>
              <a:gd name="connsiteY1927" fmla="*/ 540090 h 2199890"/>
              <a:gd name="connsiteX1928" fmla="*/ 19594 w 2289745"/>
              <a:gd name="connsiteY1928" fmla="*/ 540090 h 2199890"/>
              <a:gd name="connsiteX1929" fmla="*/ 20930 w 2289745"/>
              <a:gd name="connsiteY1929" fmla="*/ 526301 h 2199890"/>
              <a:gd name="connsiteX1930" fmla="*/ 30726 w 2289745"/>
              <a:gd name="connsiteY1930" fmla="*/ 518487 h 2199890"/>
              <a:gd name="connsiteX1931" fmla="*/ 39187 w 2289745"/>
              <a:gd name="connsiteY1931" fmla="*/ 502859 h 2199890"/>
              <a:gd name="connsiteX1932" fmla="*/ 37851 w 2289745"/>
              <a:gd name="connsiteY1932" fmla="*/ 492747 h 2199890"/>
              <a:gd name="connsiteX1933" fmla="*/ 46757 w 2289745"/>
              <a:gd name="connsiteY1933" fmla="*/ 472062 h 2199890"/>
              <a:gd name="connsiteX1934" fmla="*/ 61007 w 2289745"/>
              <a:gd name="connsiteY1934" fmla="*/ 453216 h 2199890"/>
              <a:gd name="connsiteX1935" fmla="*/ 69467 w 2289745"/>
              <a:gd name="connsiteY1935" fmla="*/ 448620 h 2199890"/>
              <a:gd name="connsiteX1936" fmla="*/ 76593 w 2289745"/>
              <a:gd name="connsiteY1936" fmla="*/ 431613 h 2199890"/>
              <a:gd name="connsiteX1937" fmla="*/ 77483 w 2289745"/>
              <a:gd name="connsiteY1937" fmla="*/ 415525 h 2199890"/>
              <a:gd name="connsiteX1938" fmla="*/ 86835 w 2289745"/>
              <a:gd name="connsiteY1938" fmla="*/ 397598 h 2199890"/>
              <a:gd name="connsiteX1939" fmla="*/ 103756 w 2289745"/>
              <a:gd name="connsiteY1939" fmla="*/ 386567 h 2199890"/>
              <a:gd name="connsiteX1940" fmla="*/ 119787 w 2289745"/>
              <a:gd name="connsiteY1940" fmla="*/ 356690 h 2199890"/>
              <a:gd name="connsiteX1941" fmla="*/ 120232 w 2289745"/>
              <a:gd name="connsiteY1941" fmla="*/ 356230 h 2199890"/>
              <a:gd name="connsiteX1942" fmla="*/ 133146 w 2289745"/>
              <a:gd name="connsiteY1942" fmla="*/ 344739 h 2199890"/>
              <a:gd name="connsiteX1943" fmla="*/ 155856 w 2289745"/>
              <a:gd name="connsiteY1943" fmla="*/ 341521 h 2199890"/>
              <a:gd name="connsiteX1944" fmla="*/ 175449 w 2289745"/>
              <a:gd name="connsiteY1944" fmla="*/ 321297 h 2199890"/>
              <a:gd name="connsiteX1945" fmla="*/ 187918 w 2289745"/>
              <a:gd name="connsiteY1945" fmla="*/ 313483 h 2199890"/>
              <a:gd name="connsiteX1946" fmla="*/ 208847 w 2289745"/>
              <a:gd name="connsiteY1946" fmla="*/ 288661 h 2199890"/>
              <a:gd name="connsiteX1947" fmla="*/ 203504 w 2289745"/>
              <a:gd name="connsiteY1947" fmla="*/ 252349 h 2199890"/>
              <a:gd name="connsiteX1948" fmla="*/ 213300 w 2289745"/>
              <a:gd name="connsiteY1948" fmla="*/ 226608 h 2199890"/>
              <a:gd name="connsiteX1949" fmla="*/ 217308 w 2289745"/>
              <a:gd name="connsiteY1949" fmla="*/ 210981 h 2199890"/>
              <a:gd name="connsiteX1950" fmla="*/ 233339 w 2289745"/>
              <a:gd name="connsiteY1950" fmla="*/ 191215 h 2199890"/>
              <a:gd name="connsiteX1951" fmla="*/ 257385 w 2289745"/>
              <a:gd name="connsiteY1951" fmla="*/ 177886 h 2199890"/>
              <a:gd name="connsiteX1952" fmla="*/ 275642 w 2289745"/>
              <a:gd name="connsiteY1952" fmla="*/ 165475 h 2199890"/>
              <a:gd name="connsiteX1953" fmla="*/ 292118 w 2289745"/>
              <a:gd name="connsiteY1953" fmla="*/ 135138 h 2199890"/>
              <a:gd name="connsiteX1954" fmla="*/ 300134 w 2289745"/>
              <a:gd name="connsiteY1954" fmla="*/ 116752 h 2199890"/>
              <a:gd name="connsiteX1955" fmla="*/ 317501 w 2289745"/>
              <a:gd name="connsiteY1955" fmla="*/ 117211 h 2199890"/>
              <a:gd name="connsiteX1956" fmla="*/ 331305 w 2289745"/>
              <a:gd name="connsiteY1956" fmla="*/ 129623 h 2199890"/>
              <a:gd name="connsiteX1957" fmla="*/ 354016 w 2289745"/>
              <a:gd name="connsiteY1957" fmla="*/ 127783 h 2199890"/>
              <a:gd name="connsiteX1958" fmla="*/ 378507 w 2289745"/>
              <a:gd name="connsiteY1958" fmla="*/ 134219 h 2199890"/>
              <a:gd name="connsiteX1959" fmla="*/ 389194 w 2289745"/>
              <a:gd name="connsiteY1959" fmla="*/ 134219 h 2199890"/>
              <a:gd name="connsiteX1960" fmla="*/ 395540 w 2289745"/>
              <a:gd name="connsiteY1960" fmla="*/ 148353 h 2199890"/>
              <a:gd name="connsiteX1961" fmla="*/ 389194 w 2289745"/>
              <a:gd name="connsiteY1961" fmla="*/ 134218 h 2199890"/>
              <a:gd name="connsiteX1962" fmla="*/ 411905 w 2289745"/>
              <a:gd name="connsiteY1962" fmla="*/ 118131 h 2199890"/>
              <a:gd name="connsiteX1963" fmla="*/ 437733 w 2289745"/>
              <a:gd name="connsiteY1963" fmla="*/ 113074 h 2199890"/>
              <a:gd name="connsiteX1964" fmla="*/ 452428 w 2289745"/>
              <a:gd name="connsiteY1964" fmla="*/ 101124 h 2199890"/>
              <a:gd name="connsiteX1965" fmla="*/ 475138 w 2289745"/>
              <a:gd name="connsiteY1965" fmla="*/ 91931 h 2199890"/>
              <a:gd name="connsiteX1966" fmla="*/ 515215 w 2289745"/>
              <a:gd name="connsiteY1966" fmla="*/ 86874 h 2199890"/>
              <a:gd name="connsiteX1967" fmla="*/ 554402 w 2289745"/>
              <a:gd name="connsiteY1967" fmla="*/ 84576 h 2199890"/>
              <a:gd name="connsiteX1968" fmla="*/ 566425 w 2289745"/>
              <a:gd name="connsiteY1968" fmla="*/ 88713 h 2199890"/>
              <a:gd name="connsiteX1969" fmla="*/ 588245 w 2289745"/>
              <a:gd name="connsiteY1969" fmla="*/ 77222 h 2199890"/>
              <a:gd name="connsiteX1970" fmla="*/ 613627 w 2289745"/>
              <a:gd name="connsiteY1970" fmla="*/ 76762 h 2199890"/>
              <a:gd name="connsiteX1971" fmla="*/ 623423 w 2289745"/>
              <a:gd name="connsiteY1971" fmla="*/ 83657 h 2199890"/>
              <a:gd name="connsiteX1972" fmla="*/ 639453 w 2289745"/>
              <a:gd name="connsiteY1972" fmla="*/ 81819 h 2199890"/>
              <a:gd name="connsiteX1973" fmla="*/ 639453 w 2289745"/>
              <a:gd name="connsiteY1973" fmla="*/ 81818 h 2199890"/>
              <a:gd name="connsiteX1974" fmla="*/ 664835 w 2289745"/>
              <a:gd name="connsiteY1974" fmla="*/ 70327 h 2199890"/>
              <a:gd name="connsiteX1975" fmla="*/ 681312 w 2289745"/>
              <a:gd name="connsiteY1975" fmla="*/ 73544 h 2199890"/>
              <a:gd name="connsiteX1976" fmla="*/ 681312 w 2289745"/>
              <a:gd name="connsiteY1976" fmla="*/ 88713 h 2199890"/>
              <a:gd name="connsiteX1977" fmla="*/ 700905 w 2289745"/>
              <a:gd name="connsiteY1977" fmla="*/ 77682 h 2199890"/>
              <a:gd name="connsiteX1978" fmla="*/ 702686 w 2289745"/>
              <a:gd name="connsiteY1978" fmla="*/ 83197 h 2199890"/>
              <a:gd name="connsiteX1979" fmla="*/ 691553 w 2289745"/>
              <a:gd name="connsiteY1979" fmla="*/ 97906 h 2199890"/>
              <a:gd name="connsiteX1980" fmla="*/ 691999 w 2289745"/>
              <a:gd name="connsiteY1980" fmla="*/ 111236 h 2199890"/>
              <a:gd name="connsiteX1981" fmla="*/ 700459 w 2289745"/>
              <a:gd name="connsiteY1981" fmla="*/ 118590 h 2199890"/>
              <a:gd name="connsiteX1982" fmla="*/ 698233 w 2289745"/>
              <a:gd name="connsiteY1982" fmla="*/ 144331 h 2199890"/>
              <a:gd name="connsiteX1983" fmla="*/ 682647 w 2289745"/>
              <a:gd name="connsiteY1983" fmla="*/ 159040 h 2199890"/>
              <a:gd name="connsiteX1984" fmla="*/ 687991 w 2289745"/>
              <a:gd name="connsiteY1984" fmla="*/ 175128 h 2199890"/>
              <a:gd name="connsiteX1985" fmla="*/ 700459 w 2289745"/>
              <a:gd name="connsiteY1985" fmla="*/ 175587 h 2199890"/>
              <a:gd name="connsiteX1986" fmla="*/ 706694 w 2289745"/>
              <a:gd name="connsiteY1986" fmla="*/ 189836 h 2199890"/>
              <a:gd name="connsiteX1987" fmla="*/ 716045 w 2289745"/>
              <a:gd name="connsiteY1987" fmla="*/ 194433 h 2199890"/>
              <a:gd name="connsiteX1988" fmla="*/ 715600 w 2289745"/>
              <a:gd name="connsiteY1988" fmla="*/ 216955 h 2199890"/>
              <a:gd name="connsiteX1989" fmla="*/ 704022 w 2289745"/>
              <a:gd name="connsiteY1989" fmla="*/ 225229 h 2199890"/>
              <a:gd name="connsiteX1990" fmla="*/ 696897 w 2289745"/>
              <a:gd name="connsiteY1990" fmla="*/ 234882 h 2199890"/>
              <a:gd name="connsiteX1991" fmla="*/ 680866 w 2289745"/>
              <a:gd name="connsiteY1991" fmla="*/ 246373 h 2199890"/>
              <a:gd name="connsiteX1992" fmla="*/ 683538 w 2289745"/>
              <a:gd name="connsiteY1992" fmla="*/ 258324 h 2199890"/>
              <a:gd name="connsiteX1993" fmla="*/ 681757 w 2289745"/>
              <a:gd name="connsiteY1993" fmla="*/ 271194 h 2199890"/>
              <a:gd name="connsiteX1994" fmla="*/ 670180 w 2289745"/>
              <a:gd name="connsiteY1994" fmla="*/ 277629 h 2199890"/>
              <a:gd name="connsiteX1995" fmla="*/ 678641 w 2289745"/>
              <a:gd name="connsiteY1995" fmla="*/ 303829 h 2199890"/>
              <a:gd name="connsiteX1996" fmla="*/ 680422 w 2289745"/>
              <a:gd name="connsiteY1996" fmla="*/ 317619 h 2199890"/>
              <a:gd name="connsiteX1997" fmla="*/ 680422 w 2289745"/>
              <a:gd name="connsiteY1997" fmla="*/ 317619 h 2199890"/>
              <a:gd name="connsiteX1998" fmla="*/ 678642 w 2289745"/>
              <a:gd name="connsiteY1998" fmla="*/ 303829 h 2199890"/>
              <a:gd name="connsiteX1999" fmla="*/ 670181 w 2289745"/>
              <a:gd name="connsiteY1999" fmla="*/ 277629 h 2199890"/>
              <a:gd name="connsiteX2000" fmla="*/ 681759 w 2289745"/>
              <a:gd name="connsiteY2000" fmla="*/ 271194 h 2199890"/>
              <a:gd name="connsiteX2001" fmla="*/ 683540 w 2289745"/>
              <a:gd name="connsiteY2001" fmla="*/ 258323 h 2199890"/>
              <a:gd name="connsiteX2002" fmla="*/ 680868 w 2289745"/>
              <a:gd name="connsiteY2002" fmla="*/ 246373 h 2199890"/>
              <a:gd name="connsiteX2003" fmla="*/ 696899 w 2289745"/>
              <a:gd name="connsiteY2003" fmla="*/ 234882 h 2199890"/>
              <a:gd name="connsiteX2004" fmla="*/ 704024 w 2289745"/>
              <a:gd name="connsiteY2004" fmla="*/ 225229 h 2199890"/>
              <a:gd name="connsiteX2005" fmla="*/ 715601 w 2289745"/>
              <a:gd name="connsiteY2005" fmla="*/ 216955 h 2199890"/>
              <a:gd name="connsiteX2006" fmla="*/ 716046 w 2289745"/>
              <a:gd name="connsiteY2006" fmla="*/ 194432 h 2199890"/>
              <a:gd name="connsiteX2007" fmla="*/ 744546 w 2289745"/>
              <a:gd name="connsiteY2007" fmla="*/ 204544 h 2199890"/>
              <a:gd name="connsiteX2008" fmla="*/ 754788 w 2289745"/>
              <a:gd name="connsiteY2008" fmla="*/ 201787 h 2199890"/>
              <a:gd name="connsiteX2009" fmla="*/ 774827 w 2289745"/>
              <a:gd name="connsiteY2009" fmla="*/ 206843 h 2199890"/>
              <a:gd name="connsiteX2010" fmla="*/ 807334 w 2289745"/>
              <a:gd name="connsiteY2010" fmla="*/ 220173 h 2199890"/>
              <a:gd name="connsiteX2011" fmla="*/ 819803 w 2289745"/>
              <a:gd name="connsiteY2011" fmla="*/ 246373 h 2199890"/>
              <a:gd name="connsiteX2012" fmla="*/ 841623 w 2289745"/>
              <a:gd name="connsiteY2012" fmla="*/ 251888 h 2199890"/>
              <a:gd name="connsiteX2013" fmla="*/ 876356 w 2289745"/>
              <a:gd name="connsiteY2013" fmla="*/ 264299 h 2199890"/>
              <a:gd name="connsiteX2014" fmla="*/ 903074 w 2289745"/>
              <a:gd name="connsiteY2014" fmla="*/ 279008 h 2199890"/>
              <a:gd name="connsiteX2015" fmla="*/ 914206 w 2289745"/>
              <a:gd name="connsiteY2015" fmla="*/ 271194 h 2199890"/>
              <a:gd name="connsiteX2016" fmla="*/ 925339 w 2289745"/>
              <a:gd name="connsiteY2016" fmla="*/ 257864 h 2199890"/>
              <a:gd name="connsiteX2017" fmla="*/ 918215 w 2289745"/>
              <a:gd name="connsiteY2017" fmla="*/ 235341 h 2199890"/>
              <a:gd name="connsiteX2018" fmla="*/ 924894 w 2289745"/>
              <a:gd name="connsiteY2018" fmla="*/ 220632 h 2199890"/>
              <a:gd name="connsiteX2019" fmla="*/ 941371 w 2289745"/>
              <a:gd name="connsiteY2019" fmla="*/ 206843 h 2199890"/>
              <a:gd name="connsiteX2020" fmla="*/ 957847 w 2289745"/>
              <a:gd name="connsiteY2020" fmla="*/ 203165 h 2199890"/>
              <a:gd name="connsiteX2021" fmla="*/ 990799 w 2289745"/>
              <a:gd name="connsiteY2021" fmla="*/ 209141 h 2199890"/>
              <a:gd name="connsiteX2022" fmla="*/ 999705 w 2289745"/>
              <a:gd name="connsiteY2022" fmla="*/ 222011 h 2199890"/>
              <a:gd name="connsiteX2023" fmla="*/ 1008611 w 2289745"/>
              <a:gd name="connsiteY2023" fmla="*/ 222471 h 2199890"/>
              <a:gd name="connsiteX2024" fmla="*/ 1016626 w 2289745"/>
              <a:gd name="connsiteY2024" fmla="*/ 227527 h 2199890"/>
              <a:gd name="connsiteX2025" fmla="*/ 1040673 w 2289745"/>
              <a:gd name="connsiteY2025" fmla="*/ 230744 h 2199890"/>
              <a:gd name="connsiteX2026" fmla="*/ 1047352 w 2289745"/>
              <a:gd name="connsiteY2026" fmla="*/ 240397 h 2199890"/>
              <a:gd name="connsiteX2027" fmla="*/ 1039782 w 2289745"/>
              <a:gd name="connsiteY2027" fmla="*/ 254647 h 2199890"/>
              <a:gd name="connsiteX2028" fmla="*/ 1039782 w 2289745"/>
              <a:gd name="connsiteY2028" fmla="*/ 254647 h 2199890"/>
              <a:gd name="connsiteX2029" fmla="*/ 1047352 w 2289745"/>
              <a:gd name="connsiteY2029" fmla="*/ 240398 h 2199890"/>
              <a:gd name="connsiteX2030" fmla="*/ 1079414 w 2289745"/>
              <a:gd name="connsiteY2030" fmla="*/ 239938 h 2199890"/>
              <a:gd name="connsiteX2031" fmla="*/ 1103460 w 2289745"/>
              <a:gd name="connsiteY2031" fmla="*/ 247752 h 2199890"/>
              <a:gd name="connsiteX2032" fmla="*/ 1127952 w 2289745"/>
              <a:gd name="connsiteY2032" fmla="*/ 256486 h 2199890"/>
              <a:gd name="connsiteX2033" fmla="*/ 1139530 w 2289745"/>
              <a:gd name="connsiteY2033" fmla="*/ 261082 h 2199890"/>
              <a:gd name="connsiteX2034" fmla="*/ 1157342 w 2289745"/>
              <a:gd name="connsiteY2034" fmla="*/ 251889 h 2199890"/>
              <a:gd name="connsiteX2035" fmla="*/ 1166693 w 2289745"/>
              <a:gd name="connsiteY2035" fmla="*/ 243615 h 2199890"/>
              <a:gd name="connsiteX2036" fmla="*/ 1187622 w 2289745"/>
              <a:gd name="connsiteY2036" fmla="*/ 240857 h 2199890"/>
              <a:gd name="connsiteX2037" fmla="*/ 1204989 w 2289745"/>
              <a:gd name="connsiteY2037" fmla="*/ 244535 h 2199890"/>
              <a:gd name="connsiteX2038" fmla="*/ 1213005 w 2289745"/>
              <a:gd name="connsiteY2038" fmla="*/ 259243 h 2199890"/>
              <a:gd name="connsiteX2039" fmla="*/ 1217903 w 2289745"/>
              <a:gd name="connsiteY2039" fmla="*/ 249591 h 2199890"/>
              <a:gd name="connsiteX2040" fmla="*/ 1237497 w 2289745"/>
              <a:gd name="connsiteY2040" fmla="*/ 256486 h 2199890"/>
              <a:gd name="connsiteX2041" fmla="*/ 1256644 w 2289745"/>
              <a:gd name="connsiteY2041" fmla="*/ 258324 h 2199890"/>
              <a:gd name="connsiteX2042" fmla="*/ 1267776 w 2289745"/>
              <a:gd name="connsiteY2042" fmla="*/ 250969 h 2199890"/>
              <a:gd name="connsiteX2043" fmla="*/ 1267776 w 2289745"/>
              <a:gd name="connsiteY2043" fmla="*/ 250970 h 2199890"/>
              <a:gd name="connsiteX2044" fmla="*/ 1274011 w 2289745"/>
              <a:gd name="connsiteY2044" fmla="*/ 241317 h 2199890"/>
              <a:gd name="connsiteX2045" fmla="*/ 1272229 w 2289745"/>
              <a:gd name="connsiteY2045" fmla="*/ 239478 h 2199890"/>
              <a:gd name="connsiteX2046" fmla="*/ 1277127 w 2289745"/>
              <a:gd name="connsiteY2046" fmla="*/ 225689 h 2199890"/>
              <a:gd name="connsiteX2047" fmla="*/ 1279800 w 2289745"/>
              <a:gd name="connsiteY2047" fmla="*/ 203626 h 2199890"/>
              <a:gd name="connsiteX2048" fmla="*/ 1282471 w 2289745"/>
              <a:gd name="connsiteY2048" fmla="*/ 195812 h 2199890"/>
              <a:gd name="connsiteX2049" fmla="*/ 1282917 w 2289745"/>
              <a:gd name="connsiteY2049" fmla="*/ 195812 h 2199890"/>
              <a:gd name="connsiteX2050" fmla="*/ 1290932 w 2289745"/>
              <a:gd name="connsiteY2050" fmla="*/ 195812 h 2199890"/>
              <a:gd name="connsiteX2051" fmla="*/ 1290933 w 2289745"/>
              <a:gd name="connsiteY2051" fmla="*/ 195811 h 2199890"/>
              <a:gd name="connsiteX2052" fmla="*/ 1282917 w 2289745"/>
              <a:gd name="connsiteY2052" fmla="*/ 195811 h 2199890"/>
              <a:gd name="connsiteX2053" fmla="*/ 1288706 w 2289745"/>
              <a:gd name="connsiteY2053" fmla="*/ 171450 h 2199890"/>
              <a:gd name="connsiteX2054" fmla="*/ 1298503 w 2289745"/>
              <a:gd name="connsiteY2054" fmla="*/ 150765 h 2199890"/>
              <a:gd name="connsiteX2055" fmla="*/ 1298503 w 2289745"/>
              <a:gd name="connsiteY2055" fmla="*/ 149846 h 2199890"/>
              <a:gd name="connsiteX2056" fmla="*/ 1298502 w 2289745"/>
              <a:gd name="connsiteY2056" fmla="*/ 149846 h 2199890"/>
              <a:gd name="connsiteX2057" fmla="*/ 1293604 w 2289745"/>
              <a:gd name="connsiteY2057" fmla="*/ 127323 h 2199890"/>
              <a:gd name="connsiteX2058" fmla="*/ 1298057 w 2289745"/>
              <a:gd name="connsiteY2058" fmla="*/ 114913 h 2199890"/>
              <a:gd name="connsiteX2059" fmla="*/ 1303846 w 2289745"/>
              <a:gd name="connsiteY2059" fmla="*/ 108478 h 2199890"/>
              <a:gd name="connsiteX2060" fmla="*/ 1309190 w 2289745"/>
              <a:gd name="connsiteY2060" fmla="*/ 102042 h 2199890"/>
              <a:gd name="connsiteX2061" fmla="*/ 1308299 w 2289745"/>
              <a:gd name="connsiteY2061" fmla="*/ 85954 h 2199890"/>
              <a:gd name="connsiteX2062" fmla="*/ 1316760 w 2289745"/>
              <a:gd name="connsiteY2062" fmla="*/ 91471 h 2199890"/>
              <a:gd name="connsiteX2063" fmla="*/ 1341696 w 2289745"/>
              <a:gd name="connsiteY2063" fmla="*/ 83197 h 2199890"/>
              <a:gd name="connsiteX2064" fmla="*/ 1355055 w 2289745"/>
              <a:gd name="connsiteY2064" fmla="*/ 88712 h 2199890"/>
              <a:gd name="connsiteX2065" fmla="*/ 1374649 w 2289745"/>
              <a:gd name="connsiteY2065" fmla="*/ 88712 h 2199890"/>
              <a:gd name="connsiteX2066" fmla="*/ 1400032 w 2289745"/>
              <a:gd name="connsiteY2066" fmla="*/ 77681 h 2199890"/>
              <a:gd name="connsiteX2067" fmla="*/ 1412945 w 2289745"/>
              <a:gd name="connsiteY2067" fmla="*/ 78140 h 2199890"/>
              <a:gd name="connsiteX2068" fmla="*/ 1439218 w 2289745"/>
              <a:gd name="connsiteY2068" fmla="*/ 73544 h 2199890"/>
              <a:gd name="connsiteX2069" fmla="*/ 1429866 w 2289745"/>
              <a:gd name="connsiteY2069" fmla="*/ 91930 h 2199890"/>
              <a:gd name="connsiteX2070" fmla="*/ 1427678 w 2289745"/>
              <a:gd name="connsiteY2070" fmla="*/ 93268 h 2199890"/>
              <a:gd name="connsiteX2071" fmla="*/ 1429867 w 2289745"/>
              <a:gd name="connsiteY2071" fmla="*/ 91929 h 2199890"/>
              <a:gd name="connsiteX2072" fmla="*/ 1439218 w 2289745"/>
              <a:gd name="connsiteY2072" fmla="*/ 73543 h 2199890"/>
              <a:gd name="connsiteX2073" fmla="*/ 1448570 w 2289745"/>
              <a:gd name="connsiteY2073" fmla="*/ 68947 h 2199890"/>
              <a:gd name="connsiteX2074" fmla="*/ 1476624 w 2289745"/>
              <a:gd name="connsiteY2074" fmla="*/ 73084 h 2199890"/>
              <a:gd name="connsiteX2075" fmla="*/ 1485975 w 2289745"/>
              <a:gd name="connsiteY2075" fmla="*/ 80438 h 2199890"/>
              <a:gd name="connsiteX2076" fmla="*/ 1496662 w 2289745"/>
              <a:gd name="connsiteY2076" fmla="*/ 75383 h 2199890"/>
              <a:gd name="connsiteX2077" fmla="*/ 1479741 w 2289745"/>
              <a:gd name="connsiteY2077" fmla="*/ 51941 h 2199890"/>
              <a:gd name="connsiteX2078" fmla="*/ 1482858 w 2289745"/>
              <a:gd name="connsiteY2078" fmla="*/ 42748 h 2199890"/>
              <a:gd name="connsiteX2079" fmla="*/ 1469944 w 2289745"/>
              <a:gd name="connsiteY2079" fmla="*/ 9193 h 2199890"/>
              <a:gd name="connsiteX2080" fmla="*/ 1489092 w 2289745"/>
              <a:gd name="connsiteY2080" fmla="*/ 0 h 2199890"/>
              <a:gd name="connsiteX2081" fmla="*/ 1497553 w 2289745"/>
              <a:gd name="connsiteY2081" fmla="*/ 7814 h 2199890"/>
              <a:gd name="connsiteX2082" fmla="*/ 1507795 w 2289745"/>
              <a:gd name="connsiteY2082" fmla="*/ 7814 h 2199890"/>
              <a:gd name="connsiteX2083" fmla="*/ 1508685 w 2289745"/>
              <a:gd name="connsiteY2083" fmla="*/ 12410 h 2199890"/>
              <a:gd name="connsiteX2084" fmla="*/ 1521154 w 2289745"/>
              <a:gd name="connsiteY2084" fmla="*/ 29417 h 2199890"/>
              <a:gd name="connsiteX2085" fmla="*/ 1504232 w 2289745"/>
              <a:gd name="connsiteY2085" fmla="*/ 25280 h 2199890"/>
              <a:gd name="connsiteX2086" fmla="*/ 1489983 w 2289745"/>
              <a:gd name="connsiteY2086" fmla="*/ 11951 h 2199890"/>
              <a:gd name="connsiteX2087" fmla="*/ 1484639 w 2289745"/>
              <a:gd name="connsiteY2087" fmla="*/ 460 h 2199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</a:cxnLst>
            <a:rect l="l" t="t" r="r" b="b"/>
            <a:pathLst>
              <a:path w="2289745" h="2199890">
                <a:moveTo>
                  <a:pt x="1095444" y="2053721"/>
                </a:moveTo>
                <a:lnTo>
                  <a:pt x="1111920" y="2076704"/>
                </a:lnTo>
                <a:lnTo>
                  <a:pt x="1120826" y="2073486"/>
                </a:lnTo>
                <a:lnTo>
                  <a:pt x="1125724" y="2064293"/>
                </a:lnTo>
                <a:lnTo>
                  <a:pt x="1139529" y="2059697"/>
                </a:lnTo>
                <a:lnTo>
                  <a:pt x="1125724" y="2064293"/>
                </a:lnTo>
                <a:lnTo>
                  <a:pt x="1120826" y="2073486"/>
                </a:lnTo>
                <a:lnTo>
                  <a:pt x="1111920" y="2076703"/>
                </a:lnTo>
                <a:close/>
                <a:moveTo>
                  <a:pt x="850974" y="2000861"/>
                </a:moveTo>
                <a:lnTo>
                  <a:pt x="850974" y="2000862"/>
                </a:lnTo>
                <a:lnTo>
                  <a:pt x="859879" y="2009135"/>
                </a:lnTo>
                <a:lnTo>
                  <a:pt x="863441" y="2021545"/>
                </a:lnTo>
                <a:lnTo>
                  <a:pt x="874574" y="2023844"/>
                </a:lnTo>
                <a:lnTo>
                  <a:pt x="889714" y="2029359"/>
                </a:lnTo>
                <a:lnTo>
                  <a:pt x="889715" y="2029359"/>
                </a:lnTo>
                <a:lnTo>
                  <a:pt x="874575" y="2023844"/>
                </a:lnTo>
                <a:lnTo>
                  <a:pt x="863443" y="2021545"/>
                </a:lnTo>
                <a:lnTo>
                  <a:pt x="859880" y="2009135"/>
                </a:lnTo>
                <a:close/>
                <a:moveTo>
                  <a:pt x="1013063" y="1918123"/>
                </a:moveTo>
                <a:lnTo>
                  <a:pt x="1000595" y="1924559"/>
                </a:lnTo>
                <a:lnTo>
                  <a:pt x="993915" y="1938807"/>
                </a:lnTo>
                <a:lnTo>
                  <a:pt x="981892" y="1947541"/>
                </a:lnTo>
                <a:lnTo>
                  <a:pt x="969424" y="1960871"/>
                </a:lnTo>
                <a:lnTo>
                  <a:pt x="951612" y="1964088"/>
                </a:lnTo>
                <a:lnTo>
                  <a:pt x="946713" y="1953516"/>
                </a:lnTo>
                <a:lnTo>
                  <a:pt x="946713" y="1953517"/>
                </a:lnTo>
                <a:lnTo>
                  <a:pt x="951611" y="1964089"/>
                </a:lnTo>
                <a:lnTo>
                  <a:pt x="969424" y="1960872"/>
                </a:lnTo>
                <a:lnTo>
                  <a:pt x="981892" y="1947542"/>
                </a:lnTo>
                <a:lnTo>
                  <a:pt x="993915" y="1938808"/>
                </a:lnTo>
                <a:lnTo>
                  <a:pt x="1000595" y="1924559"/>
                </a:lnTo>
                <a:lnTo>
                  <a:pt x="1013063" y="1918124"/>
                </a:lnTo>
                <a:lnTo>
                  <a:pt x="1023305" y="1921341"/>
                </a:lnTo>
                <a:lnTo>
                  <a:pt x="1034437" y="1929615"/>
                </a:lnTo>
                <a:lnTo>
                  <a:pt x="1054476" y="1930994"/>
                </a:lnTo>
                <a:lnTo>
                  <a:pt x="1070507" y="1924559"/>
                </a:lnTo>
                <a:lnTo>
                  <a:pt x="1070507" y="1924559"/>
                </a:lnTo>
                <a:lnTo>
                  <a:pt x="1054476" y="1930994"/>
                </a:lnTo>
                <a:lnTo>
                  <a:pt x="1034437" y="1929614"/>
                </a:lnTo>
                <a:lnTo>
                  <a:pt x="1023305" y="1921341"/>
                </a:lnTo>
                <a:close/>
                <a:moveTo>
                  <a:pt x="929793" y="1902956"/>
                </a:moveTo>
                <a:lnTo>
                  <a:pt x="929793" y="1902956"/>
                </a:lnTo>
                <a:lnTo>
                  <a:pt x="936026" y="1907552"/>
                </a:lnTo>
                <a:lnTo>
                  <a:pt x="949385" y="1935591"/>
                </a:lnTo>
                <a:lnTo>
                  <a:pt x="947096" y="1950949"/>
                </a:lnTo>
                <a:lnTo>
                  <a:pt x="949385" y="1935590"/>
                </a:lnTo>
                <a:lnTo>
                  <a:pt x="936026" y="1907551"/>
                </a:lnTo>
                <a:close/>
                <a:moveTo>
                  <a:pt x="1103895" y="1878916"/>
                </a:moveTo>
                <a:lnTo>
                  <a:pt x="1099897" y="1887787"/>
                </a:lnTo>
                <a:lnTo>
                  <a:pt x="1091882" y="1898818"/>
                </a:lnTo>
                <a:lnTo>
                  <a:pt x="1078523" y="1901116"/>
                </a:lnTo>
                <a:lnTo>
                  <a:pt x="1073179" y="1915366"/>
                </a:lnTo>
                <a:lnTo>
                  <a:pt x="1072419" y="1917982"/>
                </a:lnTo>
                <a:lnTo>
                  <a:pt x="1073179" y="1915366"/>
                </a:lnTo>
                <a:lnTo>
                  <a:pt x="1078523" y="1901117"/>
                </a:lnTo>
                <a:lnTo>
                  <a:pt x="1091882" y="1898819"/>
                </a:lnTo>
                <a:lnTo>
                  <a:pt x="1099897" y="1887787"/>
                </a:lnTo>
                <a:close/>
                <a:moveTo>
                  <a:pt x="1117264" y="1773793"/>
                </a:moveTo>
                <a:lnTo>
                  <a:pt x="1127506" y="1777011"/>
                </a:lnTo>
                <a:lnTo>
                  <a:pt x="1127506" y="1777010"/>
                </a:lnTo>
                <a:close/>
                <a:moveTo>
                  <a:pt x="1078077" y="1719094"/>
                </a:moveTo>
                <a:lnTo>
                  <a:pt x="1082976" y="1724611"/>
                </a:lnTo>
                <a:lnTo>
                  <a:pt x="1082975" y="1724610"/>
                </a:lnTo>
                <a:close/>
                <a:moveTo>
                  <a:pt x="1017963" y="1699330"/>
                </a:moveTo>
                <a:lnTo>
                  <a:pt x="1017962" y="1699331"/>
                </a:lnTo>
                <a:lnTo>
                  <a:pt x="1026867" y="1711740"/>
                </a:lnTo>
                <a:lnTo>
                  <a:pt x="1026868" y="1711740"/>
                </a:lnTo>
                <a:close/>
                <a:moveTo>
                  <a:pt x="998540" y="1664450"/>
                </a:moveTo>
                <a:lnTo>
                  <a:pt x="1002821" y="1670833"/>
                </a:lnTo>
                <a:lnTo>
                  <a:pt x="1018852" y="1689218"/>
                </a:lnTo>
                <a:lnTo>
                  <a:pt x="1002821" y="1670832"/>
                </a:lnTo>
                <a:close/>
                <a:moveTo>
                  <a:pt x="1322549" y="1647390"/>
                </a:moveTo>
                <a:lnTo>
                  <a:pt x="1314089" y="1668073"/>
                </a:lnTo>
                <a:lnTo>
                  <a:pt x="1322549" y="1647390"/>
                </a:lnTo>
                <a:close/>
                <a:moveTo>
                  <a:pt x="1218793" y="1640494"/>
                </a:moveTo>
                <a:lnTo>
                  <a:pt x="1230370" y="1646469"/>
                </a:lnTo>
                <a:lnTo>
                  <a:pt x="1235269" y="1653824"/>
                </a:lnTo>
                <a:lnTo>
                  <a:pt x="1247292" y="1656122"/>
                </a:lnTo>
                <a:lnTo>
                  <a:pt x="1259761" y="1665315"/>
                </a:lnTo>
                <a:lnTo>
                  <a:pt x="1257979" y="1703006"/>
                </a:lnTo>
                <a:lnTo>
                  <a:pt x="1252190" y="1723231"/>
                </a:lnTo>
                <a:lnTo>
                  <a:pt x="1250409" y="1745294"/>
                </a:lnTo>
                <a:lnTo>
                  <a:pt x="1253972" y="1754028"/>
                </a:lnTo>
                <a:lnTo>
                  <a:pt x="1249964" y="1771495"/>
                </a:lnTo>
                <a:lnTo>
                  <a:pt x="1246402" y="1774252"/>
                </a:lnTo>
                <a:lnTo>
                  <a:pt x="1238831" y="1795396"/>
                </a:lnTo>
                <a:lnTo>
                  <a:pt x="1211223" y="1828951"/>
                </a:lnTo>
                <a:lnTo>
                  <a:pt x="1198309" y="1825733"/>
                </a:lnTo>
                <a:lnTo>
                  <a:pt x="1189848" y="1829410"/>
                </a:lnTo>
                <a:lnTo>
                  <a:pt x="1177825" y="1824355"/>
                </a:lnTo>
                <a:lnTo>
                  <a:pt x="1168028" y="1824355"/>
                </a:lnTo>
                <a:lnTo>
                  <a:pt x="1131959" y="1845958"/>
                </a:lnTo>
                <a:lnTo>
                  <a:pt x="1108804" y="1868022"/>
                </a:lnTo>
                <a:lnTo>
                  <a:pt x="1131959" y="1845959"/>
                </a:lnTo>
                <a:lnTo>
                  <a:pt x="1168028" y="1824355"/>
                </a:lnTo>
                <a:lnTo>
                  <a:pt x="1177825" y="1824355"/>
                </a:lnTo>
                <a:lnTo>
                  <a:pt x="1189848" y="1829411"/>
                </a:lnTo>
                <a:lnTo>
                  <a:pt x="1198309" y="1825734"/>
                </a:lnTo>
                <a:lnTo>
                  <a:pt x="1211223" y="1828952"/>
                </a:lnTo>
                <a:lnTo>
                  <a:pt x="1221019" y="1870320"/>
                </a:lnTo>
                <a:lnTo>
                  <a:pt x="1225917" y="1891464"/>
                </a:lnTo>
                <a:lnTo>
                  <a:pt x="1219683" y="1924099"/>
                </a:lnTo>
                <a:lnTo>
                  <a:pt x="1221464" y="1934672"/>
                </a:lnTo>
                <a:lnTo>
                  <a:pt x="1209441" y="1929615"/>
                </a:lnTo>
                <a:lnTo>
                  <a:pt x="1209440" y="1929615"/>
                </a:lnTo>
                <a:lnTo>
                  <a:pt x="1221463" y="1934672"/>
                </a:lnTo>
                <a:lnTo>
                  <a:pt x="1224136" y="1948001"/>
                </a:lnTo>
                <a:lnTo>
                  <a:pt x="1225471" y="1961331"/>
                </a:lnTo>
                <a:lnTo>
                  <a:pt x="1219236" y="1974201"/>
                </a:lnTo>
                <a:lnTo>
                  <a:pt x="1204988" y="1977419"/>
                </a:lnTo>
                <a:lnTo>
                  <a:pt x="1219238" y="1974201"/>
                </a:lnTo>
                <a:lnTo>
                  <a:pt x="1225472" y="1961331"/>
                </a:lnTo>
                <a:lnTo>
                  <a:pt x="1225473" y="1961331"/>
                </a:lnTo>
                <a:lnTo>
                  <a:pt x="1224138" y="1948001"/>
                </a:lnTo>
                <a:lnTo>
                  <a:pt x="1221466" y="1934671"/>
                </a:lnTo>
                <a:lnTo>
                  <a:pt x="1219685" y="1924099"/>
                </a:lnTo>
                <a:lnTo>
                  <a:pt x="1225919" y="1891463"/>
                </a:lnTo>
                <a:lnTo>
                  <a:pt x="1221020" y="1870320"/>
                </a:lnTo>
                <a:lnTo>
                  <a:pt x="1211224" y="1828951"/>
                </a:lnTo>
                <a:lnTo>
                  <a:pt x="1238832" y="1795397"/>
                </a:lnTo>
                <a:lnTo>
                  <a:pt x="1246403" y="1774252"/>
                </a:lnTo>
                <a:lnTo>
                  <a:pt x="1249965" y="1771495"/>
                </a:lnTo>
                <a:lnTo>
                  <a:pt x="1253973" y="1754028"/>
                </a:lnTo>
                <a:lnTo>
                  <a:pt x="1250410" y="1745295"/>
                </a:lnTo>
                <a:lnTo>
                  <a:pt x="1252191" y="1723232"/>
                </a:lnTo>
                <a:lnTo>
                  <a:pt x="1257980" y="1703006"/>
                </a:lnTo>
                <a:lnTo>
                  <a:pt x="1259762" y="1665315"/>
                </a:lnTo>
                <a:lnTo>
                  <a:pt x="1247293" y="1656122"/>
                </a:lnTo>
                <a:lnTo>
                  <a:pt x="1235270" y="1653824"/>
                </a:lnTo>
                <a:lnTo>
                  <a:pt x="1230372" y="1646470"/>
                </a:lnTo>
                <a:lnTo>
                  <a:pt x="1218794" y="1640494"/>
                </a:lnTo>
                <a:close/>
                <a:moveTo>
                  <a:pt x="1195193" y="1608778"/>
                </a:moveTo>
                <a:lnTo>
                  <a:pt x="1195192" y="1608779"/>
                </a:lnTo>
                <a:lnTo>
                  <a:pt x="1196973" y="1629923"/>
                </a:lnTo>
                <a:lnTo>
                  <a:pt x="1196972" y="1629923"/>
                </a:lnTo>
                <a:lnTo>
                  <a:pt x="1197863" y="1640954"/>
                </a:lnTo>
                <a:lnTo>
                  <a:pt x="1197865" y="1640954"/>
                </a:lnTo>
                <a:lnTo>
                  <a:pt x="1196974" y="1629922"/>
                </a:lnTo>
                <a:close/>
                <a:moveTo>
                  <a:pt x="1268742" y="1548265"/>
                </a:moveTo>
                <a:lnTo>
                  <a:pt x="1267776" y="1549484"/>
                </a:lnTo>
                <a:lnTo>
                  <a:pt x="1258870" y="1577063"/>
                </a:lnTo>
                <a:lnTo>
                  <a:pt x="1271784" y="1584418"/>
                </a:lnTo>
                <a:lnTo>
                  <a:pt x="1271784" y="1584418"/>
                </a:lnTo>
                <a:lnTo>
                  <a:pt x="1258870" y="1577063"/>
                </a:lnTo>
                <a:lnTo>
                  <a:pt x="1267776" y="1549484"/>
                </a:lnTo>
                <a:close/>
                <a:moveTo>
                  <a:pt x="1183096" y="1531959"/>
                </a:moveTo>
                <a:lnTo>
                  <a:pt x="1176489" y="1537074"/>
                </a:lnTo>
                <a:lnTo>
                  <a:pt x="1176490" y="1537074"/>
                </a:lnTo>
                <a:close/>
                <a:moveTo>
                  <a:pt x="1674783" y="1527420"/>
                </a:moveTo>
                <a:lnTo>
                  <a:pt x="1682800" y="1540291"/>
                </a:lnTo>
                <a:lnTo>
                  <a:pt x="1689033" y="1552701"/>
                </a:lnTo>
                <a:lnTo>
                  <a:pt x="1694377" y="1572466"/>
                </a:lnTo>
                <a:lnTo>
                  <a:pt x="1696159" y="1607859"/>
                </a:lnTo>
                <a:lnTo>
                  <a:pt x="1701947" y="1621649"/>
                </a:lnTo>
                <a:lnTo>
                  <a:pt x="1698830" y="1635898"/>
                </a:lnTo>
                <a:lnTo>
                  <a:pt x="1693486" y="1644172"/>
                </a:lnTo>
                <a:lnTo>
                  <a:pt x="1686361" y="1627164"/>
                </a:lnTo>
                <a:lnTo>
                  <a:pt x="1681018" y="1635898"/>
                </a:lnTo>
                <a:lnTo>
                  <a:pt x="1684580" y="1657502"/>
                </a:lnTo>
                <a:lnTo>
                  <a:pt x="1681463" y="1670372"/>
                </a:lnTo>
                <a:lnTo>
                  <a:pt x="1673893" y="1676807"/>
                </a:lnTo>
                <a:lnTo>
                  <a:pt x="1670776" y="1702088"/>
                </a:lnTo>
                <a:lnTo>
                  <a:pt x="1658753" y="1736562"/>
                </a:lnTo>
                <a:lnTo>
                  <a:pt x="1643612" y="1777011"/>
                </a:lnTo>
                <a:lnTo>
                  <a:pt x="1624464" y="1833088"/>
                </a:lnTo>
                <a:lnTo>
                  <a:pt x="1611551" y="1873998"/>
                </a:lnTo>
                <a:lnTo>
                  <a:pt x="1597746" y="1908472"/>
                </a:lnTo>
                <a:lnTo>
                  <a:pt x="1577262" y="1915367"/>
                </a:lnTo>
                <a:lnTo>
                  <a:pt x="1554551" y="1927777"/>
                </a:lnTo>
                <a:lnTo>
                  <a:pt x="1541192" y="1920422"/>
                </a:lnTo>
                <a:lnTo>
                  <a:pt x="1522490" y="1909850"/>
                </a:lnTo>
                <a:lnTo>
                  <a:pt x="1517146" y="1894222"/>
                </a:lnTo>
                <a:lnTo>
                  <a:pt x="1517146" y="1868022"/>
                </a:lnTo>
                <a:lnTo>
                  <a:pt x="1510467" y="1844580"/>
                </a:lnTo>
                <a:lnTo>
                  <a:pt x="1509576" y="1822976"/>
                </a:lnTo>
                <a:lnTo>
                  <a:pt x="1515365" y="1801832"/>
                </a:lnTo>
                <a:lnTo>
                  <a:pt x="1526944" y="1796776"/>
                </a:lnTo>
                <a:lnTo>
                  <a:pt x="1527833" y="1787123"/>
                </a:lnTo>
                <a:lnTo>
                  <a:pt x="1540747" y="1764601"/>
                </a:lnTo>
                <a:lnTo>
                  <a:pt x="1544309" y="1745755"/>
                </a:lnTo>
                <a:lnTo>
                  <a:pt x="1539411" y="1731965"/>
                </a:lnTo>
                <a:lnTo>
                  <a:pt x="1535850" y="1713120"/>
                </a:lnTo>
                <a:lnTo>
                  <a:pt x="1535403" y="1686000"/>
                </a:lnTo>
                <a:lnTo>
                  <a:pt x="1545200" y="1669453"/>
                </a:lnTo>
                <a:lnTo>
                  <a:pt x="1549654" y="1650607"/>
                </a:lnTo>
                <a:lnTo>
                  <a:pt x="1562121" y="1649688"/>
                </a:lnTo>
                <a:lnTo>
                  <a:pt x="1576372" y="1643712"/>
                </a:lnTo>
                <a:lnTo>
                  <a:pt x="1586168" y="1638197"/>
                </a:lnTo>
                <a:lnTo>
                  <a:pt x="1596855" y="1637737"/>
                </a:lnTo>
                <a:lnTo>
                  <a:pt x="1611996" y="1621190"/>
                </a:lnTo>
                <a:lnTo>
                  <a:pt x="1633816" y="1602804"/>
                </a:lnTo>
                <a:lnTo>
                  <a:pt x="1641831" y="1588094"/>
                </a:lnTo>
                <a:lnTo>
                  <a:pt x="1639159" y="1575224"/>
                </a:lnTo>
                <a:lnTo>
                  <a:pt x="1649847" y="1578901"/>
                </a:lnTo>
                <a:lnTo>
                  <a:pt x="1664541" y="1558677"/>
                </a:lnTo>
                <a:lnTo>
                  <a:pt x="1665877" y="1540751"/>
                </a:lnTo>
                <a:close/>
                <a:moveTo>
                  <a:pt x="1123592" y="1519068"/>
                </a:moveTo>
                <a:lnTo>
                  <a:pt x="1127506" y="1530179"/>
                </a:lnTo>
                <a:lnTo>
                  <a:pt x="1146654" y="1534316"/>
                </a:lnTo>
                <a:lnTo>
                  <a:pt x="1127506" y="1530179"/>
                </a:lnTo>
                <a:close/>
                <a:moveTo>
                  <a:pt x="1363516" y="1514550"/>
                </a:moveTo>
                <a:lnTo>
                  <a:pt x="1356837" y="1518227"/>
                </a:lnTo>
                <a:lnTo>
                  <a:pt x="1363516" y="1514550"/>
                </a:lnTo>
                <a:close/>
                <a:moveTo>
                  <a:pt x="1390234" y="1504897"/>
                </a:moveTo>
                <a:lnTo>
                  <a:pt x="1380883" y="1513630"/>
                </a:lnTo>
                <a:lnTo>
                  <a:pt x="1378260" y="1513769"/>
                </a:lnTo>
                <a:lnTo>
                  <a:pt x="1380884" y="1513630"/>
                </a:lnTo>
                <a:lnTo>
                  <a:pt x="1390235" y="1504897"/>
                </a:lnTo>
                <a:close/>
                <a:moveTo>
                  <a:pt x="1003267" y="1496625"/>
                </a:moveTo>
                <a:lnTo>
                  <a:pt x="997033" y="1499382"/>
                </a:lnTo>
                <a:lnTo>
                  <a:pt x="997033" y="1499383"/>
                </a:lnTo>
                <a:lnTo>
                  <a:pt x="1003267" y="1496625"/>
                </a:lnTo>
                <a:lnTo>
                  <a:pt x="1008854" y="1497105"/>
                </a:lnTo>
                <a:close/>
                <a:moveTo>
                  <a:pt x="1034898" y="1493798"/>
                </a:moveTo>
                <a:lnTo>
                  <a:pt x="1041118" y="1494786"/>
                </a:lnTo>
                <a:lnTo>
                  <a:pt x="1049578" y="1495245"/>
                </a:lnTo>
                <a:lnTo>
                  <a:pt x="1050914" y="1504438"/>
                </a:lnTo>
                <a:lnTo>
                  <a:pt x="1062937" y="1503979"/>
                </a:lnTo>
                <a:lnTo>
                  <a:pt x="1078522" y="1506737"/>
                </a:lnTo>
                <a:lnTo>
                  <a:pt x="1086983" y="1520067"/>
                </a:lnTo>
                <a:lnTo>
                  <a:pt x="1098198" y="1522434"/>
                </a:lnTo>
                <a:lnTo>
                  <a:pt x="1086984" y="1520066"/>
                </a:lnTo>
                <a:lnTo>
                  <a:pt x="1078523" y="1506737"/>
                </a:lnTo>
                <a:lnTo>
                  <a:pt x="1062937" y="1503979"/>
                </a:lnTo>
                <a:lnTo>
                  <a:pt x="1050914" y="1504438"/>
                </a:lnTo>
                <a:lnTo>
                  <a:pt x="1049578" y="1495245"/>
                </a:lnTo>
                <a:lnTo>
                  <a:pt x="1041118" y="1494786"/>
                </a:lnTo>
                <a:close/>
                <a:moveTo>
                  <a:pt x="1276237" y="1458014"/>
                </a:moveTo>
                <a:lnTo>
                  <a:pt x="1282026" y="1482835"/>
                </a:lnTo>
                <a:lnTo>
                  <a:pt x="1277573" y="1490649"/>
                </a:lnTo>
                <a:lnTo>
                  <a:pt x="1271784" y="1514550"/>
                </a:lnTo>
                <a:lnTo>
                  <a:pt x="1277574" y="1490648"/>
                </a:lnTo>
                <a:lnTo>
                  <a:pt x="1282027" y="1482834"/>
                </a:lnTo>
                <a:close/>
                <a:moveTo>
                  <a:pt x="991038" y="1425992"/>
                </a:moveTo>
                <a:lnTo>
                  <a:pt x="989017" y="1435031"/>
                </a:lnTo>
                <a:lnTo>
                  <a:pt x="989993" y="1445103"/>
                </a:lnTo>
                <a:lnTo>
                  <a:pt x="989018" y="1435031"/>
                </a:lnTo>
                <a:close/>
                <a:moveTo>
                  <a:pt x="987681" y="1387227"/>
                </a:moveTo>
                <a:lnTo>
                  <a:pt x="988127" y="1406073"/>
                </a:lnTo>
                <a:lnTo>
                  <a:pt x="987682" y="1387227"/>
                </a:lnTo>
                <a:close/>
                <a:moveTo>
                  <a:pt x="946714" y="1377115"/>
                </a:moveTo>
                <a:lnTo>
                  <a:pt x="946714" y="1377116"/>
                </a:lnTo>
                <a:lnTo>
                  <a:pt x="959628" y="1377116"/>
                </a:lnTo>
                <a:lnTo>
                  <a:pt x="959628" y="1377115"/>
                </a:lnTo>
                <a:close/>
                <a:moveTo>
                  <a:pt x="852310" y="1345859"/>
                </a:moveTo>
                <a:lnTo>
                  <a:pt x="858098" y="1367463"/>
                </a:lnTo>
                <a:lnTo>
                  <a:pt x="865223" y="1385389"/>
                </a:lnTo>
                <a:lnTo>
                  <a:pt x="871012" y="1395042"/>
                </a:lnTo>
                <a:lnTo>
                  <a:pt x="880363" y="1410210"/>
                </a:lnTo>
                <a:lnTo>
                  <a:pt x="871013" y="1395041"/>
                </a:lnTo>
                <a:lnTo>
                  <a:pt x="865224" y="1385389"/>
                </a:lnTo>
                <a:lnTo>
                  <a:pt x="858099" y="1367462"/>
                </a:lnTo>
                <a:lnTo>
                  <a:pt x="852310" y="1345859"/>
                </a:lnTo>
                <a:close/>
                <a:moveTo>
                  <a:pt x="777944" y="1345399"/>
                </a:moveTo>
                <a:lnTo>
                  <a:pt x="775120" y="1346419"/>
                </a:lnTo>
                <a:lnTo>
                  <a:pt x="777944" y="1345399"/>
                </a:lnTo>
                <a:lnTo>
                  <a:pt x="815360" y="1345630"/>
                </a:lnTo>
                <a:close/>
                <a:moveTo>
                  <a:pt x="783733" y="1304949"/>
                </a:moveTo>
                <a:lnTo>
                  <a:pt x="774826" y="1316440"/>
                </a:lnTo>
                <a:lnTo>
                  <a:pt x="769777" y="1314008"/>
                </a:lnTo>
                <a:lnTo>
                  <a:pt x="774827" y="1316441"/>
                </a:lnTo>
                <a:lnTo>
                  <a:pt x="783733" y="1304950"/>
                </a:lnTo>
                <a:lnTo>
                  <a:pt x="797537" y="1305409"/>
                </a:lnTo>
                <a:lnTo>
                  <a:pt x="797537" y="1305408"/>
                </a:lnTo>
                <a:close/>
                <a:moveTo>
                  <a:pt x="1179577" y="1274421"/>
                </a:moveTo>
                <a:lnTo>
                  <a:pt x="1174263" y="1321497"/>
                </a:lnTo>
                <a:lnTo>
                  <a:pt x="1180943" y="1338045"/>
                </a:lnTo>
                <a:lnTo>
                  <a:pt x="1176490" y="1350455"/>
                </a:lnTo>
                <a:lnTo>
                  <a:pt x="1184505" y="1371600"/>
                </a:lnTo>
                <a:lnTo>
                  <a:pt x="1199646" y="1387687"/>
                </a:lnTo>
                <a:lnTo>
                  <a:pt x="1202763" y="1403775"/>
                </a:lnTo>
                <a:lnTo>
                  <a:pt x="1209887" y="1411589"/>
                </a:lnTo>
                <a:lnTo>
                  <a:pt x="1208552" y="1416645"/>
                </a:lnTo>
                <a:lnTo>
                  <a:pt x="1204544" y="1415266"/>
                </a:lnTo>
                <a:lnTo>
                  <a:pt x="1208551" y="1416645"/>
                </a:lnTo>
                <a:lnTo>
                  <a:pt x="1207215" y="1423080"/>
                </a:lnTo>
                <a:lnTo>
                  <a:pt x="1215676" y="1425378"/>
                </a:lnTo>
                <a:lnTo>
                  <a:pt x="1221019" y="1431354"/>
                </a:lnTo>
                <a:lnTo>
                  <a:pt x="1225472" y="1429975"/>
                </a:lnTo>
                <a:lnTo>
                  <a:pt x="1223246" y="1424918"/>
                </a:lnTo>
                <a:lnTo>
                  <a:pt x="1224582" y="1425838"/>
                </a:lnTo>
                <a:lnTo>
                  <a:pt x="1234378" y="1430894"/>
                </a:lnTo>
                <a:lnTo>
                  <a:pt x="1250409" y="1435951"/>
                </a:lnTo>
                <a:lnTo>
                  <a:pt x="1264660" y="1444684"/>
                </a:lnTo>
                <a:lnTo>
                  <a:pt x="1264659" y="1444683"/>
                </a:lnTo>
                <a:lnTo>
                  <a:pt x="1289151" y="1450199"/>
                </a:lnTo>
                <a:lnTo>
                  <a:pt x="1293604" y="1458014"/>
                </a:lnTo>
                <a:lnTo>
                  <a:pt x="1293159" y="1461690"/>
                </a:lnTo>
                <a:lnTo>
                  <a:pt x="1301174" y="1480536"/>
                </a:lnTo>
                <a:lnTo>
                  <a:pt x="1302065" y="1515929"/>
                </a:lnTo>
                <a:lnTo>
                  <a:pt x="1294050" y="1532477"/>
                </a:lnTo>
                <a:lnTo>
                  <a:pt x="1301174" y="1554080"/>
                </a:lnTo>
                <a:lnTo>
                  <a:pt x="1300284" y="1566951"/>
                </a:lnTo>
                <a:lnTo>
                  <a:pt x="1305627" y="1575684"/>
                </a:lnTo>
                <a:lnTo>
                  <a:pt x="1305182" y="1586716"/>
                </a:lnTo>
                <a:lnTo>
                  <a:pt x="1309190" y="1593151"/>
                </a:lnTo>
                <a:lnTo>
                  <a:pt x="1313643" y="1585796"/>
                </a:lnTo>
                <a:lnTo>
                  <a:pt x="1322104" y="1597287"/>
                </a:lnTo>
                <a:lnTo>
                  <a:pt x="1322994" y="1593611"/>
                </a:lnTo>
                <a:lnTo>
                  <a:pt x="1318541" y="1577982"/>
                </a:lnTo>
                <a:lnTo>
                  <a:pt x="1313643" y="1576603"/>
                </a:lnTo>
                <a:lnTo>
                  <a:pt x="1313198" y="1572466"/>
                </a:lnTo>
                <a:lnTo>
                  <a:pt x="1314978" y="1572466"/>
                </a:lnTo>
                <a:lnTo>
                  <a:pt x="1323439" y="1582119"/>
                </a:lnTo>
                <a:lnTo>
                  <a:pt x="1333236" y="1603263"/>
                </a:lnTo>
                <a:lnTo>
                  <a:pt x="1333681" y="1641414"/>
                </a:lnTo>
                <a:lnTo>
                  <a:pt x="1333682" y="1641414"/>
                </a:lnTo>
                <a:lnTo>
                  <a:pt x="1333237" y="1603262"/>
                </a:lnTo>
                <a:lnTo>
                  <a:pt x="1323440" y="1582119"/>
                </a:lnTo>
                <a:lnTo>
                  <a:pt x="1314979" y="1572466"/>
                </a:lnTo>
                <a:lnTo>
                  <a:pt x="1313198" y="1572466"/>
                </a:lnTo>
                <a:lnTo>
                  <a:pt x="1310526" y="1538911"/>
                </a:lnTo>
                <a:lnTo>
                  <a:pt x="1317206" y="1510873"/>
                </a:lnTo>
                <a:lnTo>
                  <a:pt x="1322958" y="1510333"/>
                </a:lnTo>
                <a:lnTo>
                  <a:pt x="1317204" y="1510872"/>
                </a:lnTo>
                <a:lnTo>
                  <a:pt x="1317650" y="1510413"/>
                </a:lnTo>
                <a:lnTo>
                  <a:pt x="1309634" y="1499381"/>
                </a:lnTo>
                <a:lnTo>
                  <a:pt x="1308298" y="1468125"/>
                </a:lnTo>
                <a:lnTo>
                  <a:pt x="1295385" y="1452497"/>
                </a:lnTo>
                <a:lnTo>
                  <a:pt x="1293604" y="1458012"/>
                </a:lnTo>
                <a:lnTo>
                  <a:pt x="1289151" y="1450199"/>
                </a:lnTo>
                <a:lnTo>
                  <a:pt x="1264659" y="1444683"/>
                </a:lnTo>
                <a:lnTo>
                  <a:pt x="1250409" y="1435950"/>
                </a:lnTo>
                <a:lnTo>
                  <a:pt x="1234378" y="1430893"/>
                </a:lnTo>
                <a:lnTo>
                  <a:pt x="1224582" y="1425837"/>
                </a:lnTo>
                <a:lnTo>
                  <a:pt x="1223245" y="1424918"/>
                </a:lnTo>
                <a:lnTo>
                  <a:pt x="1211223" y="1394581"/>
                </a:lnTo>
                <a:lnTo>
                  <a:pt x="1209441" y="1376654"/>
                </a:lnTo>
                <a:lnTo>
                  <a:pt x="1189403" y="1356430"/>
                </a:lnTo>
                <a:lnTo>
                  <a:pt x="1195637" y="1345398"/>
                </a:lnTo>
                <a:lnTo>
                  <a:pt x="1190739" y="1333448"/>
                </a:lnTo>
                <a:lnTo>
                  <a:pt x="1191629" y="1321037"/>
                </a:lnTo>
                <a:lnTo>
                  <a:pt x="1187176" y="1316900"/>
                </a:lnTo>
                <a:lnTo>
                  <a:pt x="1188512" y="1304030"/>
                </a:lnTo>
                <a:lnTo>
                  <a:pt x="1190069" y="1303762"/>
                </a:lnTo>
                <a:lnTo>
                  <a:pt x="1188514" y="1304029"/>
                </a:lnTo>
                <a:lnTo>
                  <a:pt x="1188514" y="1302651"/>
                </a:lnTo>
                <a:lnTo>
                  <a:pt x="1179608" y="1274612"/>
                </a:lnTo>
                <a:close/>
                <a:moveTo>
                  <a:pt x="1364048" y="1245133"/>
                </a:moveTo>
                <a:lnTo>
                  <a:pt x="1392015" y="1263581"/>
                </a:lnTo>
                <a:lnTo>
                  <a:pt x="1393351" y="1280588"/>
                </a:lnTo>
                <a:lnTo>
                  <a:pt x="1393352" y="1280589"/>
                </a:lnTo>
                <a:lnTo>
                  <a:pt x="1392016" y="1263581"/>
                </a:lnTo>
                <a:close/>
                <a:moveTo>
                  <a:pt x="1196084" y="1241517"/>
                </a:moveTo>
                <a:lnTo>
                  <a:pt x="1209887" y="1243356"/>
                </a:lnTo>
                <a:lnTo>
                  <a:pt x="1209887" y="1243355"/>
                </a:lnTo>
                <a:close/>
                <a:moveTo>
                  <a:pt x="1175600" y="1239679"/>
                </a:moveTo>
                <a:lnTo>
                  <a:pt x="1175599" y="1239679"/>
                </a:lnTo>
                <a:lnTo>
                  <a:pt x="1172928" y="1256227"/>
                </a:lnTo>
                <a:lnTo>
                  <a:pt x="1179162" y="1269556"/>
                </a:lnTo>
                <a:lnTo>
                  <a:pt x="1179166" y="1269601"/>
                </a:lnTo>
                <a:lnTo>
                  <a:pt x="1179162" y="1269555"/>
                </a:lnTo>
                <a:lnTo>
                  <a:pt x="1172928" y="1256226"/>
                </a:lnTo>
                <a:close/>
                <a:moveTo>
                  <a:pt x="1180053" y="1219914"/>
                </a:moveTo>
                <a:lnTo>
                  <a:pt x="1180052" y="1219915"/>
                </a:lnTo>
                <a:lnTo>
                  <a:pt x="1179162" y="1237380"/>
                </a:lnTo>
                <a:lnTo>
                  <a:pt x="1179162" y="1237380"/>
                </a:lnTo>
                <a:close/>
                <a:moveTo>
                  <a:pt x="789967" y="1171190"/>
                </a:moveTo>
                <a:lnTo>
                  <a:pt x="789967" y="1171191"/>
                </a:lnTo>
                <a:lnTo>
                  <a:pt x="801990" y="1188658"/>
                </a:lnTo>
                <a:lnTo>
                  <a:pt x="804662" y="1211640"/>
                </a:lnTo>
                <a:lnTo>
                  <a:pt x="801990" y="1188657"/>
                </a:lnTo>
                <a:close/>
                <a:moveTo>
                  <a:pt x="769037" y="1118331"/>
                </a:moveTo>
                <a:lnTo>
                  <a:pt x="776162" y="1133500"/>
                </a:lnTo>
                <a:lnTo>
                  <a:pt x="794865" y="1131201"/>
                </a:lnTo>
                <a:lnTo>
                  <a:pt x="801099" y="1136717"/>
                </a:lnTo>
                <a:lnTo>
                  <a:pt x="801099" y="1136717"/>
                </a:lnTo>
                <a:lnTo>
                  <a:pt x="794865" y="1131201"/>
                </a:lnTo>
                <a:lnTo>
                  <a:pt x="776162" y="1133499"/>
                </a:lnTo>
                <a:close/>
                <a:moveTo>
                  <a:pt x="740410" y="1104348"/>
                </a:moveTo>
                <a:lnTo>
                  <a:pt x="752561" y="1107300"/>
                </a:lnTo>
                <a:lnTo>
                  <a:pt x="764712" y="1104348"/>
                </a:lnTo>
                <a:lnTo>
                  <a:pt x="752561" y="1107299"/>
                </a:lnTo>
                <a:close/>
                <a:moveTo>
                  <a:pt x="767701" y="1103622"/>
                </a:moveTo>
                <a:lnTo>
                  <a:pt x="770818" y="1105461"/>
                </a:lnTo>
                <a:lnTo>
                  <a:pt x="770818" y="1105460"/>
                </a:lnTo>
                <a:lnTo>
                  <a:pt x="802435" y="1106380"/>
                </a:lnTo>
                <a:lnTo>
                  <a:pt x="812677" y="1110287"/>
                </a:lnTo>
                <a:lnTo>
                  <a:pt x="802435" y="1106380"/>
                </a:lnTo>
                <a:lnTo>
                  <a:pt x="770818" y="1105460"/>
                </a:lnTo>
                <a:lnTo>
                  <a:pt x="767702" y="1103622"/>
                </a:lnTo>
                <a:close/>
                <a:moveTo>
                  <a:pt x="737420" y="1103622"/>
                </a:moveTo>
                <a:lnTo>
                  <a:pt x="725398" y="1105460"/>
                </a:lnTo>
                <a:lnTo>
                  <a:pt x="725398" y="1105461"/>
                </a:lnTo>
                <a:close/>
                <a:moveTo>
                  <a:pt x="1241293" y="1065688"/>
                </a:moveTo>
                <a:lnTo>
                  <a:pt x="1245066" y="1067311"/>
                </a:lnTo>
                <a:lnTo>
                  <a:pt x="1245066" y="1067311"/>
                </a:lnTo>
                <a:close/>
                <a:moveTo>
                  <a:pt x="1469054" y="1046625"/>
                </a:moveTo>
                <a:lnTo>
                  <a:pt x="1445897" y="1059037"/>
                </a:lnTo>
                <a:lnTo>
                  <a:pt x="1469054" y="1046626"/>
                </a:lnTo>
                <a:lnTo>
                  <a:pt x="1479295" y="1056738"/>
                </a:lnTo>
                <a:close/>
                <a:moveTo>
                  <a:pt x="1182172" y="1039837"/>
                </a:moveTo>
                <a:lnTo>
                  <a:pt x="1176044" y="1042489"/>
                </a:lnTo>
                <a:lnTo>
                  <a:pt x="1176045" y="1042489"/>
                </a:lnTo>
                <a:close/>
                <a:moveTo>
                  <a:pt x="809910" y="1038040"/>
                </a:moveTo>
                <a:lnTo>
                  <a:pt x="817575" y="1048004"/>
                </a:lnTo>
                <a:lnTo>
                  <a:pt x="819802" y="1058576"/>
                </a:lnTo>
                <a:lnTo>
                  <a:pt x="829153" y="1073745"/>
                </a:lnTo>
                <a:lnTo>
                  <a:pt x="840731" y="1083397"/>
                </a:lnTo>
                <a:lnTo>
                  <a:pt x="842067" y="1096727"/>
                </a:lnTo>
                <a:lnTo>
                  <a:pt x="844739" y="1105460"/>
                </a:lnTo>
                <a:lnTo>
                  <a:pt x="843138" y="1119508"/>
                </a:lnTo>
                <a:lnTo>
                  <a:pt x="844739" y="1105460"/>
                </a:lnTo>
                <a:lnTo>
                  <a:pt x="844740" y="1105460"/>
                </a:lnTo>
                <a:lnTo>
                  <a:pt x="842067" y="1096727"/>
                </a:lnTo>
                <a:lnTo>
                  <a:pt x="840731" y="1083397"/>
                </a:lnTo>
                <a:lnTo>
                  <a:pt x="829154" y="1073745"/>
                </a:lnTo>
                <a:lnTo>
                  <a:pt x="819802" y="1058576"/>
                </a:lnTo>
                <a:lnTo>
                  <a:pt x="817576" y="1048004"/>
                </a:lnTo>
                <a:close/>
                <a:moveTo>
                  <a:pt x="1344248" y="1031829"/>
                </a:moveTo>
                <a:lnTo>
                  <a:pt x="1352384" y="1041111"/>
                </a:lnTo>
                <a:lnTo>
                  <a:pt x="1370196" y="1041111"/>
                </a:lnTo>
                <a:lnTo>
                  <a:pt x="1402258" y="1065931"/>
                </a:lnTo>
                <a:lnTo>
                  <a:pt x="1410273" y="1066391"/>
                </a:lnTo>
                <a:lnTo>
                  <a:pt x="1416063" y="1065472"/>
                </a:lnTo>
                <a:lnTo>
                  <a:pt x="1421851" y="1068690"/>
                </a:lnTo>
                <a:lnTo>
                  <a:pt x="1438773" y="1071447"/>
                </a:lnTo>
                <a:lnTo>
                  <a:pt x="1421851" y="1068689"/>
                </a:lnTo>
                <a:lnTo>
                  <a:pt x="1416062" y="1065471"/>
                </a:lnTo>
                <a:lnTo>
                  <a:pt x="1410273" y="1066391"/>
                </a:lnTo>
                <a:lnTo>
                  <a:pt x="1402258" y="1065931"/>
                </a:lnTo>
                <a:lnTo>
                  <a:pt x="1370196" y="1041110"/>
                </a:lnTo>
                <a:lnTo>
                  <a:pt x="1352384" y="1041110"/>
                </a:lnTo>
                <a:close/>
                <a:moveTo>
                  <a:pt x="931573" y="1023642"/>
                </a:moveTo>
                <a:lnTo>
                  <a:pt x="918214" y="1033295"/>
                </a:lnTo>
                <a:lnTo>
                  <a:pt x="908418" y="1048004"/>
                </a:lnTo>
                <a:lnTo>
                  <a:pt x="906191" y="1068688"/>
                </a:lnTo>
                <a:lnTo>
                  <a:pt x="890160" y="1067309"/>
                </a:lnTo>
                <a:lnTo>
                  <a:pt x="872794" y="1062253"/>
                </a:lnTo>
                <a:lnTo>
                  <a:pt x="890160" y="1067310"/>
                </a:lnTo>
                <a:lnTo>
                  <a:pt x="906191" y="1068688"/>
                </a:lnTo>
                <a:lnTo>
                  <a:pt x="904855" y="1086615"/>
                </a:lnTo>
                <a:lnTo>
                  <a:pt x="897285" y="1102243"/>
                </a:lnTo>
                <a:lnTo>
                  <a:pt x="892386" y="1120629"/>
                </a:lnTo>
                <a:lnTo>
                  <a:pt x="889269" y="1146829"/>
                </a:lnTo>
                <a:lnTo>
                  <a:pt x="890605" y="1163836"/>
                </a:lnTo>
                <a:lnTo>
                  <a:pt x="886597" y="1173949"/>
                </a:lnTo>
                <a:lnTo>
                  <a:pt x="886152" y="1184980"/>
                </a:lnTo>
                <a:lnTo>
                  <a:pt x="883035" y="1194173"/>
                </a:lnTo>
                <a:lnTo>
                  <a:pt x="866559" y="1208422"/>
                </a:lnTo>
                <a:lnTo>
                  <a:pt x="854981" y="1223591"/>
                </a:lnTo>
                <a:lnTo>
                  <a:pt x="843849" y="1252089"/>
                </a:lnTo>
                <a:lnTo>
                  <a:pt x="844293" y="1276451"/>
                </a:lnTo>
                <a:lnTo>
                  <a:pt x="838060" y="1286103"/>
                </a:lnTo>
                <a:lnTo>
                  <a:pt x="823364" y="1300353"/>
                </a:lnTo>
                <a:lnTo>
                  <a:pt x="808224" y="1318739"/>
                </a:lnTo>
                <a:lnTo>
                  <a:pt x="798874" y="1313683"/>
                </a:lnTo>
                <a:lnTo>
                  <a:pt x="798874" y="1313683"/>
                </a:lnTo>
                <a:lnTo>
                  <a:pt x="808225" y="1318740"/>
                </a:lnTo>
                <a:lnTo>
                  <a:pt x="823366" y="1300354"/>
                </a:lnTo>
                <a:lnTo>
                  <a:pt x="838060" y="1286104"/>
                </a:lnTo>
                <a:lnTo>
                  <a:pt x="844295" y="1276451"/>
                </a:lnTo>
                <a:lnTo>
                  <a:pt x="843849" y="1252090"/>
                </a:lnTo>
                <a:lnTo>
                  <a:pt x="854982" y="1223591"/>
                </a:lnTo>
                <a:lnTo>
                  <a:pt x="866560" y="1208423"/>
                </a:lnTo>
                <a:lnTo>
                  <a:pt x="883036" y="1194174"/>
                </a:lnTo>
                <a:lnTo>
                  <a:pt x="886153" y="1184981"/>
                </a:lnTo>
                <a:lnTo>
                  <a:pt x="886598" y="1173950"/>
                </a:lnTo>
                <a:lnTo>
                  <a:pt x="890606" y="1163837"/>
                </a:lnTo>
                <a:lnTo>
                  <a:pt x="889270" y="1146830"/>
                </a:lnTo>
                <a:lnTo>
                  <a:pt x="892387" y="1120630"/>
                </a:lnTo>
                <a:lnTo>
                  <a:pt x="897285" y="1102244"/>
                </a:lnTo>
                <a:lnTo>
                  <a:pt x="904855" y="1086616"/>
                </a:lnTo>
                <a:lnTo>
                  <a:pt x="906191" y="1068689"/>
                </a:lnTo>
                <a:lnTo>
                  <a:pt x="908418" y="1048005"/>
                </a:lnTo>
                <a:lnTo>
                  <a:pt x="918214" y="1033296"/>
                </a:lnTo>
                <a:lnTo>
                  <a:pt x="931573" y="1023643"/>
                </a:lnTo>
                <a:lnTo>
                  <a:pt x="952502" y="1033755"/>
                </a:lnTo>
                <a:close/>
                <a:moveTo>
                  <a:pt x="1056258" y="1021344"/>
                </a:moveTo>
                <a:lnTo>
                  <a:pt x="1028204" y="1036053"/>
                </a:lnTo>
                <a:lnTo>
                  <a:pt x="1016626" y="1033295"/>
                </a:lnTo>
                <a:lnTo>
                  <a:pt x="1013064" y="1035593"/>
                </a:lnTo>
                <a:lnTo>
                  <a:pt x="1005939" y="1053520"/>
                </a:lnTo>
                <a:lnTo>
                  <a:pt x="986791" y="1047545"/>
                </a:lnTo>
                <a:lnTo>
                  <a:pt x="968534" y="1044786"/>
                </a:lnTo>
                <a:lnTo>
                  <a:pt x="955142" y="1035571"/>
                </a:lnTo>
                <a:lnTo>
                  <a:pt x="968534" y="1044787"/>
                </a:lnTo>
                <a:lnTo>
                  <a:pt x="986791" y="1047546"/>
                </a:lnTo>
                <a:lnTo>
                  <a:pt x="1005939" y="1053520"/>
                </a:lnTo>
                <a:lnTo>
                  <a:pt x="1013064" y="1035594"/>
                </a:lnTo>
                <a:lnTo>
                  <a:pt x="1016626" y="1033296"/>
                </a:lnTo>
                <a:lnTo>
                  <a:pt x="1028205" y="1036054"/>
                </a:lnTo>
                <a:lnTo>
                  <a:pt x="1056258" y="1021345"/>
                </a:lnTo>
                <a:lnTo>
                  <a:pt x="1064664" y="1026866"/>
                </a:lnTo>
                <a:close/>
                <a:moveTo>
                  <a:pt x="1130377" y="1017102"/>
                </a:moveTo>
                <a:lnTo>
                  <a:pt x="1130623" y="1017667"/>
                </a:lnTo>
                <a:lnTo>
                  <a:pt x="1122608" y="1020885"/>
                </a:lnTo>
                <a:lnTo>
                  <a:pt x="1106132" y="1020425"/>
                </a:lnTo>
                <a:lnTo>
                  <a:pt x="1087429" y="1017207"/>
                </a:lnTo>
                <a:lnTo>
                  <a:pt x="1078077" y="1019506"/>
                </a:lnTo>
                <a:lnTo>
                  <a:pt x="1074070" y="1026860"/>
                </a:lnTo>
                <a:lnTo>
                  <a:pt x="1066054" y="1027780"/>
                </a:lnTo>
                <a:lnTo>
                  <a:pt x="1066055" y="1027780"/>
                </a:lnTo>
                <a:lnTo>
                  <a:pt x="1074070" y="1026861"/>
                </a:lnTo>
                <a:lnTo>
                  <a:pt x="1078078" y="1019507"/>
                </a:lnTo>
                <a:lnTo>
                  <a:pt x="1087429" y="1017208"/>
                </a:lnTo>
                <a:lnTo>
                  <a:pt x="1106132" y="1020426"/>
                </a:lnTo>
                <a:lnTo>
                  <a:pt x="1122608" y="1020886"/>
                </a:lnTo>
                <a:lnTo>
                  <a:pt x="1130624" y="1017668"/>
                </a:lnTo>
                <a:close/>
                <a:moveTo>
                  <a:pt x="806889" y="988249"/>
                </a:moveTo>
                <a:lnTo>
                  <a:pt x="806888" y="988250"/>
                </a:lnTo>
                <a:lnTo>
                  <a:pt x="805107" y="1011232"/>
                </a:lnTo>
                <a:lnTo>
                  <a:pt x="806734" y="1018787"/>
                </a:lnTo>
                <a:lnTo>
                  <a:pt x="805107" y="1011232"/>
                </a:lnTo>
                <a:close/>
                <a:moveTo>
                  <a:pt x="223988" y="981355"/>
                </a:moveTo>
                <a:lnTo>
                  <a:pt x="223987" y="981356"/>
                </a:lnTo>
                <a:lnTo>
                  <a:pt x="231112" y="989630"/>
                </a:lnTo>
                <a:lnTo>
                  <a:pt x="239127" y="991468"/>
                </a:lnTo>
                <a:lnTo>
                  <a:pt x="249815" y="1003879"/>
                </a:lnTo>
                <a:lnTo>
                  <a:pt x="250705" y="1015370"/>
                </a:lnTo>
                <a:lnTo>
                  <a:pt x="250706" y="1015369"/>
                </a:lnTo>
                <a:lnTo>
                  <a:pt x="249815" y="1003878"/>
                </a:lnTo>
                <a:lnTo>
                  <a:pt x="239128" y="991466"/>
                </a:lnTo>
                <a:lnTo>
                  <a:pt x="231112" y="989628"/>
                </a:lnTo>
                <a:close/>
                <a:moveTo>
                  <a:pt x="818241" y="970930"/>
                </a:moveTo>
                <a:lnTo>
                  <a:pt x="813122" y="983194"/>
                </a:lnTo>
                <a:lnTo>
                  <a:pt x="808286" y="987116"/>
                </a:lnTo>
                <a:lnTo>
                  <a:pt x="813123" y="983194"/>
                </a:lnTo>
                <a:close/>
                <a:moveTo>
                  <a:pt x="704914" y="963888"/>
                </a:moveTo>
                <a:lnTo>
                  <a:pt x="696020" y="964325"/>
                </a:lnTo>
                <a:lnTo>
                  <a:pt x="704913" y="963888"/>
                </a:lnTo>
                <a:lnTo>
                  <a:pt x="719164" y="976299"/>
                </a:lnTo>
                <a:lnTo>
                  <a:pt x="730176" y="969887"/>
                </a:lnTo>
                <a:lnTo>
                  <a:pt x="719164" y="976299"/>
                </a:lnTo>
                <a:close/>
                <a:moveTo>
                  <a:pt x="220871" y="944583"/>
                </a:moveTo>
                <a:lnTo>
                  <a:pt x="220870" y="944584"/>
                </a:lnTo>
                <a:lnTo>
                  <a:pt x="227995" y="945503"/>
                </a:lnTo>
                <a:lnTo>
                  <a:pt x="227104" y="953777"/>
                </a:lnTo>
                <a:lnTo>
                  <a:pt x="229331" y="968026"/>
                </a:lnTo>
                <a:lnTo>
                  <a:pt x="227831" y="971766"/>
                </a:lnTo>
                <a:lnTo>
                  <a:pt x="229331" y="968025"/>
                </a:lnTo>
                <a:lnTo>
                  <a:pt x="227105" y="953775"/>
                </a:lnTo>
                <a:lnTo>
                  <a:pt x="227995" y="945502"/>
                </a:lnTo>
                <a:close/>
                <a:moveTo>
                  <a:pt x="850528" y="943204"/>
                </a:moveTo>
                <a:lnTo>
                  <a:pt x="846075" y="951018"/>
                </a:lnTo>
                <a:lnTo>
                  <a:pt x="825592" y="953316"/>
                </a:lnTo>
                <a:lnTo>
                  <a:pt x="846076" y="951018"/>
                </a:lnTo>
                <a:lnTo>
                  <a:pt x="850528" y="943204"/>
                </a:lnTo>
                <a:close/>
                <a:moveTo>
                  <a:pt x="827202" y="940120"/>
                </a:moveTo>
                <a:lnTo>
                  <a:pt x="829153" y="945042"/>
                </a:lnTo>
                <a:lnTo>
                  <a:pt x="829153" y="945042"/>
                </a:lnTo>
                <a:close/>
                <a:moveTo>
                  <a:pt x="1278464" y="925738"/>
                </a:moveTo>
                <a:lnTo>
                  <a:pt x="1270003" y="942285"/>
                </a:lnTo>
                <a:lnTo>
                  <a:pt x="1285588" y="944583"/>
                </a:lnTo>
                <a:lnTo>
                  <a:pt x="1298947" y="958833"/>
                </a:lnTo>
                <a:lnTo>
                  <a:pt x="1303400" y="970784"/>
                </a:lnTo>
                <a:lnTo>
                  <a:pt x="1314978" y="977679"/>
                </a:lnTo>
                <a:lnTo>
                  <a:pt x="1330564" y="1009854"/>
                </a:lnTo>
                <a:lnTo>
                  <a:pt x="1313642" y="1029160"/>
                </a:lnTo>
                <a:lnTo>
                  <a:pt x="1298502" y="1046627"/>
                </a:lnTo>
                <a:lnTo>
                  <a:pt x="1310525" y="1067311"/>
                </a:lnTo>
                <a:lnTo>
                  <a:pt x="1313643" y="1082019"/>
                </a:lnTo>
                <a:lnTo>
                  <a:pt x="1325220" y="1116034"/>
                </a:lnTo>
                <a:lnTo>
                  <a:pt x="1315869" y="1137637"/>
                </a:lnTo>
                <a:lnTo>
                  <a:pt x="1303400" y="1156943"/>
                </a:lnTo>
                <a:lnTo>
                  <a:pt x="1296276" y="1168894"/>
                </a:lnTo>
                <a:lnTo>
                  <a:pt x="1296276" y="1170272"/>
                </a:lnTo>
                <a:lnTo>
                  <a:pt x="1295385" y="1168434"/>
                </a:lnTo>
                <a:lnTo>
                  <a:pt x="1282026" y="1162458"/>
                </a:lnTo>
                <a:lnTo>
                  <a:pt x="1271339" y="1169813"/>
                </a:lnTo>
                <a:lnTo>
                  <a:pt x="1255308" y="1173950"/>
                </a:lnTo>
                <a:lnTo>
                  <a:pt x="1243730" y="1190957"/>
                </a:lnTo>
                <a:lnTo>
                  <a:pt x="1245066" y="1202447"/>
                </a:lnTo>
                <a:lnTo>
                  <a:pt x="1245066" y="1202448"/>
                </a:lnTo>
                <a:lnTo>
                  <a:pt x="1244175" y="1220373"/>
                </a:lnTo>
                <a:lnTo>
                  <a:pt x="1239276" y="1241058"/>
                </a:lnTo>
                <a:lnTo>
                  <a:pt x="1246402" y="1252549"/>
                </a:lnTo>
                <a:lnTo>
                  <a:pt x="1257534" y="1245654"/>
                </a:lnTo>
                <a:lnTo>
                  <a:pt x="1272229" y="1243816"/>
                </a:lnTo>
                <a:lnTo>
                  <a:pt x="1275346" y="1247493"/>
                </a:lnTo>
                <a:lnTo>
                  <a:pt x="1290041" y="1240138"/>
                </a:lnTo>
                <a:lnTo>
                  <a:pt x="1279799" y="1230026"/>
                </a:lnTo>
                <a:lnTo>
                  <a:pt x="1288260" y="1216696"/>
                </a:lnTo>
                <a:lnTo>
                  <a:pt x="1300728" y="1203366"/>
                </a:lnTo>
                <a:lnTo>
                  <a:pt x="1300729" y="1203367"/>
                </a:lnTo>
                <a:lnTo>
                  <a:pt x="1302511" y="1181763"/>
                </a:lnTo>
                <a:lnTo>
                  <a:pt x="1296276" y="1170272"/>
                </a:lnTo>
                <a:lnTo>
                  <a:pt x="1296276" y="1168894"/>
                </a:lnTo>
                <a:lnTo>
                  <a:pt x="1303401" y="1156942"/>
                </a:lnTo>
                <a:lnTo>
                  <a:pt x="1315870" y="1137637"/>
                </a:lnTo>
                <a:lnTo>
                  <a:pt x="1325221" y="1116034"/>
                </a:lnTo>
                <a:lnTo>
                  <a:pt x="1313643" y="1082019"/>
                </a:lnTo>
                <a:lnTo>
                  <a:pt x="1310526" y="1067311"/>
                </a:lnTo>
                <a:lnTo>
                  <a:pt x="1298503" y="1046626"/>
                </a:lnTo>
                <a:lnTo>
                  <a:pt x="1313643" y="1029159"/>
                </a:lnTo>
                <a:lnTo>
                  <a:pt x="1330564" y="1009854"/>
                </a:lnTo>
                <a:lnTo>
                  <a:pt x="1343478" y="1014911"/>
                </a:lnTo>
                <a:lnTo>
                  <a:pt x="1343709" y="1023518"/>
                </a:lnTo>
                <a:lnTo>
                  <a:pt x="1343478" y="1014910"/>
                </a:lnTo>
                <a:lnTo>
                  <a:pt x="1330564" y="1009853"/>
                </a:lnTo>
                <a:lnTo>
                  <a:pt x="1314978" y="977678"/>
                </a:lnTo>
                <a:lnTo>
                  <a:pt x="1303401" y="970783"/>
                </a:lnTo>
                <a:lnTo>
                  <a:pt x="1298948" y="958832"/>
                </a:lnTo>
                <a:lnTo>
                  <a:pt x="1285589" y="944583"/>
                </a:lnTo>
                <a:lnTo>
                  <a:pt x="1270003" y="942285"/>
                </a:lnTo>
                <a:lnTo>
                  <a:pt x="1278464" y="925738"/>
                </a:lnTo>
                <a:close/>
                <a:moveTo>
                  <a:pt x="232745" y="925277"/>
                </a:moveTo>
                <a:lnTo>
                  <a:pt x="232003" y="926656"/>
                </a:lnTo>
                <a:lnTo>
                  <a:pt x="232003" y="926656"/>
                </a:lnTo>
                <a:close/>
                <a:moveTo>
                  <a:pt x="814711" y="911566"/>
                </a:moveTo>
                <a:lnTo>
                  <a:pt x="817575" y="912867"/>
                </a:lnTo>
                <a:lnTo>
                  <a:pt x="817575" y="912867"/>
                </a:lnTo>
                <a:close/>
                <a:moveTo>
                  <a:pt x="916353" y="906348"/>
                </a:moveTo>
                <a:lnTo>
                  <a:pt x="913761" y="907351"/>
                </a:lnTo>
                <a:lnTo>
                  <a:pt x="916432" y="917463"/>
                </a:lnTo>
                <a:lnTo>
                  <a:pt x="903519" y="928035"/>
                </a:lnTo>
                <a:lnTo>
                  <a:pt x="892831" y="939527"/>
                </a:lnTo>
                <a:lnTo>
                  <a:pt x="880983" y="943661"/>
                </a:lnTo>
                <a:lnTo>
                  <a:pt x="892832" y="939527"/>
                </a:lnTo>
                <a:lnTo>
                  <a:pt x="903519" y="928035"/>
                </a:lnTo>
                <a:lnTo>
                  <a:pt x="916433" y="917463"/>
                </a:lnTo>
                <a:lnTo>
                  <a:pt x="913761" y="907351"/>
                </a:lnTo>
                <a:close/>
                <a:moveTo>
                  <a:pt x="1538966" y="901376"/>
                </a:moveTo>
                <a:lnTo>
                  <a:pt x="1622237" y="936309"/>
                </a:lnTo>
                <a:lnTo>
                  <a:pt x="1643611" y="935850"/>
                </a:lnTo>
                <a:lnTo>
                  <a:pt x="1643611" y="935849"/>
                </a:lnTo>
                <a:lnTo>
                  <a:pt x="1622236" y="936308"/>
                </a:lnTo>
                <a:close/>
                <a:moveTo>
                  <a:pt x="233842" y="888165"/>
                </a:moveTo>
                <a:lnTo>
                  <a:pt x="237347" y="895400"/>
                </a:lnTo>
                <a:lnTo>
                  <a:pt x="243581" y="919301"/>
                </a:lnTo>
                <a:lnTo>
                  <a:pt x="237347" y="895400"/>
                </a:lnTo>
                <a:close/>
                <a:moveTo>
                  <a:pt x="133535" y="881388"/>
                </a:moveTo>
                <a:lnTo>
                  <a:pt x="128248" y="882070"/>
                </a:lnTo>
                <a:lnTo>
                  <a:pt x="128247" y="882071"/>
                </a:lnTo>
                <a:close/>
                <a:moveTo>
                  <a:pt x="350161" y="880396"/>
                </a:moveTo>
                <a:lnTo>
                  <a:pt x="340658" y="881150"/>
                </a:lnTo>
                <a:lnTo>
                  <a:pt x="340658" y="881150"/>
                </a:lnTo>
                <a:close/>
                <a:moveTo>
                  <a:pt x="796647" y="876554"/>
                </a:moveTo>
                <a:lnTo>
                  <a:pt x="796647" y="876555"/>
                </a:lnTo>
                <a:lnTo>
                  <a:pt x="808224" y="879313"/>
                </a:lnTo>
                <a:lnTo>
                  <a:pt x="809886" y="878884"/>
                </a:lnTo>
                <a:lnTo>
                  <a:pt x="808224" y="879313"/>
                </a:lnTo>
                <a:close/>
                <a:moveTo>
                  <a:pt x="1032657" y="874256"/>
                </a:moveTo>
                <a:lnTo>
                  <a:pt x="1032657" y="886667"/>
                </a:lnTo>
                <a:lnTo>
                  <a:pt x="1030218" y="894849"/>
                </a:lnTo>
                <a:lnTo>
                  <a:pt x="1032657" y="886667"/>
                </a:lnTo>
                <a:lnTo>
                  <a:pt x="1032657" y="874256"/>
                </a:lnTo>
                <a:close/>
                <a:moveTo>
                  <a:pt x="305034" y="865983"/>
                </a:moveTo>
                <a:lnTo>
                  <a:pt x="305034" y="865983"/>
                </a:lnTo>
                <a:lnTo>
                  <a:pt x="316165" y="872417"/>
                </a:lnTo>
                <a:lnTo>
                  <a:pt x="320618" y="882529"/>
                </a:lnTo>
                <a:lnTo>
                  <a:pt x="331751" y="888505"/>
                </a:lnTo>
                <a:lnTo>
                  <a:pt x="331751" y="888505"/>
                </a:lnTo>
                <a:lnTo>
                  <a:pt x="320619" y="882529"/>
                </a:lnTo>
                <a:lnTo>
                  <a:pt x="316166" y="872417"/>
                </a:lnTo>
                <a:close/>
                <a:moveTo>
                  <a:pt x="1088765" y="865063"/>
                </a:moveTo>
                <a:lnTo>
                  <a:pt x="1070508" y="869201"/>
                </a:lnTo>
                <a:lnTo>
                  <a:pt x="1063828" y="882530"/>
                </a:lnTo>
                <a:lnTo>
                  <a:pt x="1058038" y="909190"/>
                </a:lnTo>
                <a:lnTo>
                  <a:pt x="1049132" y="914706"/>
                </a:lnTo>
                <a:lnTo>
                  <a:pt x="1041564" y="917923"/>
                </a:lnTo>
                <a:lnTo>
                  <a:pt x="1041565" y="917924"/>
                </a:lnTo>
                <a:lnTo>
                  <a:pt x="1049133" y="914706"/>
                </a:lnTo>
                <a:lnTo>
                  <a:pt x="1058039" y="909190"/>
                </a:lnTo>
                <a:lnTo>
                  <a:pt x="1063828" y="882530"/>
                </a:lnTo>
                <a:lnTo>
                  <a:pt x="1070508" y="869201"/>
                </a:lnTo>
                <a:lnTo>
                  <a:pt x="1088765" y="865064"/>
                </a:lnTo>
                <a:lnTo>
                  <a:pt x="1093218" y="872878"/>
                </a:lnTo>
                <a:lnTo>
                  <a:pt x="1106132" y="890345"/>
                </a:lnTo>
                <a:lnTo>
                  <a:pt x="1113256" y="892643"/>
                </a:lnTo>
                <a:lnTo>
                  <a:pt x="1122162" y="887587"/>
                </a:lnTo>
                <a:lnTo>
                  <a:pt x="1140419" y="888966"/>
                </a:lnTo>
                <a:lnTo>
                  <a:pt x="1140419" y="888966"/>
                </a:lnTo>
                <a:lnTo>
                  <a:pt x="1122162" y="887587"/>
                </a:lnTo>
                <a:lnTo>
                  <a:pt x="1113256" y="892642"/>
                </a:lnTo>
                <a:lnTo>
                  <a:pt x="1106132" y="890344"/>
                </a:lnTo>
                <a:lnTo>
                  <a:pt x="1093218" y="872878"/>
                </a:lnTo>
                <a:close/>
                <a:moveTo>
                  <a:pt x="284549" y="861847"/>
                </a:moveTo>
                <a:lnTo>
                  <a:pt x="284549" y="861847"/>
                </a:lnTo>
                <a:lnTo>
                  <a:pt x="288556" y="874256"/>
                </a:lnTo>
                <a:close/>
                <a:moveTo>
                  <a:pt x="986345" y="860467"/>
                </a:moveTo>
                <a:lnTo>
                  <a:pt x="983592" y="865441"/>
                </a:lnTo>
                <a:lnTo>
                  <a:pt x="968533" y="892642"/>
                </a:lnTo>
                <a:lnTo>
                  <a:pt x="968534" y="892642"/>
                </a:lnTo>
                <a:lnTo>
                  <a:pt x="983592" y="865441"/>
                </a:lnTo>
                <a:lnTo>
                  <a:pt x="986345" y="860467"/>
                </a:lnTo>
                <a:close/>
                <a:moveTo>
                  <a:pt x="1274901" y="855870"/>
                </a:moveTo>
                <a:lnTo>
                  <a:pt x="1274901" y="855871"/>
                </a:lnTo>
                <a:lnTo>
                  <a:pt x="1287815" y="867362"/>
                </a:lnTo>
                <a:lnTo>
                  <a:pt x="1291377" y="877475"/>
                </a:lnTo>
                <a:lnTo>
                  <a:pt x="1291377" y="877474"/>
                </a:lnTo>
                <a:lnTo>
                  <a:pt x="1287815" y="867362"/>
                </a:lnTo>
                <a:close/>
                <a:moveTo>
                  <a:pt x="232448" y="853572"/>
                </a:moveTo>
                <a:lnTo>
                  <a:pt x="231113" y="862305"/>
                </a:lnTo>
                <a:lnTo>
                  <a:pt x="231113" y="862306"/>
                </a:lnTo>
                <a:lnTo>
                  <a:pt x="232449" y="853573"/>
                </a:lnTo>
                <a:close/>
                <a:moveTo>
                  <a:pt x="303252" y="848976"/>
                </a:moveTo>
                <a:lnTo>
                  <a:pt x="303252" y="848976"/>
                </a:lnTo>
                <a:lnTo>
                  <a:pt x="303806" y="854263"/>
                </a:lnTo>
                <a:close/>
                <a:moveTo>
                  <a:pt x="366930" y="848515"/>
                </a:moveTo>
                <a:lnTo>
                  <a:pt x="366039" y="865522"/>
                </a:lnTo>
                <a:lnTo>
                  <a:pt x="369354" y="886046"/>
                </a:lnTo>
                <a:lnTo>
                  <a:pt x="366039" y="865522"/>
                </a:lnTo>
                <a:close/>
                <a:moveTo>
                  <a:pt x="1003533" y="847027"/>
                </a:moveTo>
                <a:lnTo>
                  <a:pt x="998813" y="848516"/>
                </a:lnTo>
                <a:lnTo>
                  <a:pt x="988894" y="858023"/>
                </a:lnTo>
                <a:lnTo>
                  <a:pt x="998814" y="848516"/>
                </a:lnTo>
                <a:close/>
                <a:moveTo>
                  <a:pt x="1509131" y="844378"/>
                </a:moveTo>
                <a:lnTo>
                  <a:pt x="1503342" y="846677"/>
                </a:lnTo>
                <a:lnTo>
                  <a:pt x="1489092" y="846218"/>
                </a:lnTo>
                <a:lnTo>
                  <a:pt x="1489092" y="846218"/>
                </a:lnTo>
                <a:lnTo>
                  <a:pt x="1503342" y="846677"/>
                </a:lnTo>
                <a:lnTo>
                  <a:pt x="1509131" y="844379"/>
                </a:lnTo>
                <a:lnTo>
                  <a:pt x="1514919" y="849895"/>
                </a:lnTo>
                <a:close/>
                <a:moveTo>
                  <a:pt x="230222" y="836106"/>
                </a:moveTo>
                <a:lnTo>
                  <a:pt x="225324" y="843460"/>
                </a:lnTo>
                <a:lnTo>
                  <a:pt x="223988" y="853112"/>
                </a:lnTo>
                <a:lnTo>
                  <a:pt x="223988" y="853112"/>
                </a:lnTo>
                <a:lnTo>
                  <a:pt x="225324" y="843461"/>
                </a:lnTo>
                <a:lnTo>
                  <a:pt x="230222" y="836106"/>
                </a:lnTo>
                <a:close/>
                <a:moveTo>
                  <a:pt x="1014845" y="836105"/>
                </a:moveTo>
                <a:lnTo>
                  <a:pt x="1014845" y="843459"/>
                </a:lnTo>
                <a:lnTo>
                  <a:pt x="1015878" y="847574"/>
                </a:lnTo>
                <a:lnTo>
                  <a:pt x="1014845" y="843460"/>
                </a:lnTo>
                <a:lnTo>
                  <a:pt x="1014845" y="836106"/>
                </a:lnTo>
                <a:close/>
                <a:moveTo>
                  <a:pt x="310110" y="833540"/>
                </a:moveTo>
                <a:lnTo>
                  <a:pt x="310376" y="836564"/>
                </a:lnTo>
                <a:lnTo>
                  <a:pt x="310376" y="836564"/>
                </a:lnTo>
                <a:close/>
                <a:moveTo>
                  <a:pt x="802435" y="830589"/>
                </a:moveTo>
                <a:lnTo>
                  <a:pt x="788240" y="846178"/>
                </a:lnTo>
                <a:lnTo>
                  <a:pt x="802435" y="830589"/>
                </a:lnTo>
                <a:close/>
                <a:moveTo>
                  <a:pt x="489388" y="828751"/>
                </a:moveTo>
                <a:lnTo>
                  <a:pt x="476920" y="831509"/>
                </a:lnTo>
                <a:lnTo>
                  <a:pt x="476920" y="831509"/>
                </a:lnTo>
                <a:lnTo>
                  <a:pt x="489387" y="828751"/>
                </a:lnTo>
                <a:close/>
                <a:moveTo>
                  <a:pt x="1260206" y="817260"/>
                </a:moveTo>
                <a:lnTo>
                  <a:pt x="1245065" y="819098"/>
                </a:lnTo>
                <a:lnTo>
                  <a:pt x="1251745" y="827372"/>
                </a:lnTo>
                <a:lnTo>
                  <a:pt x="1253971" y="845299"/>
                </a:lnTo>
                <a:lnTo>
                  <a:pt x="1240612" y="861387"/>
                </a:lnTo>
                <a:lnTo>
                  <a:pt x="1228590" y="882530"/>
                </a:lnTo>
                <a:lnTo>
                  <a:pt x="1215676" y="885748"/>
                </a:lnTo>
                <a:lnTo>
                  <a:pt x="1194301" y="868741"/>
                </a:lnTo>
                <a:lnTo>
                  <a:pt x="1184950" y="874716"/>
                </a:lnTo>
                <a:lnTo>
                  <a:pt x="1182723" y="882990"/>
                </a:lnTo>
                <a:lnTo>
                  <a:pt x="1169810" y="888966"/>
                </a:lnTo>
                <a:lnTo>
                  <a:pt x="1168919" y="894941"/>
                </a:lnTo>
                <a:lnTo>
                  <a:pt x="1143983" y="894941"/>
                </a:lnTo>
                <a:lnTo>
                  <a:pt x="1142779" y="892922"/>
                </a:lnTo>
                <a:lnTo>
                  <a:pt x="1143983" y="894941"/>
                </a:lnTo>
                <a:lnTo>
                  <a:pt x="1168919" y="894941"/>
                </a:lnTo>
                <a:lnTo>
                  <a:pt x="1169810" y="888966"/>
                </a:lnTo>
                <a:lnTo>
                  <a:pt x="1182724" y="882990"/>
                </a:lnTo>
                <a:lnTo>
                  <a:pt x="1184950" y="874716"/>
                </a:lnTo>
                <a:lnTo>
                  <a:pt x="1194301" y="868741"/>
                </a:lnTo>
                <a:lnTo>
                  <a:pt x="1215676" y="885748"/>
                </a:lnTo>
                <a:lnTo>
                  <a:pt x="1228590" y="882530"/>
                </a:lnTo>
                <a:lnTo>
                  <a:pt x="1240613" y="861387"/>
                </a:lnTo>
                <a:lnTo>
                  <a:pt x="1253972" y="845299"/>
                </a:lnTo>
                <a:lnTo>
                  <a:pt x="1251746" y="827372"/>
                </a:lnTo>
                <a:lnTo>
                  <a:pt x="1245066" y="819099"/>
                </a:lnTo>
                <a:close/>
                <a:moveTo>
                  <a:pt x="217308" y="815421"/>
                </a:moveTo>
                <a:lnTo>
                  <a:pt x="219980" y="823695"/>
                </a:lnTo>
                <a:lnTo>
                  <a:pt x="219981" y="823695"/>
                </a:lnTo>
                <a:lnTo>
                  <a:pt x="217309" y="815422"/>
                </a:lnTo>
                <a:close/>
                <a:moveTo>
                  <a:pt x="96631" y="810824"/>
                </a:moveTo>
                <a:lnTo>
                  <a:pt x="93959" y="814042"/>
                </a:lnTo>
                <a:lnTo>
                  <a:pt x="95740" y="823695"/>
                </a:lnTo>
                <a:lnTo>
                  <a:pt x="91732" y="827371"/>
                </a:lnTo>
                <a:lnTo>
                  <a:pt x="86389" y="827831"/>
                </a:lnTo>
                <a:lnTo>
                  <a:pt x="79709" y="832428"/>
                </a:lnTo>
                <a:lnTo>
                  <a:pt x="79710" y="832428"/>
                </a:lnTo>
                <a:lnTo>
                  <a:pt x="86389" y="827831"/>
                </a:lnTo>
                <a:lnTo>
                  <a:pt x="91733" y="827372"/>
                </a:lnTo>
                <a:lnTo>
                  <a:pt x="95741" y="823695"/>
                </a:lnTo>
                <a:lnTo>
                  <a:pt x="93959" y="814042"/>
                </a:lnTo>
                <a:close/>
                <a:moveTo>
                  <a:pt x="1005048" y="810365"/>
                </a:moveTo>
                <a:lnTo>
                  <a:pt x="1005492" y="827372"/>
                </a:lnTo>
                <a:lnTo>
                  <a:pt x="1011511" y="832992"/>
                </a:lnTo>
                <a:lnTo>
                  <a:pt x="1005493" y="827372"/>
                </a:lnTo>
                <a:close/>
                <a:moveTo>
                  <a:pt x="999259" y="798874"/>
                </a:moveTo>
                <a:lnTo>
                  <a:pt x="990798" y="800712"/>
                </a:lnTo>
                <a:lnTo>
                  <a:pt x="990798" y="800712"/>
                </a:lnTo>
                <a:close/>
                <a:moveTo>
                  <a:pt x="795868" y="778354"/>
                </a:moveTo>
                <a:lnTo>
                  <a:pt x="806442" y="778649"/>
                </a:lnTo>
                <a:lnTo>
                  <a:pt x="806442" y="778649"/>
                </a:lnTo>
                <a:close/>
                <a:moveTo>
                  <a:pt x="61453" y="773593"/>
                </a:moveTo>
                <a:lnTo>
                  <a:pt x="61453" y="773593"/>
                </a:lnTo>
                <a:lnTo>
                  <a:pt x="72139" y="779568"/>
                </a:lnTo>
                <a:lnTo>
                  <a:pt x="72139" y="779568"/>
                </a:lnTo>
                <a:close/>
                <a:moveTo>
                  <a:pt x="543715" y="772674"/>
                </a:moveTo>
                <a:lnTo>
                  <a:pt x="543715" y="772674"/>
                </a:lnTo>
                <a:lnTo>
                  <a:pt x="540152" y="789681"/>
                </a:lnTo>
                <a:lnTo>
                  <a:pt x="533027" y="801632"/>
                </a:lnTo>
                <a:lnTo>
                  <a:pt x="531421" y="825673"/>
                </a:lnTo>
                <a:lnTo>
                  <a:pt x="533027" y="801631"/>
                </a:lnTo>
                <a:lnTo>
                  <a:pt x="540153" y="789680"/>
                </a:lnTo>
                <a:close/>
                <a:moveTo>
                  <a:pt x="89060" y="765318"/>
                </a:moveTo>
                <a:lnTo>
                  <a:pt x="80599" y="769915"/>
                </a:lnTo>
                <a:lnTo>
                  <a:pt x="73030" y="769915"/>
                </a:lnTo>
                <a:lnTo>
                  <a:pt x="73031" y="769915"/>
                </a:lnTo>
                <a:lnTo>
                  <a:pt x="80601" y="769915"/>
                </a:lnTo>
                <a:lnTo>
                  <a:pt x="89061" y="765319"/>
                </a:lnTo>
                <a:close/>
                <a:moveTo>
                  <a:pt x="1418289" y="737280"/>
                </a:moveTo>
                <a:lnTo>
                  <a:pt x="1404546" y="743930"/>
                </a:lnTo>
                <a:lnTo>
                  <a:pt x="1418289" y="737281"/>
                </a:lnTo>
                <a:lnTo>
                  <a:pt x="1424524" y="743256"/>
                </a:lnTo>
                <a:lnTo>
                  <a:pt x="1441889" y="743716"/>
                </a:lnTo>
                <a:lnTo>
                  <a:pt x="1464154" y="755667"/>
                </a:lnTo>
                <a:lnTo>
                  <a:pt x="1470834" y="765779"/>
                </a:lnTo>
                <a:lnTo>
                  <a:pt x="1482413" y="775431"/>
                </a:lnTo>
                <a:lnTo>
                  <a:pt x="1493545" y="792439"/>
                </a:lnTo>
                <a:lnTo>
                  <a:pt x="1502451" y="802091"/>
                </a:lnTo>
                <a:lnTo>
                  <a:pt x="1502451" y="802091"/>
                </a:lnTo>
                <a:lnTo>
                  <a:pt x="1513137" y="804849"/>
                </a:lnTo>
                <a:lnTo>
                  <a:pt x="1513137" y="804849"/>
                </a:lnTo>
                <a:lnTo>
                  <a:pt x="1502451" y="802091"/>
                </a:lnTo>
                <a:lnTo>
                  <a:pt x="1493545" y="792438"/>
                </a:lnTo>
                <a:lnTo>
                  <a:pt x="1482413" y="775431"/>
                </a:lnTo>
                <a:lnTo>
                  <a:pt x="1470835" y="765779"/>
                </a:lnTo>
                <a:lnTo>
                  <a:pt x="1464155" y="755666"/>
                </a:lnTo>
                <a:lnTo>
                  <a:pt x="1441890" y="743715"/>
                </a:lnTo>
                <a:lnTo>
                  <a:pt x="1424524" y="743255"/>
                </a:lnTo>
                <a:close/>
                <a:moveTo>
                  <a:pt x="1012024" y="716596"/>
                </a:moveTo>
                <a:lnTo>
                  <a:pt x="1004602" y="731305"/>
                </a:lnTo>
                <a:lnTo>
                  <a:pt x="998813" y="749232"/>
                </a:lnTo>
                <a:lnTo>
                  <a:pt x="1004157" y="756126"/>
                </a:lnTo>
                <a:lnTo>
                  <a:pt x="1004157" y="756126"/>
                </a:lnTo>
                <a:lnTo>
                  <a:pt x="998813" y="749231"/>
                </a:lnTo>
                <a:lnTo>
                  <a:pt x="1004602" y="731305"/>
                </a:lnTo>
                <a:close/>
                <a:moveTo>
                  <a:pt x="77038" y="682582"/>
                </a:moveTo>
                <a:lnTo>
                  <a:pt x="89060" y="690855"/>
                </a:lnTo>
                <a:lnTo>
                  <a:pt x="105091" y="698669"/>
                </a:lnTo>
                <a:lnTo>
                  <a:pt x="120232" y="720732"/>
                </a:lnTo>
                <a:lnTo>
                  <a:pt x="136262" y="740957"/>
                </a:lnTo>
                <a:lnTo>
                  <a:pt x="137153" y="759343"/>
                </a:lnTo>
                <a:lnTo>
                  <a:pt x="142051" y="776350"/>
                </a:lnTo>
                <a:lnTo>
                  <a:pt x="147637" y="781539"/>
                </a:lnTo>
                <a:lnTo>
                  <a:pt x="142053" y="776351"/>
                </a:lnTo>
                <a:lnTo>
                  <a:pt x="137154" y="759344"/>
                </a:lnTo>
                <a:lnTo>
                  <a:pt x="136264" y="740958"/>
                </a:lnTo>
                <a:lnTo>
                  <a:pt x="144725" y="735443"/>
                </a:lnTo>
                <a:lnTo>
                  <a:pt x="149178" y="717976"/>
                </a:lnTo>
                <a:lnTo>
                  <a:pt x="157193" y="717516"/>
                </a:lnTo>
                <a:lnTo>
                  <a:pt x="174559" y="725790"/>
                </a:lnTo>
                <a:lnTo>
                  <a:pt x="188810" y="719814"/>
                </a:lnTo>
                <a:lnTo>
                  <a:pt x="198161" y="721653"/>
                </a:lnTo>
                <a:lnTo>
                  <a:pt x="202169" y="715217"/>
                </a:lnTo>
                <a:lnTo>
                  <a:pt x="302361" y="714758"/>
                </a:lnTo>
                <a:lnTo>
                  <a:pt x="308150" y="694074"/>
                </a:lnTo>
                <a:lnTo>
                  <a:pt x="308150" y="694074"/>
                </a:lnTo>
                <a:lnTo>
                  <a:pt x="302361" y="714757"/>
                </a:lnTo>
                <a:lnTo>
                  <a:pt x="202168" y="715217"/>
                </a:lnTo>
                <a:lnTo>
                  <a:pt x="198161" y="721652"/>
                </a:lnTo>
                <a:lnTo>
                  <a:pt x="188809" y="719814"/>
                </a:lnTo>
                <a:lnTo>
                  <a:pt x="174559" y="725789"/>
                </a:lnTo>
                <a:lnTo>
                  <a:pt x="157193" y="717515"/>
                </a:lnTo>
                <a:lnTo>
                  <a:pt x="149178" y="717975"/>
                </a:lnTo>
                <a:lnTo>
                  <a:pt x="144725" y="735441"/>
                </a:lnTo>
                <a:lnTo>
                  <a:pt x="136264" y="740958"/>
                </a:lnTo>
                <a:lnTo>
                  <a:pt x="120233" y="720733"/>
                </a:lnTo>
                <a:lnTo>
                  <a:pt x="105093" y="698669"/>
                </a:lnTo>
                <a:lnTo>
                  <a:pt x="89062" y="690855"/>
                </a:lnTo>
                <a:close/>
                <a:moveTo>
                  <a:pt x="1366634" y="662817"/>
                </a:moveTo>
                <a:lnTo>
                  <a:pt x="1359063" y="672010"/>
                </a:lnTo>
                <a:lnTo>
                  <a:pt x="1357728" y="691316"/>
                </a:lnTo>
                <a:lnTo>
                  <a:pt x="1348822" y="734983"/>
                </a:lnTo>
                <a:lnTo>
                  <a:pt x="1351938" y="746474"/>
                </a:lnTo>
                <a:lnTo>
                  <a:pt x="1348822" y="771755"/>
                </a:lnTo>
                <a:lnTo>
                  <a:pt x="1339916" y="801172"/>
                </a:lnTo>
                <a:lnTo>
                  <a:pt x="1325220" y="815422"/>
                </a:lnTo>
                <a:lnTo>
                  <a:pt x="1314978" y="838404"/>
                </a:lnTo>
                <a:lnTo>
                  <a:pt x="1312751" y="850355"/>
                </a:lnTo>
                <a:lnTo>
                  <a:pt x="1301174" y="858628"/>
                </a:lnTo>
                <a:lnTo>
                  <a:pt x="1294494" y="889425"/>
                </a:lnTo>
                <a:lnTo>
                  <a:pt x="1294494" y="893102"/>
                </a:lnTo>
                <a:lnTo>
                  <a:pt x="1290932" y="892183"/>
                </a:lnTo>
                <a:lnTo>
                  <a:pt x="1290932" y="892183"/>
                </a:lnTo>
                <a:lnTo>
                  <a:pt x="1294494" y="893102"/>
                </a:lnTo>
                <a:lnTo>
                  <a:pt x="1295385" y="916085"/>
                </a:lnTo>
                <a:lnTo>
                  <a:pt x="1291866" y="924714"/>
                </a:lnTo>
                <a:lnTo>
                  <a:pt x="1295386" y="916085"/>
                </a:lnTo>
                <a:lnTo>
                  <a:pt x="1294495" y="893102"/>
                </a:lnTo>
                <a:lnTo>
                  <a:pt x="1294495" y="889425"/>
                </a:lnTo>
                <a:lnTo>
                  <a:pt x="1301174" y="858628"/>
                </a:lnTo>
                <a:lnTo>
                  <a:pt x="1312752" y="850354"/>
                </a:lnTo>
                <a:lnTo>
                  <a:pt x="1314978" y="838404"/>
                </a:lnTo>
                <a:lnTo>
                  <a:pt x="1325221" y="815421"/>
                </a:lnTo>
                <a:lnTo>
                  <a:pt x="1339916" y="801172"/>
                </a:lnTo>
                <a:lnTo>
                  <a:pt x="1348822" y="771755"/>
                </a:lnTo>
                <a:lnTo>
                  <a:pt x="1351939" y="746474"/>
                </a:lnTo>
                <a:lnTo>
                  <a:pt x="1381329" y="752909"/>
                </a:lnTo>
                <a:lnTo>
                  <a:pt x="1388008" y="730845"/>
                </a:lnTo>
                <a:lnTo>
                  <a:pt x="1404039" y="744175"/>
                </a:lnTo>
                <a:lnTo>
                  <a:pt x="1404039" y="744175"/>
                </a:lnTo>
                <a:lnTo>
                  <a:pt x="1388008" y="730845"/>
                </a:lnTo>
                <a:lnTo>
                  <a:pt x="1381329" y="752908"/>
                </a:lnTo>
                <a:lnTo>
                  <a:pt x="1351939" y="746473"/>
                </a:lnTo>
                <a:lnTo>
                  <a:pt x="1348822" y="734982"/>
                </a:lnTo>
                <a:lnTo>
                  <a:pt x="1357728" y="691315"/>
                </a:lnTo>
                <a:lnTo>
                  <a:pt x="1359064" y="672010"/>
                </a:lnTo>
                <a:lnTo>
                  <a:pt x="1366634" y="662817"/>
                </a:lnTo>
                <a:close/>
                <a:moveTo>
                  <a:pt x="1520710" y="653623"/>
                </a:moveTo>
                <a:lnTo>
                  <a:pt x="1520709" y="653625"/>
                </a:lnTo>
                <a:lnTo>
                  <a:pt x="1531395" y="660979"/>
                </a:lnTo>
                <a:lnTo>
                  <a:pt x="1538075" y="658220"/>
                </a:lnTo>
                <a:lnTo>
                  <a:pt x="1566573" y="657761"/>
                </a:lnTo>
                <a:lnTo>
                  <a:pt x="1571473" y="660519"/>
                </a:lnTo>
                <a:lnTo>
                  <a:pt x="1595964" y="663737"/>
                </a:lnTo>
                <a:lnTo>
                  <a:pt x="1605315" y="662358"/>
                </a:lnTo>
                <a:lnTo>
                  <a:pt x="1611995" y="672010"/>
                </a:lnTo>
                <a:lnTo>
                  <a:pt x="1611997" y="672009"/>
                </a:lnTo>
                <a:lnTo>
                  <a:pt x="1605317" y="662357"/>
                </a:lnTo>
                <a:lnTo>
                  <a:pt x="1595966" y="663736"/>
                </a:lnTo>
                <a:lnTo>
                  <a:pt x="1571474" y="660518"/>
                </a:lnTo>
                <a:lnTo>
                  <a:pt x="1566575" y="657760"/>
                </a:lnTo>
                <a:lnTo>
                  <a:pt x="1538076" y="658220"/>
                </a:lnTo>
                <a:lnTo>
                  <a:pt x="1531397" y="660978"/>
                </a:lnTo>
                <a:close/>
                <a:moveTo>
                  <a:pt x="546832" y="606740"/>
                </a:moveTo>
                <a:lnTo>
                  <a:pt x="519223" y="609957"/>
                </a:lnTo>
                <a:lnTo>
                  <a:pt x="519218" y="609733"/>
                </a:lnTo>
                <a:lnTo>
                  <a:pt x="519223" y="609958"/>
                </a:lnTo>
                <a:lnTo>
                  <a:pt x="546832" y="606740"/>
                </a:lnTo>
                <a:lnTo>
                  <a:pt x="547277" y="674768"/>
                </a:lnTo>
                <a:close/>
                <a:moveTo>
                  <a:pt x="507200" y="586056"/>
                </a:moveTo>
                <a:lnTo>
                  <a:pt x="507200" y="586056"/>
                </a:lnTo>
                <a:lnTo>
                  <a:pt x="518777" y="591111"/>
                </a:lnTo>
                <a:close/>
                <a:moveTo>
                  <a:pt x="1032211" y="581918"/>
                </a:moveTo>
                <a:lnTo>
                  <a:pt x="1032211" y="581919"/>
                </a:lnTo>
                <a:lnTo>
                  <a:pt x="1060711" y="581919"/>
                </a:lnTo>
                <a:lnTo>
                  <a:pt x="1060711" y="581918"/>
                </a:lnTo>
                <a:close/>
                <a:moveTo>
                  <a:pt x="77856" y="530489"/>
                </a:moveTo>
                <a:lnTo>
                  <a:pt x="75702" y="537791"/>
                </a:lnTo>
                <a:lnTo>
                  <a:pt x="75703" y="537791"/>
                </a:lnTo>
                <a:close/>
                <a:moveTo>
                  <a:pt x="680719" y="517108"/>
                </a:moveTo>
                <a:lnTo>
                  <a:pt x="652814" y="535953"/>
                </a:lnTo>
                <a:lnTo>
                  <a:pt x="629064" y="555259"/>
                </a:lnTo>
                <a:lnTo>
                  <a:pt x="652814" y="535953"/>
                </a:lnTo>
                <a:close/>
                <a:moveTo>
                  <a:pt x="1802801" y="502271"/>
                </a:moveTo>
                <a:lnTo>
                  <a:pt x="1798578" y="508374"/>
                </a:lnTo>
                <a:lnTo>
                  <a:pt x="1798578" y="508374"/>
                </a:lnTo>
                <a:close/>
                <a:moveTo>
                  <a:pt x="1808734" y="478212"/>
                </a:moveTo>
                <a:lnTo>
                  <a:pt x="1803030" y="489988"/>
                </a:lnTo>
                <a:lnTo>
                  <a:pt x="1803030" y="501939"/>
                </a:lnTo>
                <a:lnTo>
                  <a:pt x="1803031" y="501939"/>
                </a:lnTo>
                <a:lnTo>
                  <a:pt x="1803031" y="501938"/>
                </a:lnTo>
                <a:lnTo>
                  <a:pt x="1803031" y="489988"/>
                </a:lnTo>
                <a:close/>
                <a:moveTo>
                  <a:pt x="1813717" y="455973"/>
                </a:moveTo>
                <a:lnTo>
                  <a:pt x="1813717" y="455974"/>
                </a:lnTo>
                <a:lnTo>
                  <a:pt x="1818616" y="460111"/>
                </a:lnTo>
                <a:lnTo>
                  <a:pt x="1807928" y="466086"/>
                </a:lnTo>
                <a:lnTo>
                  <a:pt x="1808819" y="478038"/>
                </a:lnTo>
                <a:lnTo>
                  <a:pt x="1808819" y="478037"/>
                </a:lnTo>
                <a:lnTo>
                  <a:pt x="1807929" y="466086"/>
                </a:lnTo>
                <a:lnTo>
                  <a:pt x="1818616" y="460111"/>
                </a:lnTo>
                <a:close/>
                <a:moveTo>
                  <a:pt x="147396" y="406791"/>
                </a:moveTo>
                <a:lnTo>
                  <a:pt x="146506" y="482633"/>
                </a:lnTo>
                <a:lnTo>
                  <a:pt x="147396" y="406791"/>
                </a:lnTo>
                <a:lnTo>
                  <a:pt x="227550" y="408630"/>
                </a:lnTo>
                <a:lnTo>
                  <a:pt x="227550" y="408630"/>
                </a:lnTo>
                <a:close/>
                <a:moveTo>
                  <a:pt x="145614" y="404034"/>
                </a:moveTo>
                <a:lnTo>
                  <a:pt x="133591" y="441265"/>
                </a:lnTo>
                <a:lnTo>
                  <a:pt x="98412" y="472982"/>
                </a:lnTo>
                <a:lnTo>
                  <a:pt x="89506" y="513890"/>
                </a:lnTo>
                <a:lnTo>
                  <a:pt x="83973" y="520792"/>
                </a:lnTo>
                <a:lnTo>
                  <a:pt x="89507" y="513890"/>
                </a:lnTo>
                <a:lnTo>
                  <a:pt x="98413" y="472981"/>
                </a:lnTo>
                <a:lnTo>
                  <a:pt x="133592" y="441265"/>
                </a:lnTo>
                <a:lnTo>
                  <a:pt x="145615" y="404034"/>
                </a:lnTo>
                <a:close/>
                <a:moveTo>
                  <a:pt x="1677453" y="397599"/>
                </a:moveTo>
                <a:lnTo>
                  <a:pt x="1678790" y="398059"/>
                </a:lnTo>
                <a:lnTo>
                  <a:pt x="1679680" y="397599"/>
                </a:lnTo>
                <a:lnTo>
                  <a:pt x="1681461" y="400817"/>
                </a:lnTo>
                <a:lnTo>
                  <a:pt x="1681016" y="401737"/>
                </a:lnTo>
                <a:lnTo>
                  <a:pt x="1681461" y="405873"/>
                </a:lnTo>
                <a:lnTo>
                  <a:pt x="1681461" y="409091"/>
                </a:lnTo>
                <a:lnTo>
                  <a:pt x="1680571" y="410930"/>
                </a:lnTo>
                <a:lnTo>
                  <a:pt x="1680125" y="409091"/>
                </a:lnTo>
                <a:lnTo>
                  <a:pt x="1677453" y="405413"/>
                </a:lnTo>
                <a:lnTo>
                  <a:pt x="1677899" y="403575"/>
                </a:lnTo>
                <a:lnTo>
                  <a:pt x="1677008" y="400357"/>
                </a:lnTo>
                <a:lnTo>
                  <a:pt x="1677008" y="398518"/>
                </a:lnTo>
                <a:close/>
                <a:moveTo>
                  <a:pt x="673119" y="396779"/>
                </a:moveTo>
                <a:lnTo>
                  <a:pt x="668844" y="402195"/>
                </a:lnTo>
                <a:lnTo>
                  <a:pt x="683985" y="423799"/>
                </a:lnTo>
                <a:lnTo>
                  <a:pt x="684875" y="436209"/>
                </a:lnTo>
                <a:lnTo>
                  <a:pt x="694227" y="452757"/>
                </a:lnTo>
                <a:lnTo>
                  <a:pt x="705359" y="447241"/>
                </a:lnTo>
                <a:lnTo>
                  <a:pt x="725398" y="461031"/>
                </a:lnTo>
                <a:lnTo>
                  <a:pt x="736530" y="479416"/>
                </a:lnTo>
                <a:lnTo>
                  <a:pt x="736530" y="479416"/>
                </a:lnTo>
                <a:lnTo>
                  <a:pt x="775716" y="492287"/>
                </a:lnTo>
                <a:lnTo>
                  <a:pt x="789967" y="508374"/>
                </a:lnTo>
                <a:lnTo>
                  <a:pt x="806888" y="497342"/>
                </a:lnTo>
                <a:lnTo>
                  <a:pt x="806888" y="497343"/>
                </a:lnTo>
                <a:lnTo>
                  <a:pt x="831380" y="481255"/>
                </a:lnTo>
                <a:lnTo>
                  <a:pt x="931573" y="537792"/>
                </a:lnTo>
                <a:lnTo>
                  <a:pt x="1032211" y="594329"/>
                </a:lnTo>
                <a:lnTo>
                  <a:pt x="1037110" y="711540"/>
                </a:lnTo>
                <a:lnTo>
                  <a:pt x="1037110" y="711540"/>
                </a:lnTo>
                <a:lnTo>
                  <a:pt x="1032211" y="594329"/>
                </a:lnTo>
                <a:lnTo>
                  <a:pt x="1032211" y="594328"/>
                </a:lnTo>
                <a:lnTo>
                  <a:pt x="931574" y="537791"/>
                </a:lnTo>
                <a:lnTo>
                  <a:pt x="831381" y="481254"/>
                </a:lnTo>
                <a:lnTo>
                  <a:pt x="806889" y="497342"/>
                </a:lnTo>
                <a:lnTo>
                  <a:pt x="789968" y="508374"/>
                </a:lnTo>
                <a:lnTo>
                  <a:pt x="775717" y="492286"/>
                </a:lnTo>
                <a:lnTo>
                  <a:pt x="736531" y="479415"/>
                </a:lnTo>
                <a:lnTo>
                  <a:pt x="725399" y="461029"/>
                </a:lnTo>
                <a:lnTo>
                  <a:pt x="705360" y="447240"/>
                </a:lnTo>
                <a:lnTo>
                  <a:pt x="694228" y="452756"/>
                </a:lnTo>
                <a:lnTo>
                  <a:pt x="684875" y="436209"/>
                </a:lnTo>
                <a:lnTo>
                  <a:pt x="683985" y="423797"/>
                </a:lnTo>
                <a:lnTo>
                  <a:pt x="668845" y="402194"/>
                </a:lnTo>
                <a:close/>
                <a:moveTo>
                  <a:pt x="1820843" y="393461"/>
                </a:moveTo>
                <a:lnTo>
                  <a:pt x="1823959" y="395759"/>
                </a:lnTo>
                <a:lnTo>
                  <a:pt x="1823070" y="408170"/>
                </a:lnTo>
                <a:lnTo>
                  <a:pt x="1820397" y="413226"/>
                </a:lnTo>
                <a:lnTo>
                  <a:pt x="1814608" y="403114"/>
                </a:lnTo>
                <a:close/>
                <a:moveTo>
                  <a:pt x="162092" y="378753"/>
                </a:moveTo>
                <a:lnTo>
                  <a:pt x="162090" y="378753"/>
                </a:lnTo>
                <a:lnTo>
                  <a:pt x="153630" y="401736"/>
                </a:lnTo>
                <a:lnTo>
                  <a:pt x="153631" y="401735"/>
                </a:lnTo>
                <a:close/>
                <a:moveTo>
                  <a:pt x="675969" y="371398"/>
                </a:moveTo>
                <a:lnTo>
                  <a:pt x="675969" y="371399"/>
                </a:lnTo>
                <a:lnTo>
                  <a:pt x="678641" y="389784"/>
                </a:lnTo>
                <a:lnTo>
                  <a:pt x="678642" y="389784"/>
                </a:lnTo>
                <a:close/>
                <a:moveTo>
                  <a:pt x="1973581" y="364044"/>
                </a:moveTo>
                <a:lnTo>
                  <a:pt x="1973581" y="364044"/>
                </a:lnTo>
                <a:lnTo>
                  <a:pt x="1985604" y="369100"/>
                </a:lnTo>
                <a:lnTo>
                  <a:pt x="1985604" y="369100"/>
                </a:lnTo>
                <a:close/>
                <a:moveTo>
                  <a:pt x="228441" y="363584"/>
                </a:moveTo>
                <a:lnTo>
                  <a:pt x="228441" y="363585"/>
                </a:lnTo>
                <a:lnTo>
                  <a:pt x="319728" y="435290"/>
                </a:lnTo>
                <a:lnTo>
                  <a:pt x="281877" y="435749"/>
                </a:lnTo>
                <a:lnTo>
                  <a:pt x="281877" y="435750"/>
                </a:lnTo>
                <a:lnTo>
                  <a:pt x="319728" y="435290"/>
                </a:lnTo>
                <a:lnTo>
                  <a:pt x="364539" y="470106"/>
                </a:lnTo>
                <a:lnTo>
                  <a:pt x="319728" y="435290"/>
                </a:lnTo>
                <a:close/>
                <a:moveTo>
                  <a:pt x="225323" y="356230"/>
                </a:moveTo>
                <a:lnTo>
                  <a:pt x="225769" y="371858"/>
                </a:lnTo>
                <a:lnTo>
                  <a:pt x="225769" y="371858"/>
                </a:lnTo>
                <a:lnTo>
                  <a:pt x="225324" y="356230"/>
                </a:lnTo>
                <a:close/>
                <a:moveTo>
                  <a:pt x="1943746" y="325433"/>
                </a:moveTo>
                <a:lnTo>
                  <a:pt x="1969127" y="338303"/>
                </a:lnTo>
                <a:lnTo>
                  <a:pt x="1969127" y="338303"/>
                </a:lnTo>
                <a:close/>
                <a:moveTo>
                  <a:pt x="229777" y="321296"/>
                </a:moveTo>
                <a:lnTo>
                  <a:pt x="229776" y="321297"/>
                </a:lnTo>
                <a:lnTo>
                  <a:pt x="229331" y="356229"/>
                </a:lnTo>
                <a:close/>
                <a:moveTo>
                  <a:pt x="680119" y="319654"/>
                </a:moveTo>
                <a:lnTo>
                  <a:pt x="676860" y="341521"/>
                </a:lnTo>
                <a:lnTo>
                  <a:pt x="678641" y="355311"/>
                </a:lnTo>
                <a:lnTo>
                  <a:pt x="676870" y="365978"/>
                </a:lnTo>
                <a:lnTo>
                  <a:pt x="678642" y="355310"/>
                </a:lnTo>
                <a:lnTo>
                  <a:pt x="676860" y="341520"/>
                </a:lnTo>
                <a:close/>
                <a:moveTo>
                  <a:pt x="2002525" y="299692"/>
                </a:moveTo>
                <a:lnTo>
                  <a:pt x="2001011" y="302124"/>
                </a:lnTo>
                <a:lnTo>
                  <a:pt x="2002525" y="299693"/>
                </a:lnTo>
                <a:lnTo>
                  <a:pt x="2017314" y="302041"/>
                </a:lnTo>
                <a:close/>
                <a:moveTo>
                  <a:pt x="1331456" y="290959"/>
                </a:moveTo>
                <a:lnTo>
                  <a:pt x="1331455" y="290960"/>
                </a:lnTo>
                <a:lnTo>
                  <a:pt x="1326556" y="301531"/>
                </a:lnTo>
                <a:lnTo>
                  <a:pt x="1317205" y="310724"/>
                </a:lnTo>
                <a:lnTo>
                  <a:pt x="1317206" y="310724"/>
                </a:lnTo>
                <a:lnTo>
                  <a:pt x="1326558" y="301531"/>
                </a:lnTo>
                <a:close/>
                <a:moveTo>
                  <a:pt x="1352830" y="276709"/>
                </a:moveTo>
                <a:lnTo>
                  <a:pt x="1352829" y="276710"/>
                </a:lnTo>
                <a:lnTo>
                  <a:pt x="1349712" y="286822"/>
                </a:lnTo>
                <a:lnTo>
                  <a:pt x="1347479" y="287328"/>
                </a:lnTo>
                <a:lnTo>
                  <a:pt x="1349713" y="286822"/>
                </a:lnTo>
                <a:close/>
                <a:moveTo>
                  <a:pt x="1044235" y="267517"/>
                </a:moveTo>
                <a:lnTo>
                  <a:pt x="1039337" y="285443"/>
                </a:lnTo>
                <a:lnTo>
                  <a:pt x="1039337" y="285443"/>
                </a:lnTo>
                <a:lnTo>
                  <a:pt x="1044235" y="267517"/>
                </a:lnTo>
                <a:close/>
                <a:moveTo>
                  <a:pt x="1933342" y="261170"/>
                </a:moveTo>
                <a:lnTo>
                  <a:pt x="1934395" y="265219"/>
                </a:lnTo>
                <a:lnTo>
                  <a:pt x="1934395" y="265218"/>
                </a:lnTo>
                <a:close/>
                <a:moveTo>
                  <a:pt x="1295230" y="260762"/>
                </a:moveTo>
                <a:lnTo>
                  <a:pt x="1288260" y="301529"/>
                </a:lnTo>
                <a:lnTo>
                  <a:pt x="1288260" y="301530"/>
                </a:lnTo>
                <a:close/>
                <a:moveTo>
                  <a:pt x="2048918" y="259909"/>
                </a:moveTo>
                <a:lnTo>
                  <a:pt x="2045720" y="265218"/>
                </a:lnTo>
                <a:lnTo>
                  <a:pt x="2045720" y="265219"/>
                </a:lnTo>
                <a:close/>
                <a:moveTo>
                  <a:pt x="1294495" y="243156"/>
                </a:moveTo>
                <a:lnTo>
                  <a:pt x="1290734" y="244398"/>
                </a:lnTo>
                <a:lnTo>
                  <a:pt x="1294494" y="243156"/>
                </a:lnTo>
                <a:lnTo>
                  <a:pt x="1296276" y="254647"/>
                </a:lnTo>
                <a:lnTo>
                  <a:pt x="1296276" y="254647"/>
                </a:lnTo>
                <a:close/>
                <a:moveTo>
                  <a:pt x="1333238" y="242236"/>
                </a:moveTo>
                <a:lnTo>
                  <a:pt x="1333236" y="242236"/>
                </a:lnTo>
                <a:lnTo>
                  <a:pt x="1359954" y="272114"/>
                </a:lnTo>
                <a:lnTo>
                  <a:pt x="1359955" y="272113"/>
                </a:lnTo>
                <a:close/>
                <a:moveTo>
                  <a:pt x="2092922" y="236260"/>
                </a:moveTo>
                <a:lnTo>
                  <a:pt x="2082674" y="238641"/>
                </a:lnTo>
                <a:lnTo>
                  <a:pt x="2092922" y="236261"/>
                </a:lnTo>
                <a:lnTo>
                  <a:pt x="2102272" y="239018"/>
                </a:lnTo>
                <a:close/>
                <a:moveTo>
                  <a:pt x="388999" y="223409"/>
                </a:moveTo>
                <a:lnTo>
                  <a:pt x="377617" y="225229"/>
                </a:lnTo>
                <a:lnTo>
                  <a:pt x="366484" y="235801"/>
                </a:lnTo>
                <a:lnTo>
                  <a:pt x="361883" y="236721"/>
                </a:lnTo>
                <a:lnTo>
                  <a:pt x="366484" y="235802"/>
                </a:lnTo>
                <a:lnTo>
                  <a:pt x="377617" y="225230"/>
                </a:lnTo>
                <a:close/>
                <a:moveTo>
                  <a:pt x="1294157" y="215553"/>
                </a:moveTo>
                <a:lnTo>
                  <a:pt x="1295385" y="216036"/>
                </a:lnTo>
                <a:lnTo>
                  <a:pt x="1295385" y="216036"/>
                </a:lnTo>
                <a:close/>
                <a:moveTo>
                  <a:pt x="1286033" y="212359"/>
                </a:moveTo>
                <a:lnTo>
                  <a:pt x="1282917" y="231665"/>
                </a:lnTo>
                <a:lnTo>
                  <a:pt x="1289596" y="234882"/>
                </a:lnTo>
                <a:lnTo>
                  <a:pt x="1283807" y="239019"/>
                </a:lnTo>
                <a:lnTo>
                  <a:pt x="1283362" y="246833"/>
                </a:lnTo>
                <a:lnTo>
                  <a:pt x="1283362" y="246833"/>
                </a:lnTo>
                <a:lnTo>
                  <a:pt x="1283808" y="239019"/>
                </a:lnTo>
                <a:lnTo>
                  <a:pt x="1289597" y="234882"/>
                </a:lnTo>
                <a:lnTo>
                  <a:pt x="1282917" y="231664"/>
                </a:lnTo>
                <a:lnTo>
                  <a:pt x="1286034" y="212360"/>
                </a:lnTo>
                <a:close/>
                <a:moveTo>
                  <a:pt x="1299187" y="204899"/>
                </a:moveTo>
                <a:lnTo>
                  <a:pt x="1298057" y="206843"/>
                </a:lnTo>
                <a:lnTo>
                  <a:pt x="1298502" y="206843"/>
                </a:lnTo>
                <a:lnTo>
                  <a:pt x="1297970" y="208412"/>
                </a:lnTo>
                <a:lnTo>
                  <a:pt x="1298502" y="206843"/>
                </a:lnTo>
                <a:lnTo>
                  <a:pt x="1326556" y="218794"/>
                </a:lnTo>
                <a:lnTo>
                  <a:pt x="1326557" y="218794"/>
                </a:lnTo>
                <a:lnTo>
                  <a:pt x="1298502" y="206843"/>
                </a:lnTo>
                <a:lnTo>
                  <a:pt x="1298057" y="206843"/>
                </a:lnTo>
                <a:close/>
                <a:moveTo>
                  <a:pt x="409447" y="204306"/>
                </a:moveTo>
                <a:lnTo>
                  <a:pt x="413686" y="208682"/>
                </a:lnTo>
                <a:lnTo>
                  <a:pt x="413686" y="208682"/>
                </a:lnTo>
                <a:close/>
                <a:moveTo>
                  <a:pt x="1299465" y="188218"/>
                </a:moveTo>
                <a:lnTo>
                  <a:pt x="1298948" y="190295"/>
                </a:lnTo>
                <a:lnTo>
                  <a:pt x="1292714" y="190755"/>
                </a:lnTo>
                <a:lnTo>
                  <a:pt x="1292713" y="190755"/>
                </a:lnTo>
                <a:lnTo>
                  <a:pt x="1298947" y="190296"/>
                </a:lnTo>
                <a:lnTo>
                  <a:pt x="1300729" y="202246"/>
                </a:lnTo>
                <a:lnTo>
                  <a:pt x="1298948" y="190296"/>
                </a:lnTo>
                <a:close/>
                <a:moveTo>
                  <a:pt x="1369751" y="187077"/>
                </a:moveTo>
                <a:lnTo>
                  <a:pt x="1369751" y="187078"/>
                </a:lnTo>
                <a:lnTo>
                  <a:pt x="1362790" y="192189"/>
                </a:lnTo>
                <a:lnTo>
                  <a:pt x="1369750" y="187078"/>
                </a:lnTo>
                <a:lnTo>
                  <a:pt x="1383555" y="222931"/>
                </a:lnTo>
                <a:lnTo>
                  <a:pt x="1379547" y="227527"/>
                </a:lnTo>
                <a:lnTo>
                  <a:pt x="1379548" y="227527"/>
                </a:lnTo>
                <a:lnTo>
                  <a:pt x="1383556" y="222930"/>
                </a:lnTo>
                <a:lnTo>
                  <a:pt x="1383555" y="222930"/>
                </a:lnTo>
                <a:close/>
                <a:moveTo>
                  <a:pt x="1888973" y="178345"/>
                </a:moveTo>
                <a:lnTo>
                  <a:pt x="1888973" y="178345"/>
                </a:lnTo>
                <a:lnTo>
                  <a:pt x="1900106" y="182941"/>
                </a:lnTo>
                <a:lnTo>
                  <a:pt x="1900106" y="182941"/>
                </a:lnTo>
                <a:close/>
                <a:moveTo>
                  <a:pt x="397678" y="153374"/>
                </a:moveTo>
                <a:lnTo>
                  <a:pt x="398991" y="170991"/>
                </a:lnTo>
                <a:lnTo>
                  <a:pt x="406985" y="200523"/>
                </a:lnTo>
                <a:lnTo>
                  <a:pt x="398992" y="170991"/>
                </a:lnTo>
                <a:close/>
                <a:moveTo>
                  <a:pt x="2135225" y="147088"/>
                </a:moveTo>
                <a:lnTo>
                  <a:pt x="2138787" y="158580"/>
                </a:lnTo>
                <a:lnTo>
                  <a:pt x="2138787" y="158579"/>
                </a:lnTo>
                <a:close/>
                <a:moveTo>
                  <a:pt x="1247290" y="137436"/>
                </a:moveTo>
                <a:lnTo>
                  <a:pt x="1248181" y="137895"/>
                </a:lnTo>
                <a:lnTo>
                  <a:pt x="1250407" y="137436"/>
                </a:lnTo>
                <a:lnTo>
                  <a:pt x="1250853" y="138355"/>
                </a:lnTo>
                <a:lnTo>
                  <a:pt x="1252189" y="140193"/>
                </a:lnTo>
                <a:lnTo>
                  <a:pt x="1250407" y="139734"/>
                </a:lnTo>
                <a:lnTo>
                  <a:pt x="1249072" y="139734"/>
                </a:lnTo>
                <a:lnTo>
                  <a:pt x="1247290" y="140653"/>
                </a:lnTo>
                <a:lnTo>
                  <a:pt x="1245954" y="139274"/>
                </a:lnTo>
                <a:lnTo>
                  <a:pt x="1245954" y="137895"/>
                </a:lnTo>
                <a:close/>
                <a:moveTo>
                  <a:pt x="1538521" y="136516"/>
                </a:moveTo>
                <a:lnTo>
                  <a:pt x="1528279" y="146629"/>
                </a:lnTo>
                <a:lnTo>
                  <a:pt x="1528279" y="146629"/>
                </a:lnTo>
                <a:lnTo>
                  <a:pt x="1538521" y="136517"/>
                </a:lnTo>
                <a:close/>
                <a:moveTo>
                  <a:pt x="1217456" y="133758"/>
                </a:moveTo>
                <a:lnTo>
                  <a:pt x="1218347" y="133758"/>
                </a:lnTo>
                <a:lnTo>
                  <a:pt x="1218791" y="135596"/>
                </a:lnTo>
                <a:lnTo>
                  <a:pt x="1221018" y="136516"/>
                </a:lnTo>
                <a:lnTo>
                  <a:pt x="1221464" y="137435"/>
                </a:lnTo>
                <a:lnTo>
                  <a:pt x="1224136" y="137435"/>
                </a:lnTo>
                <a:lnTo>
                  <a:pt x="1226807" y="135137"/>
                </a:lnTo>
                <a:lnTo>
                  <a:pt x="1228589" y="135596"/>
                </a:lnTo>
                <a:lnTo>
                  <a:pt x="1229924" y="134677"/>
                </a:lnTo>
                <a:lnTo>
                  <a:pt x="1231260" y="135137"/>
                </a:lnTo>
                <a:lnTo>
                  <a:pt x="1233042" y="136056"/>
                </a:lnTo>
                <a:lnTo>
                  <a:pt x="1233932" y="134677"/>
                </a:lnTo>
                <a:lnTo>
                  <a:pt x="1235268" y="134677"/>
                </a:lnTo>
                <a:lnTo>
                  <a:pt x="1236603" y="136516"/>
                </a:lnTo>
                <a:lnTo>
                  <a:pt x="1236603" y="139274"/>
                </a:lnTo>
                <a:lnTo>
                  <a:pt x="1237939" y="138355"/>
                </a:lnTo>
                <a:lnTo>
                  <a:pt x="1239275" y="139274"/>
                </a:lnTo>
                <a:lnTo>
                  <a:pt x="1239721" y="138815"/>
                </a:lnTo>
                <a:lnTo>
                  <a:pt x="1242838" y="139734"/>
                </a:lnTo>
                <a:lnTo>
                  <a:pt x="1242838" y="140193"/>
                </a:lnTo>
                <a:lnTo>
                  <a:pt x="1241948" y="141113"/>
                </a:lnTo>
                <a:lnTo>
                  <a:pt x="1241502" y="143870"/>
                </a:lnTo>
                <a:lnTo>
                  <a:pt x="1241056" y="144789"/>
                </a:lnTo>
                <a:lnTo>
                  <a:pt x="1239721" y="144789"/>
                </a:lnTo>
                <a:lnTo>
                  <a:pt x="1238830" y="145709"/>
                </a:lnTo>
                <a:lnTo>
                  <a:pt x="1236603" y="146629"/>
                </a:lnTo>
                <a:lnTo>
                  <a:pt x="1235713" y="147088"/>
                </a:lnTo>
                <a:lnTo>
                  <a:pt x="1233042" y="148467"/>
                </a:lnTo>
                <a:lnTo>
                  <a:pt x="1231260" y="148008"/>
                </a:lnTo>
                <a:lnTo>
                  <a:pt x="1229033" y="148467"/>
                </a:lnTo>
                <a:lnTo>
                  <a:pt x="1227697" y="150306"/>
                </a:lnTo>
                <a:lnTo>
                  <a:pt x="1226807" y="148927"/>
                </a:lnTo>
                <a:lnTo>
                  <a:pt x="1225471" y="149386"/>
                </a:lnTo>
                <a:lnTo>
                  <a:pt x="1224581" y="149386"/>
                </a:lnTo>
                <a:lnTo>
                  <a:pt x="1223244" y="148008"/>
                </a:lnTo>
                <a:lnTo>
                  <a:pt x="1221464" y="149386"/>
                </a:lnTo>
                <a:lnTo>
                  <a:pt x="1219237" y="149386"/>
                </a:lnTo>
                <a:lnTo>
                  <a:pt x="1217011" y="148467"/>
                </a:lnTo>
                <a:lnTo>
                  <a:pt x="1214784" y="148008"/>
                </a:lnTo>
                <a:lnTo>
                  <a:pt x="1213003" y="146629"/>
                </a:lnTo>
                <a:lnTo>
                  <a:pt x="1211667" y="143870"/>
                </a:lnTo>
                <a:lnTo>
                  <a:pt x="1210331" y="142491"/>
                </a:lnTo>
                <a:lnTo>
                  <a:pt x="1209441" y="139274"/>
                </a:lnTo>
                <a:lnTo>
                  <a:pt x="1208550" y="137895"/>
                </a:lnTo>
                <a:lnTo>
                  <a:pt x="1208995" y="136516"/>
                </a:lnTo>
                <a:lnTo>
                  <a:pt x="1211222" y="137895"/>
                </a:lnTo>
                <a:lnTo>
                  <a:pt x="1213003" y="137435"/>
                </a:lnTo>
                <a:lnTo>
                  <a:pt x="1213894" y="136056"/>
                </a:lnTo>
                <a:lnTo>
                  <a:pt x="1214339" y="134677"/>
                </a:lnTo>
                <a:lnTo>
                  <a:pt x="1215675" y="134218"/>
                </a:lnTo>
                <a:lnTo>
                  <a:pt x="1216565" y="134677"/>
                </a:lnTo>
                <a:close/>
                <a:moveTo>
                  <a:pt x="1003267" y="118590"/>
                </a:moveTo>
                <a:lnTo>
                  <a:pt x="1017072" y="128702"/>
                </a:lnTo>
                <a:lnTo>
                  <a:pt x="1035329" y="126864"/>
                </a:lnTo>
                <a:lnTo>
                  <a:pt x="1053141" y="128702"/>
                </a:lnTo>
                <a:lnTo>
                  <a:pt x="1053141" y="134218"/>
                </a:lnTo>
                <a:lnTo>
                  <a:pt x="1065609" y="130542"/>
                </a:lnTo>
                <a:lnTo>
                  <a:pt x="1063383" y="139275"/>
                </a:lnTo>
                <a:lnTo>
                  <a:pt x="1029540" y="141573"/>
                </a:lnTo>
                <a:lnTo>
                  <a:pt x="1029095" y="136977"/>
                </a:lnTo>
                <a:lnTo>
                  <a:pt x="999705" y="131001"/>
                </a:lnTo>
                <a:close/>
                <a:moveTo>
                  <a:pt x="780168" y="110776"/>
                </a:moveTo>
                <a:lnTo>
                  <a:pt x="782840" y="110776"/>
                </a:lnTo>
                <a:lnTo>
                  <a:pt x="784621" y="112155"/>
                </a:lnTo>
                <a:lnTo>
                  <a:pt x="785512" y="113075"/>
                </a:lnTo>
                <a:lnTo>
                  <a:pt x="785957" y="114454"/>
                </a:lnTo>
                <a:lnTo>
                  <a:pt x="785066" y="115833"/>
                </a:lnTo>
                <a:lnTo>
                  <a:pt x="782840" y="114913"/>
                </a:lnTo>
                <a:lnTo>
                  <a:pt x="780613" y="113534"/>
                </a:lnTo>
                <a:lnTo>
                  <a:pt x="780613" y="111236"/>
                </a:lnTo>
                <a:close/>
                <a:moveTo>
                  <a:pt x="778388" y="107559"/>
                </a:moveTo>
                <a:lnTo>
                  <a:pt x="780169" y="108938"/>
                </a:lnTo>
                <a:lnTo>
                  <a:pt x="778834" y="109397"/>
                </a:lnTo>
                <a:lnTo>
                  <a:pt x="776607" y="108938"/>
                </a:lnTo>
                <a:lnTo>
                  <a:pt x="776607" y="108018"/>
                </a:lnTo>
                <a:close/>
                <a:moveTo>
                  <a:pt x="2132186" y="104247"/>
                </a:moveTo>
                <a:lnTo>
                  <a:pt x="2129436" y="107558"/>
                </a:lnTo>
                <a:lnTo>
                  <a:pt x="2129436" y="107558"/>
                </a:lnTo>
                <a:close/>
                <a:moveTo>
                  <a:pt x="1417844" y="99285"/>
                </a:moveTo>
                <a:lnTo>
                  <a:pt x="1423187" y="120888"/>
                </a:lnTo>
                <a:lnTo>
                  <a:pt x="1418734" y="156281"/>
                </a:lnTo>
                <a:lnTo>
                  <a:pt x="1396140" y="170486"/>
                </a:lnTo>
                <a:lnTo>
                  <a:pt x="1418735" y="156281"/>
                </a:lnTo>
                <a:lnTo>
                  <a:pt x="1423188" y="120888"/>
                </a:lnTo>
                <a:close/>
                <a:moveTo>
                  <a:pt x="2207891" y="77927"/>
                </a:moveTo>
                <a:lnTo>
                  <a:pt x="2200685" y="79979"/>
                </a:lnTo>
                <a:lnTo>
                  <a:pt x="2195212" y="82568"/>
                </a:lnTo>
                <a:lnTo>
                  <a:pt x="2200685" y="79979"/>
                </a:lnTo>
                <a:close/>
                <a:moveTo>
                  <a:pt x="805107" y="44127"/>
                </a:moveTo>
                <a:lnTo>
                  <a:pt x="797538" y="67569"/>
                </a:lnTo>
                <a:lnTo>
                  <a:pt x="801545" y="76302"/>
                </a:lnTo>
                <a:lnTo>
                  <a:pt x="797538" y="91471"/>
                </a:lnTo>
                <a:lnTo>
                  <a:pt x="778836" y="80439"/>
                </a:lnTo>
                <a:lnTo>
                  <a:pt x="766811" y="77221"/>
                </a:lnTo>
                <a:lnTo>
                  <a:pt x="733414" y="62513"/>
                </a:lnTo>
                <a:lnTo>
                  <a:pt x="735640" y="47344"/>
                </a:lnTo>
                <a:lnTo>
                  <a:pt x="763249" y="50102"/>
                </a:lnTo>
                <a:lnTo>
                  <a:pt x="787295" y="46885"/>
                </a:lnTo>
                <a:close/>
                <a:moveTo>
                  <a:pt x="1484639" y="460"/>
                </a:moveTo>
                <a:lnTo>
                  <a:pt x="1489983" y="11951"/>
                </a:lnTo>
                <a:lnTo>
                  <a:pt x="1504232" y="25281"/>
                </a:lnTo>
                <a:lnTo>
                  <a:pt x="1521154" y="29418"/>
                </a:lnTo>
                <a:lnTo>
                  <a:pt x="1529170" y="28499"/>
                </a:lnTo>
                <a:lnTo>
                  <a:pt x="1552770" y="6895"/>
                </a:lnTo>
                <a:lnTo>
                  <a:pt x="1561231" y="4596"/>
                </a:lnTo>
                <a:lnTo>
                  <a:pt x="1569692" y="13330"/>
                </a:lnTo>
                <a:lnTo>
                  <a:pt x="1564348" y="27579"/>
                </a:lnTo>
                <a:lnTo>
                  <a:pt x="1581715" y="43208"/>
                </a:lnTo>
                <a:lnTo>
                  <a:pt x="1587505" y="41369"/>
                </a:lnTo>
                <a:lnTo>
                  <a:pt x="1598637" y="63432"/>
                </a:lnTo>
                <a:lnTo>
                  <a:pt x="1622238" y="69408"/>
                </a:lnTo>
                <a:lnTo>
                  <a:pt x="1641386" y="84116"/>
                </a:lnTo>
                <a:lnTo>
                  <a:pt x="1675674" y="89173"/>
                </a:lnTo>
                <a:lnTo>
                  <a:pt x="1711298" y="81359"/>
                </a:lnTo>
                <a:lnTo>
                  <a:pt x="1712189" y="74464"/>
                </a:lnTo>
                <a:lnTo>
                  <a:pt x="1731782" y="68948"/>
                </a:lnTo>
                <a:lnTo>
                  <a:pt x="1745141" y="51941"/>
                </a:lnTo>
                <a:lnTo>
                  <a:pt x="1761172" y="52860"/>
                </a:lnTo>
                <a:lnTo>
                  <a:pt x="1770078" y="47344"/>
                </a:lnTo>
                <a:lnTo>
                  <a:pt x="1787445" y="50102"/>
                </a:lnTo>
                <a:lnTo>
                  <a:pt x="1816835" y="65271"/>
                </a:lnTo>
                <a:lnTo>
                  <a:pt x="1835983" y="68488"/>
                </a:lnTo>
                <a:lnTo>
                  <a:pt x="1868490" y="94228"/>
                </a:lnTo>
                <a:lnTo>
                  <a:pt x="1886302" y="95607"/>
                </a:lnTo>
                <a:lnTo>
                  <a:pt x="1893872" y="119969"/>
                </a:lnTo>
                <a:lnTo>
                  <a:pt x="1920144" y="131460"/>
                </a:lnTo>
                <a:lnTo>
                  <a:pt x="1937512" y="127323"/>
                </a:lnTo>
                <a:lnTo>
                  <a:pt x="1939293" y="113994"/>
                </a:lnTo>
                <a:lnTo>
                  <a:pt x="1957105" y="109856"/>
                </a:lnTo>
                <a:lnTo>
                  <a:pt x="1968683" y="100663"/>
                </a:lnTo>
                <a:lnTo>
                  <a:pt x="1967792" y="77221"/>
                </a:lnTo>
                <a:lnTo>
                  <a:pt x="1986495" y="71246"/>
                </a:lnTo>
                <a:lnTo>
                  <a:pt x="1987831" y="61134"/>
                </a:lnTo>
                <a:lnTo>
                  <a:pt x="2000744" y="68947"/>
                </a:lnTo>
                <a:lnTo>
                  <a:pt x="2007870" y="69867"/>
                </a:lnTo>
                <a:lnTo>
                  <a:pt x="2021229" y="69867"/>
                </a:lnTo>
                <a:lnTo>
                  <a:pt x="2040376" y="76302"/>
                </a:lnTo>
                <a:lnTo>
                  <a:pt x="2048392" y="79520"/>
                </a:lnTo>
                <a:lnTo>
                  <a:pt x="2063532" y="70327"/>
                </a:lnTo>
                <a:lnTo>
                  <a:pt x="2072883" y="75842"/>
                </a:lnTo>
                <a:lnTo>
                  <a:pt x="2076891" y="62513"/>
                </a:lnTo>
                <a:lnTo>
                  <a:pt x="2091141" y="62972"/>
                </a:lnTo>
                <a:lnTo>
                  <a:pt x="2093812" y="58835"/>
                </a:lnTo>
                <a:lnTo>
                  <a:pt x="2092922" y="46884"/>
                </a:lnTo>
                <a:lnTo>
                  <a:pt x="2100492" y="36772"/>
                </a:lnTo>
                <a:lnTo>
                  <a:pt x="2115187" y="43207"/>
                </a:lnTo>
                <a:lnTo>
                  <a:pt x="2114742" y="52400"/>
                </a:lnTo>
                <a:lnTo>
                  <a:pt x="2122312" y="53779"/>
                </a:lnTo>
                <a:lnTo>
                  <a:pt x="2126319" y="78600"/>
                </a:lnTo>
                <a:lnTo>
                  <a:pt x="2138342" y="88253"/>
                </a:lnTo>
                <a:lnTo>
                  <a:pt x="2145022" y="81818"/>
                </a:lnTo>
                <a:lnTo>
                  <a:pt x="2154819" y="79060"/>
                </a:lnTo>
                <a:lnTo>
                  <a:pt x="2165952" y="65730"/>
                </a:lnTo>
                <a:lnTo>
                  <a:pt x="2182873" y="68028"/>
                </a:lnTo>
                <a:lnTo>
                  <a:pt x="2206919" y="68028"/>
                </a:lnTo>
                <a:lnTo>
                  <a:pt x="2213599" y="76302"/>
                </a:lnTo>
                <a:lnTo>
                  <a:pt x="2234527" y="90091"/>
                </a:lnTo>
                <a:lnTo>
                  <a:pt x="2247441" y="113074"/>
                </a:lnTo>
                <a:lnTo>
                  <a:pt x="2289745" y="124565"/>
                </a:lnTo>
                <a:lnTo>
                  <a:pt x="2272824" y="149386"/>
                </a:lnTo>
                <a:lnTo>
                  <a:pt x="2247441" y="153983"/>
                </a:lnTo>
                <a:lnTo>
                  <a:pt x="2209591" y="146629"/>
                </a:lnTo>
                <a:lnTo>
                  <a:pt x="2200685" y="159499"/>
                </a:lnTo>
                <a:lnTo>
                  <a:pt x="2215380" y="185239"/>
                </a:lnTo>
                <a:lnTo>
                  <a:pt x="2228294" y="205464"/>
                </a:lnTo>
                <a:lnTo>
                  <a:pt x="2251004" y="219713"/>
                </a:lnTo>
                <a:lnTo>
                  <a:pt x="2234082" y="236720"/>
                </a:lnTo>
                <a:lnTo>
                  <a:pt x="2238535" y="257864"/>
                </a:lnTo>
                <a:lnTo>
                  <a:pt x="2221168" y="287741"/>
                </a:lnTo>
                <a:lnTo>
                  <a:pt x="2211371" y="317619"/>
                </a:lnTo>
                <a:lnTo>
                  <a:pt x="2191333" y="348415"/>
                </a:lnTo>
                <a:lnTo>
                  <a:pt x="2162388" y="346117"/>
                </a:lnTo>
                <a:lnTo>
                  <a:pt x="2140569" y="377373"/>
                </a:lnTo>
                <a:lnTo>
                  <a:pt x="2158381" y="390244"/>
                </a:lnTo>
                <a:lnTo>
                  <a:pt x="2164615" y="413226"/>
                </a:lnTo>
                <a:lnTo>
                  <a:pt x="2180200" y="427935"/>
                </a:lnTo>
                <a:lnTo>
                  <a:pt x="2188217" y="453216"/>
                </a:lnTo>
                <a:lnTo>
                  <a:pt x="2134334" y="453216"/>
                </a:lnTo>
                <a:lnTo>
                  <a:pt x="2120085" y="472981"/>
                </a:lnTo>
                <a:lnTo>
                  <a:pt x="2101383" y="465626"/>
                </a:lnTo>
                <a:lnTo>
                  <a:pt x="2091586" y="444483"/>
                </a:lnTo>
                <a:lnTo>
                  <a:pt x="2069765" y="421959"/>
                </a:lnTo>
                <a:lnTo>
                  <a:pt x="2025235" y="427475"/>
                </a:lnTo>
                <a:lnTo>
                  <a:pt x="1985158" y="427935"/>
                </a:lnTo>
                <a:lnTo>
                  <a:pt x="1951316" y="432072"/>
                </a:lnTo>
                <a:lnTo>
                  <a:pt x="1951316" y="432072"/>
                </a:lnTo>
                <a:lnTo>
                  <a:pt x="1904114" y="423339"/>
                </a:lnTo>
                <a:lnTo>
                  <a:pt x="1876505" y="416444"/>
                </a:lnTo>
                <a:lnTo>
                  <a:pt x="1848451" y="412767"/>
                </a:lnTo>
                <a:lnTo>
                  <a:pt x="1833756" y="376455"/>
                </a:lnTo>
                <a:lnTo>
                  <a:pt x="1821288" y="371398"/>
                </a:lnTo>
                <a:lnTo>
                  <a:pt x="1803031" y="376455"/>
                </a:lnTo>
                <a:lnTo>
                  <a:pt x="1780320" y="390704"/>
                </a:lnTo>
                <a:lnTo>
                  <a:pt x="1749149" y="381051"/>
                </a:lnTo>
                <a:lnTo>
                  <a:pt x="1721985" y="358069"/>
                </a:lnTo>
                <a:lnTo>
                  <a:pt x="1697493" y="349795"/>
                </a:lnTo>
                <a:lnTo>
                  <a:pt x="1677900" y="321756"/>
                </a:lnTo>
                <a:lnTo>
                  <a:pt x="1654745" y="282686"/>
                </a:lnTo>
                <a:lnTo>
                  <a:pt x="1642276" y="287282"/>
                </a:lnTo>
                <a:lnTo>
                  <a:pt x="1625800" y="277630"/>
                </a:lnTo>
                <a:lnTo>
                  <a:pt x="1618230" y="289121"/>
                </a:lnTo>
                <a:lnTo>
                  <a:pt x="1618229" y="289120"/>
                </a:lnTo>
                <a:lnTo>
                  <a:pt x="1603535" y="287741"/>
                </a:lnTo>
                <a:lnTo>
                  <a:pt x="1587059" y="284983"/>
                </a:lnTo>
                <a:lnTo>
                  <a:pt x="1587059" y="284983"/>
                </a:lnTo>
                <a:lnTo>
                  <a:pt x="1603535" y="287741"/>
                </a:lnTo>
                <a:lnTo>
                  <a:pt x="1610214" y="300612"/>
                </a:lnTo>
                <a:lnTo>
                  <a:pt x="1608878" y="307506"/>
                </a:lnTo>
                <a:lnTo>
                  <a:pt x="1619565" y="329569"/>
                </a:lnTo>
                <a:lnTo>
                  <a:pt x="1602199" y="330489"/>
                </a:lnTo>
                <a:lnTo>
                  <a:pt x="1619566" y="329569"/>
                </a:lnTo>
                <a:lnTo>
                  <a:pt x="1631590" y="355310"/>
                </a:lnTo>
                <a:lnTo>
                  <a:pt x="1644503" y="361745"/>
                </a:lnTo>
                <a:lnTo>
                  <a:pt x="1649847" y="372317"/>
                </a:lnTo>
                <a:lnTo>
                  <a:pt x="1667659" y="384727"/>
                </a:lnTo>
                <a:lnTo>
                  <a:pt x="1670776" y="396678"/>
                </a:lnTo>
                <a:lnTo>
                  <a:pt x="1668995" y="406791"/>
                </a:lnTo>
                <a:lnTo>
                  <a:pt x="1673002" y="416444"/>
                </a:lnTo>
                <a:lnTo>
                  <a:pt x="1681019" y="424717"/>
                </a:lnTo>
                <a:lnTo>
                  <a:pt x="1685026" y="434370"/>
                </a:lnTo>
                <a:lnTo>
                  <a:pt x="1689479" y="441723"/>
                </a:lnTo>
                <a:lnTo>
                  <a:pt x="1685916" y="420121"/>
                </a:lnTo>
                <a:lnTo>
                  <a:pt x="1690814" y="404953"/>
                </a:lnTo>
                <a:lnTo>
                  <a:pt x="1697494" y="401735"/>
                </a:lnTo>
                <a:lnTo>
                  <a:pt x="1705510" y="410928"/>
                </a:lnTo>
                <a:lnTo>
                  <a:pt x="1707737" y="427935"/>
                </a:lnTo>
                <a:lnTo>
                  <a:pt x="1704174" y="445402"/>
                </a:lnTo>
                <a:lnTo>
                  <a:pt x="1704173" y="445402"/>
                </a:lnTo>
                <a:lnTo>
                  <a:pt x="1709963" y="456893"/>
                </a:lnTo>
                <a:lnTo>
                  <a:pt x="1713970" y="455055"/>
                </a:lnTo>
                <a:lnTo>
                  <a:pt x="1715751" y="463329"/>
                </a:lnTo>
                <a:lnTo>
                  <a:pt x="1734454" y="458732"/>
                </a:lnTo>
                <a:lnTo>
                  <a:pt x="1754937" y="459651"/>
                </a:lnTo>
                <a:lnTo>
                  <a:pt x="1770078" y="460571"/>
                </a:lnTo>
                <a:lnTo>
                  <a:pt x="1784772" y="440346"/>
                </a:lnTo>
                <a:lnTo>
                  <a:pt x="1801249" y="421500"/>
                </a:lnTo>
                <a:lnTo>
                  <a:pt x="1814608" y="403114"/>
                </a:lnTo>
                <a:lnTo>
                  <a:pt x="1820396" y="413226"/>
                </a:lnTo>
                <a:lnTo>
                  <a:pt x="1826185" y="436668"/>
                </a:lnTo>
                <a:lnTo>
                  <a:pt x="1826186" y="436668"/>
                </a:lnTo>
                <a:lnTo>
                  <a:pt x="1839545" y="456893"/>
                </a:lnTo>
                <a:lnTo>
                  <a:pt x="1854240" y="467465"/>
                </a:lnTo>
                <a:lnTo>
                  <a:pt x="1872497" y="471602"/>
                </a:lnTo>
                <a:lnTo>
                  <a:pt x="1887638" y="476658"/>
                </a:lnTo>
                <a:lnTo>
                  <a:pt x="1900551" y="493665"/>
                </a:lnTo>
                <a:lnTo>
                  <a:pt x="1908121" y="503317"/>
                </a:lnTo>
                <a:lnTo>
                  <a:pt x="1917028" y="507455"/>
                </a:lnTo>
                <a:lnTo>
                  <a:pt x="1917918" y="513890"/>
                </a:lnTo>
                <a:lnTo>
                  <a:pt x="1910348" y="531356"/>
                </a:lnTo>
                <a:lnTo>
                  <a:pt x="1907230" y="539630"/>
                </a:lnTo>
                <a:lnTo>
                  <a:pt x="1897434" y="549283"/>
                </a:lnTo>
                <a:lnTo>
                  <a:pt x="1889865" y="569508"/>
                </a:lnTo>
                <a:lnTo>
                  <a:pt x="1878732" y="567669"/>
                </a:lnTo>
                <a:lnTo>
                  <a:pt x="1874279" y="575023"/>
                </a:lnTo>
                <a:lnTo>
                  <a:pt x="1871161" y="589732"/>
                </a:lnTo>
                <a:lnTo>
                  <a:pt x="1876059" y="609497"/>
                </a:lnTo>
                <a:lnTo>
                  <a:pt x="1873833" y="613174"/>
                </a:lnTo>
                <a:lnTo>
                  <a:pt x="1862700" y="613174"/>
                </a:lnTo>
                <a:lnTo>
                  <a:pt x="1848006" y="624206"/>
                </a:lnTo>
                <a:lnTo>
                  <a:pt x="1846670" y="638455"/>
                </a:lnTo>
                <a:lnTo>
                  <a:pt x="1841326" y="644890"/>
                </a:lnTo>
                <a:lnTo>
                  <a:pt x="1825741" y="644430"/>
                </a:lnTo>
                <a:lnTo>
                  <a:pt x="1816835" y="651785"/>
                </a:lnTo>
                <a:lnTo>
                  <a:pt x="1817725" y="663736"/>
                </a:lnTo>
                <a:lnTo>
                  <a:pt x="1806147" y="672009"/>
                </a:lnTo>
                <a:lnTo>
                  <a:pt x="1792343" y="669252"/>
                </a:lnTo>
                <a:lnTo>
                  <a:pt x="1776313" y="679364"/>
                </a:lnTo>
                <a:lnTo>
                  <a:pt x="1765180" y="680743"/>
                </a:lnTo>
                <a:lnTo>
                  <a:pt x="1755383" y="660059"/>
                </a:lnTo>
                <a:lnTo>
                  <a:pt x="1732227" y="611335"/>
                </a:lnTo>
                <a:lnTo>
                  <a:pt x="1661425" y="622827"/>
                </a:lnTo>
                <a:lnTo>
                  <a:pt x="1661424" y="622827"/>
                </a:lnTo>
                <a:lnTo>
                  <a:pt x="1732226" y="611336"/>
                </a:lnTo>
                <a:lnTo>
                  <a:pt x="1755382" y="660059"/>
                </a:lnTo>
                <a:lnTo>
                  <a:pt x="1765179" y="680744"/>
                </a:lnTo>
                <a:lnTo>
                  <a:pt x="1747367" y="688558"/>
                </a:lnTo>
                <a:lnTo>
                  <a:pt x="1743359" y="701887"/>
                </a:lnTo>
                <a:lnTo>
                  <a:pt x="1743359" y="712000"/>
                </a:lnTo>
                <a:lnTo>
                  <a:pt x="1719312" y="724411"/>
                </a:lnTo>
                <a:lnTo>
                  <a:pt x="1680125" y="738200"/>
                </a:lnTo>
                <a:lnTo>
                  <a:pt x="1659196" y="758884"/>
                </a:lnTo>
                <a:lnTo>
                  <a:pt x="1648064" y="760723"/>
                </a:lnTo>
                <a:lnTo>
                  <a:pt x="1640494" y="758884"/>
                </a:lnTo>
                <a:lnTo>
                  <a:pt x="1626244" y="771295"/>
                </a:lnTo>
                <a:lnTo>
                  <a:pt x="1610659" y="776810"/>
                </a:lnTo>
                <a:lnTo>
                  <a:pt x="1589730" y="778190"/>
                </a:lnTo>
                <a:lnTo>
                  <a:pt x="1583495" y="780028"/>
                </a:lnTo>
                <a:lnTo>
                  <a:pt x="1578597" y="787843"/>
                </a:lnTo>
                <a:lnTo>
                  <a:pt x="1571918" y="790141"/>
                </a:lnTo>
                <a:lnTo>
                  <a:pt x="1568355" y="797495"/>
                </a:lnTo>
                <a:lnTo>
                  <a:pt x="1555887" y="796576"/>
                </a:lnTo>
                <a:lnTo>
                  <a:pt x="1548316" y="800712"/>
                </a:lnTo>
                <a:lnTo>
                  <a:pt x="1530504" y="799334"/>
                </a:lnTo>
                <a:lnTo>
                  <a:pt x="1523379" y="781867"/>
                </a:lnTo>
                <a:lnTo>
                  <a:pt x="1523379" y="765779"/>
                </a:lnTo>
                <a:lnTo>
                  <a:pt x="1518926" y="757045"/>
                </a:lnTo>
                <a:lnTo>
                  <a:pt x="1513137" y="735442"/>
                </a:lnTo>
                <a:lnTo>
                  <a:pt x="1505122" y="723491"/>
                </a:lnTo>
                <a:lnTo>
                  <a:pt x="1510020" y="721652"/>
                </a:lnTo>
                <a:lnTo>
                  <a:pt x="1506904" y="708323"/>
                </a:lnTo>
                <a:lnTo>
                  <a:pt x="1509575" y="702807"/>
                </a:lnTo>
                <a:lnTo>
                  <a:pt x="1507794" y="689937"/>
                </a:lnTo>
                <a:lnTo>
                  <a:pt x="1507795" y="689935"/>
                </a:lnTo>
                <a:lnTo>
                  <a:pt x="1503787" y="677066"/>
                </a:lnTo>
                <a:lnTo>
                  <a:pt x="1495772" y="668332"/>
                </a:lnTo>
                <a:lnTo>
                  <a:pt x="1493546" y="656381"/>
                </a:lnTo>
                <a:lnTo>
                  <a:pt x="1479741" y="645809"/>
                </a:lnTo>
                <a:lnTo>
                  <a:pt x="1465047" y="620988"/>
                </a:lnTo>
                <a:lnTo>
                  <a:pt x="1456586" y="597087"/>
                </a:lnTo>
                <a:lnTo>
                  <a:pt x="1438329" y="576861"/>
                </a:lnTo>
                <a:lnTo>
                  <a:pt x="1427196" y="571806"/>
                </a:lnTo>
                <a:lnTo>
                  <a:pt x="1408938" y="543767"/>
                </a:lnTo>
                <a:lnTo>
                  <a:pt x="1404931" y="523542"/>
                </a:lnTo>
                <a:lnTo>
                  <a:pt x="1404931" y="506075"/>
                </a:lnTo>
                <a:lnTo>
                  <a:pt x="1388900" y="472981"/>
                </a:lnTo>
                <a:lnTo>
                  <a:pt x="1376431" y="461489"/>
                </a:lnTo>
                <a:lnTo>
                  <a:pt x="1363072" y="455514"/>
                </a:lnTo>
                <a:lnTo>
                  <a:pt x="1353721" y="438507"/>
                </a:lnTo>
                <a:lnTo>
                  <a:pt x="1354611" y="432071"/>
                </a:lnTo>
                <a:lnTo>
                  <a:pt x="1346596" y="416444"/>
                </a:lnTo>
                <a:lnTo>
                  <a:pt x="1339025" y="410008"/>
                </a:lnTo>
                <a:lnTo>
                  <a:pt x="1327893" y="387945"/>
                </a:lnTo>
                <a:lnTo>
                  <a:pt x="1310972" y="364503"/>
                </a:lnTo>
                <a:lnTo>
                  <a:pt x="1297167" y="344278"/>
                </a:lnTo>
                <a:lnTo>
                  <a:pt x="1285144" y="344278"/>
                </a:lnTo>
                <a:lnTo>
                  <a:pt x="1287371" y="328191"/>
                </a:lnTo>
                <a:lnTo>
                  <a:pt x="1287816" y="317619"/>
                </a:lnTo>
                <a:lnTo>
                  <a:pt x="1289597" y="305669"/>
                </a:lnTo>
                <a:lnTo>
                  <a:pt x="1289596" y="305668"/>
                </a:lnTo>
                <a:lnTo>
                  <a:pt x="1288260" y="301532"/>
                </a:lnTo>
                <a:lnTo>
                  <a:pt x="1282472" y="313482"/>
                </a:lnTo>
                <a:lnTo>
                  <a:pt x="1279355" y="335546"/>
                </a:lnTo>
                <a:lnTo>
                  <a:pt x="1274011" y="351174"/>
                </a:lnTo>
                <a:lnTo>
                  <a:pt x="1268668" y="356230"/>
                </a:lnTo>
                <a:lnTo>
                  <a:pt x="1259762" y="346577"/>
                </a:lnTo>
                <a:lnTo>
                  <a:pt x="1247738" y="333707"/>
                </a:lnTo>
                <a:lnTo>
                  <a:pt x="1226809" y="291419"/>
                </a:lnTo>
                <a:lnTo>
                  <a:pt x="1224582" y="294177"/>
                </a:lnTo>
                <a:lnTo>
                  <a:pt x="1237051" y="324974"/>
                </a:lnTo>
                <a:lnTo>
                  <a:pt x="1254417" y="354851"/>
                </a:lnTo>
                <a:lnTo>
                  <a:pt x="1276238" y="400816"/>
                </a:lnTo>
                <a:lnTo>
                  <a:pt x="1286480" y="416904"/>
                </a:lnTo>
                <a:lnTo>
                  <a:pt x="1295386" y="433452"/>
                </a:lnTo>
                <a:lnTo>
                  <a:pt x="1319432" y="466087"/>
                </a:lnTo>
                <a:lnTo>
                  <a:pt x="1314979" y="471143"/>
                </a:lnTo>
                <a:lnTo>
                  <a:pt x="1316760" y="490448"/>
                </a:lnTo>
                <a:lnTo>
                  <a:pt x="1347040" y="517108"/>
                </a:lnTo>
                <a:lnTo>
                  <a:pt x="1351938" y="523083"/>
                </a:lnTo>
                <a:lnTo>
                  <a:pt x="1351938" y="523083"/>
                </a:lnTo>
                <a:lnTo>
                  <a:pt x="1351939" y="523084"/>
                </a:lnTo>
                <a:lnTo>
                  <a:pt x="1351938" y="523084"/>
                </a:lnTo>
                <a:lnTo>
                  <a:pt x="1361290" y="552041"/>
                </a:lnTo>
                <a:lnTo>
                  <a:pt x="1355946" y="557097"/>
                </a:lnTo>
                <a:lnTo>
                  <a:pt x="1361290" y="587894"/>
                </a:lnTo>
                <a:lnTo>
                  <a:pt x="1372422" y="622827"/>
                </a:lnTo>
                <a:lnTo>
                  <a:pt x="1382219" y="630182"/>
                </a:lnTo>
                <a:lnTo>
                  <a:pt x="1396468" y="641213"/>
                </a:lnTo>
                <a:lnTo>
                  <a:pt x="1384446" y="657761"/>
                </a:lnTo>
                <a:lnTo>
                  <a:pt x="1384446" y="657761"/>
                </a:lnTo>
                <a:lnTo>
                  <a:pt x="1396469" y="641213"/>
                </a:lnTo>
                <a:lnTo>
                  <a:pt x="1412500" y="675228"/>
                </a:lnTo>
                <a:lnTo>
                  <a:pt x="1420961" y="702347"/>
                </a:lnTo>
                <a:lnTo>
                  <a:pt x="1435210" y="716596"/>
                </a:lnTo>
                <a:lnTo>
                  <a:pt x="1470835" y="744634"/>
                </a:lnTo>
                <a:lnTo>
                  <a:pt x="1485530" y="761182"/>
                </a:lnTo>
                <a:lnTo>
                  <a:pt x="1499779" y="778649"/>
                </a:lnTo>
                <a:lnTo>
                  <a:pt x="1507795" y="788761"/>
                </a:lnTo>
                <a:lnTo>
                  <a:pt x="1520708" y="797494"/>
                </a:lnTo>
                <a:lnTo>
                  <a:pt x="1526943" y="806687"/>
                </a:lnTo>
                <a:lnTo>
                  <a:pt x="1526497" y="818638"/>
                </a:lnTo>
                <a:lnTo>
                  <a:pt x="1512693" y="825992"/>
                </a:lnTo>
                <a:lnTo>
                  <a:pt x="1523380" y="833807"/>
                </a:lnTo>
                <a:lnTo>
                  <a:pt x="1531840" y="839323"/>
                </a:lnTo>
                <a:lnTo>
                  <a:pt x="1537184" y="851733"/>
                </a:lnTo>
                <a:lnTo>
                  <a:pt x="1549207" y="864143"/>
                </a:lnTo>
                <a:lnTo>
                  <a:pt x="1561675" y="864143"/>
                </a:lnTo>
                <a:lnTo>
                  <a:pt x="1584832" y="856329"/>
                </a:lnTo>
                <a:lnTo>
                  <a:pt x="1611995" y="853112"/>
                </a:lnTo>
                <a:lnTo>
                  <a:pt x="1633815" y="843919"/>
                </a:lnTo>
                <a:lnTo>
                  <a:pt x="1646283" y="842080"/>
                </a:lnTo>
                <a:lnTo>
                  <a:pt x="1655189" y="836564"/>
                </a:lnTo>
                <a:lnTo>
                  <a:pt x="1669439" y="835645"/>
                </a:lnTo>
                <a:lnTo>
                  <a:pt x="1677454" y="834726"/>
                </a:lnTo>
                <a:lnTo>
                  <a:pt x="1688587" y="830589"/>
                </a:lnTo>
                <a:lnTo>
                  <a:pt x="1701946" y="827371"/>
                </a:lnTo>
                <a:lnTo>
                  <a:pt x="1713078" y="817259"/>
                </a:lnTo>
                <a:lnTo>
                  <a:pt x="1722876" y="817259"/>
                </a:lnTo>
                <a:lnTo>
                  <a:pt x="1723766" y="825533"/>
                </a:lnTo>
                <a:lnTo>
                  <a:pt x="1721984" y="842540"/>
                </a:lnTo>
                <a:lnTo>
                  <a:pt x="1722876" y="858168"/>
                </a:lnTo>
                <a:lnTo>
                  <a:pt x="1717976" y="868740"/>
                </a:lnTo>
                <a:lnTo>
                  <a:pt x="1711743" y="900915"/>
                </a:lnTo>
                <a:lnTo>
                  <a:pt x="1701055" y="933551"/>
                </a:lnTo>
                <a:lnTo>
                  <a:pt x="1686360" y="971242"/>
                </a:lnTo>
                <a:lnTo>
                  <a:pt x="1665877" y="1014449"/>
                </a:lnTo>
                <a:lnTo>
                  <a:pt x="1644948" y="1047545"/>
                </a:lnTo>
                <a:lnTo>
                  <a:pt x="1615557" y="1087993"/>
                </a:lnTo>
                <a:lnTo>
                  <a:pt x="1590620" y="1111896"/>
                </a:lnTo>
                <a:lnTo>
                  <a:pt x="1553214" y="1141313"/>
                </a:lnTo>
                <a:lnTo>
                  <a:pt x="1529614" y="1163376"/>
                </a:lnTo>
                <a:lnTo>
                  <a:pt x="1502004" y="1199229"/>
                </a:lnTo>
                <a:lnTo>
                  <a:pt x="1496216" y="1214857"/>
                </a:lnTo>
                <a:lnTo>
                  <a:pt x="1490427" y="1221752"/>
                </a:lnTo>
                <a:lnTo>
                  <a:pt x="1490428" y="1221753"/>
                </a:lnTo>
                <a:lnTo>
                  <a:pt x="1472615" y="1233704"/>
                </a:lnTo>
                <a:lnTo>
                  <a:pt x="1466382" y="1246115"/>
                </a:lnTo>
                <a:lnTo>
                  <a:pt x="1456585" y="1247953"/>
                </a:lnTo>
                <a:lnTo>
                  <a:pt x="1453022" y="1269097"/>
                </a:lnTo>
                <a:lnTo>
                  <a:pt x="1444562" y="1281048"/>
                </a:lnTo>
                <a:lnTo>
                  <a:pt x="1439663" y="1300353"/>
                </a:lnTo>
                <a:lnTo>
                  <a:pt x="1429422" y="1310006"/>
                </a:lnTo>
                <a:lnTo>
                  <a:pt x="1429421" y="1310005"/>
                </a:lnTo>
                <a:lnTo>
                  <a:pt x="1416952" y="1346777"/>
                </a:lnTo>
                <a:lnTo>
                  <a:pt x="1418289" y="1363325"/>
                </a:lnTo>
                <a:lnTo>
                  <a:pt x="1433874" y="1373897"/>
                </a:lnTo>
                <a:lnTo>
                  <a:pt x="1434764" y="1381711"/>
                </a:lnTo>
                <a:lnTo>
                  <a:pt x="1427195" y="1399637"/>
                </a:lnTo>
                <a:lnTo>
                  <a:pt x="1428530" y="1408371"/>
                </a:lnTo>
                <a:lnTo>
                  <a:pt x="1426749" y="1422620"/>
                </a:lnTo>
                <a:lnTo>
                  <a:pt x="1434764" y="1441006"/>
                </a:lnTo>
                <a:lnTo>
                  <a:pt x="1444561" y="1470424"/>
                </a:lnTo>
                <a:lnTo>
                  <a:pt x="1453467" y="1476858"/>
                </a:lnTo>
                <a:lnTo>
                  <a:pt x="1432983" y="1493865"/>
                </a:lnTo>
                <a:lnTo>
                  <a:pt x="1405375" y="1505356"/>
                </a:lnTo>
                <a:lnTo>
                  <a:pt x="1405376" y="1505356"/>
                </a:lnTo>
                <a:lnTo>
                  <a:pt x="1432984" y="1493865"/>
                </a:lnTo>
                <a:lnTo>
                  <a:pt x="1453469" y="1476858"/>
                </a:lnTo>
                <a:lnTo>
                  <a:pt x="1457476" y="1489729"/>
                </a:lnTo>
                <a:lnTo>
                  <a:pt x="1455250" y="1519146"/>
                </a:lnTo>
                <a:lnTo>
                  <a:pt x="1457476" y="1545347"/>
                </a:lnTo>
                <a:lnTo>
                  <a:pt x="1456586" y="1591312"/>
                </a:lnTo>
                <a:lnTo>
                  <a:pt x="1460148" y="1605561"/>
                </a:lnTo>
                <a:lnTo>
                  <a:pt x="1451687" y="1626705"/>
                </a:lnTo>
                <a:lnTo>
                  <a:pt x="1441000" y="1647389"/>
                </a:lnTo>
                <a:lnTo>
                  <a:pt x="1424524" y="1665775"/>
                </a:lnTo>
                <a:lnTo>
                  <a:pt x="1400923" y="1676806"/>
                </a:lnTo>
                <a:lnTo>
                  <a:pt x="1371978" y="1691056"/>
                </a:lnTo>
                <a:lnTo>
                  <a:pt x="1342588" y="1722772"/>
                </a:lnTo>
                <a:lnTo>
                  <a:pt x="1332791" y="1728287"/>
                </a:lnTo>
                <a:lnTo>
                  <a:pt x="1314089" y="1749432"/>
                </a:lnTo>
                <a:lnTo>
                  <a:pt x="1303847" y="1755866"/>
                </a:lnTo>
                <a:lnTo>
                  <a:pt x="1300284" y="1777011"/>
                </a:lnTo>
                <a:lnTo>
                  <a:pt x="1310972" y="1799533"/>
                </a:lnTo>
                <a:lnTo>
                  <a:pt x="1314979" y="1816541"/>
                </a:lnTo>
                <a:lnTo>
                  <a:pt x="1314979" y="1825734"/>
                </a:lnTo>
                <a:lnTo>
                  <a:pt x="1319432" y="1823895"/>
                </a:lnTo>
                <a:lnTo>
                  <a:pt x="1317206" y="1852853"/>
                </a:lnTo>
                <a:lnTo>
                  <a:pt x="1312307" y="1866643"/>
                </a:lnTo>
                <a:lnTo>
                  <a:pt x="1317651" y="1871699"/>
                </a:lnTo>
                <a:lnTo>
                  <a:pt x="1313198" y="1884109"/>
                </a:lnTo>
                <a:lnTo>
                  <a:pt x="1302511" y="1894682"/>
                </a:lnTo>
                <a:lnTo>
                  <a:pt x="1281582" y="1904334"/>
                </a:lnTo>
                <a:lnTo>
                  <a:pt x="1250856" y="1920422"/>
                </a:lnTo>
                <a:lnTo>
                  <a:pt x="1239724" y="1931454"/>
                </a:lnTo>
                <a:lnTo>
                  <a:pt x="1241059" y="1943864"/>
                </a:lnTo>
                <a:lnTo>
                  <a:pt x="1246848" y="1945702"/>
                </a:lnTo>
                <a:lnTo>
                  <a:pt x="1243731" y="1961331"/>
                </a:lnTo>
                <a:lnTo>
                  <a:pt x="1243729" y="1961331"/>
                </a:lnTo>
                <a:lnTo>
                  <a:pt x="1236159" y="1982935"/>
                </a:lnTo>
                <a:lnTo>
                  <a:pt x="1231706" y="2007297"/>
                </a:lnTo>
                <a:lnTo>
                  <a:pt x="1224136" y="2020626"/>
                </a:lnTo>
                <a:lnTo>
                  <a:pt x="1206324" y="2035795"/>
                </a:lnTo>
                <a:lnTo>
                  <a:pt x="1201426" y="2039931"/>
                </a:lnTo>
                <a:lnTo>
                  <a:pt x="1189848" y="2055100"/>
                </a:lnTo>
                <a:lnTo>
                  <a:pt x="1181833" y="2070269"/>
                </a:lnTo>
                <a:lnTo>
                  <a:pt x="1166247" y="2091412"/>
                </a:lnTo>
                <a:lnTo>
                  <a:pt x="1136412" y="2121750"/>
                </a:lnTo>
                <a:lnTo>
                  <a:pt x="1118154" y="2139216"/>
                </a:lnTo>
                <a:lnTo>
                  <a:pt x="1099006" y="2153006"/>
                </a:lnTo>
                <a:lnTo>
                  <a:pt x="1072733" y="2164037"/>
                </a:lnTo>
                <a:lnTo>
                  <a:pt x="1060710" y="2165876"/>
                </a:lnTo>
                <a:lnTo>
                  <a:pt x="1056702" y="2174149"/>
                </a:lnTo>
                <a:lnTo>
                  <a:pt x="1042453" y="2169553"/>
                </a:lnTo>
                <a:lnTo>
                  <a:pt x="1030430" y="2175069"/>
                </a:lnTo>
                <a:lnTo>
                  <a:pt x="1005048" y="2169553"/>
                </a:lnTo>
                <a:lnTo>
                  <a:pt x="990353" y="2173230"/>
                </a:lnTo>
                <a:lnTo>
                  <a:pt x="980556" y="2171392"/>
                </a:lnTo>
                <a:lnTo>
                  <a:pt x="954728" y="2183342"/>
                </a:lnTo>
                <a:lnTo>
                  <a:pt x="934244" y="2187939"/>
                </a:lnTo>
                <a:lnTo>
                  <a:pt x="918659" y="2198971"/>
                </a:lnTo>
                <a:lnTo>
                  <a:pt x="907972" y="2199890"/>
                </a:lnTo>
                <a:lnTo>
                  <a:pt x="898620" y="2189318"/>
                </a:lnTo>
                <a:lnTo>
                  <a:pt x="890605" y="2188859"/>
                </a:lnTo>
                <a:lnTo>
                  <a:pt x="880808" y="2175529"/>
                </a:lnTo>
                <a:lnTo>
                  <a:pt x="879473" y="2179666"/>
                </a:lnTo>
                <a:lnTo>
                  <a:pt x="876801" y="2171851"/>
                </a:lnTo>
                <a:lnTo>
                  <a:pt x="878137" y="2154385"/>
                </a:lnTo>
                <a:lnTo>
                  <a:pt x="871457" y="2134620"/>
                </a:lnTo>
                <a:lnTo>
                  <a:pt x="879473" y="2129104"/>
                </a:lnTo>
                <a:lnTo>
                  <a:pt x="879917" y="2106581"/>
                </a:lnTo>
                <a:lnTo>
                  <a:pt x="865222" y="2079002"/>
                </a:lnTo>
                <a:lnTo>
                  <a:pt x="854535" y="2054181"/>
                </a:lnTo>
                <a:lnTo>
                  <a:pt x="854535" y="2053721"/>
                </a:lnTo>
                <a:lnTo>
                  <a:pt x="838504" y="2015570"/>
                </a:lnTo>
                <a:lnTo>
                  <a:pt x="838505" y="2015569"/>
                </a:lnTo>
                <a:lnTo>
                  <a:pt x="821139" y="1993047"/>
                </a:lnTo>
                <a:lnTo>
                  <a:pt x="812233" y="1971903"/>
                </a:lnTo>
                <a:lnTo>
                  <a:pt x="807780" y="1942945"/>
                </a:lnTo>
                <a:lnTo>
                  <a:pt x="802436" y="1921801"/>
                </a:lnTo>
                <a:lnTo>
                  <a:pt x="795312" y="1876296"/>
                </a:lnTo>
                <a:lnTo>
                  <a:pt x="795756" y="1840902"/>
                </a:lnTo>
                <a:lnTo>
                  <a:pt x="793085" y="1824814"/>
                </a:lnTo>
                <a:lnTo>
                  <a:pt x="783734" y="1812404"/>
                </a:lnTo>
                <a:lnTo>
                  <a:pt x="771264" y="1788042"/>
                </a:lnTo>
                <a:lnTo>
                  <a:pt x="758796" y="1752649"/>
                </a:lnTo>
                <a:lnTo>
                  <a:pt x="753898" y="1734263"/>
                </a:lnTo>
                <a:lnTo>
                  <a:pt x="734305" y="1705305"/>
                </a:lnTo>
                <a:lnTo>
                  <a:pt x="732969" y="1682783"/>
                </a:lnTo>
                <a:lnTo>
                  <a:pt x="732968" y="1682784"/>
                </a:lnTo>
                <a:lnTo>
                  <a:pt x="730742" y="1664398"/>
                </a:lnTo>
                <a:lnTo>
                  <a:pt x="734750" y="1638197"/>
                </a:lnTo>
                <a:lnTo>
                  <a:pt x="743656" y="1611078"/>
                </a:lnTo>
                <a:lnTo>
                  <a:pt x="744991" y="1598667"/>
                </a:lnTo>
                <a:lnTo>
                  <a:pt x="753452" y="1572008"/>
                </a:lnTo>
                <a:lnTo>
                  <a:pt x="759686" y="1560056"/>
                </a:lnTo>
                <a:lnTo>
                  <a:pt x="774382" y="1540751"/>
                </a:lnTo>
                <a:lnTo>
                  <a:pt x="782842" y="1527421"/>
                </a:lnTo>
                <a:lnTo>
                  <a:pt x="785515" y="1505818"/>
                </a:lnTo>
                <a:lnTo>
                  <a:pt x="784179" y="1488810"/>
                </a:lnTo>
                <a:lnTo>
                  <a:pt x="777054" y="1478239"/>
                </a:lnTo>
                <a:lnTo>
                  <a:pt x="770374" y="1460312"/>
                </a:lnTo>
                <a:lnTo>
                  <a:pt x="764584" y="1442845"/>
                </a:lnTo>
                <a:lnTo>
                  <a:pt x="765921" y="1436410"/>
                </a:lnTo>
                <a:lnTo>
                  <a:pt x="773490" y="1424919"/>
                </a:lnTo>
                <a:lnTo>
                  <a:pt x="766366" y="1396420"/>
                </a:lnTo>
                <a:lnTo>
                  <a:pt x="761022" y="1376656"/>
                </a:lnTo>
                <a:lnTo>
                  <a:pt x="748554" y="1357810"/>
                </a:lnTo>
                <a:lnTo>
                  <a:pt x="751225" y="1352294"/>
                </a:lnTo>
                <a:lnTo>
                  <a:pt x="756449" y="1350184"/>
                </a:lnTo>
                <a:lnTo>
                  <a:pt x="751226" y="1352294"/>
                </a:lnTo>
                <a:lnTo>
                  <a:pt x="747664" y="1343101"/>
                </a:lnTo>
                <a:lnTo>
                  <a:pt x="753898" y="1339883"/>
                </a:lnTo>
                <a:lnTo>
                  <a:pt x="754788" y="1327013"/>
                </a:lnTo>
                <a:lnTo>
                  <a:pt x="759241" y="1319659"/>
                </a:lnTo>
                <a:lnTo>
                  <a:pt x="768147" y="1313223"/>
                </a:lnTo>
                <a:lnTo>
                  <a:pt x="768147" y="1313223"/>
                </a:lnTo>
                <a:lnTo>
                  <a:pt x="768146" y="1313223"/>
                </a:lnTo>
                <a:lnTo>
                  <a:pt x="759241" y="1319658"/>
                </a:lnTo>
                <a:lnTo>
                  <a:pt x="754788" y="1327012"/>
                </a:lnTo>
                <a:lnTo>
                  <a:pt x="753897" y="1339882"/>
                </a:lnTo>
                <a:lnTo>
                  <a:pt x="747663" y="1343099"/>
                </a:lnTo>
                <a:lnTo>
                  <a:pt x="740984" y="1321037"/>
                </a:lnTo>
                <a:lnTo>
                  <a:pt x="751225" y="1308167"/>
                </a:lnTo>
                <a:lnTo>
                  <a:pt x="740983" y="1321037"/>
                </a:lnTo>
                <a:lnTo>
                  <a:pt x="720499" y="1289781"/>
                </a:lnTo>
                <a:lnTo>
                  <a:pt x="694672" y="1259904"/>
                </a:lnTo>
                <a:lnTo>
                  <a:pt x="678195" y="1235542"/>
                </a:lnTo>
                <a:lnTo>
                  <a:pt x="662610" y="1205206"/>
                </a:lnTo>
                <a:lnTo>
                  <a:pt x="663501" y="1195093"/>
                </a:lnTo>
                <a:lnTo>
                  <a:pt x="669289" y="1185900"/>
                </a:lnTo>
                <a:lnTo>
                  <a:pt x="675078" y="1164296"/>
                </a:lnTo>
                <a:lnTo>
                  <a:pt x="680422" y="1142233"/>
                </a:lnTo>
                <a:lnTo>
                  <a:pt x="688883" y="1140854"/>
                </a:lnTo>
                <a:lnTo>
                  <a:pt x="725398" y="1140854"/>
                </a:lnTo>
                <a:lnTo>
                  <a:pt x="725398" y="1140854"/>
                </a:lnTo>
                <a:lnTo>
                  <a:pt x="688883" y="1140854"/>
                </a:lnTo>
                <a:lnTo>
                  <a:pt x="680422" y="1142232"/>
                </a:lnTo>
                <a:lnTo>
                  <a:pt x="675524" y="1138096"/>
                </a:lnTo>
                <a:lnTo>
                  <a:pt x="683985" y="1105001"/>
                </a:lnTo>
                <a:lnTo>
                  <a:pt x="683984" y="1105001"/>
                </a:lnTo>
                <a:lnTo>
                  <a:pt x="687992" y="1081559"/>
                </a:lnTo>
                <a:lnTo>
                  <a:pt x="677750" y="1061794"/>
                </a:lnTo>
                <a:lnTo>
                  <a:pt x="666172" y="1057197"/>
                </a:lnTo>
                <a:lnTo>
                  <a:pt x="661274" y="1043868"/>
                </a:lnTo>
                <a:lnTo>
                  <a:pt x="654595" y="1039730"/>
                </a:lnTo>
                <a:lnTo>
                  <a:pt x="655040" y="1031458"/>
                </a:lnTo>
                <a:lnTo>
                  <a:pt x="628767" y="1042029"/>
                </a:lnTo>
                <a:lnTo>
                  <a:pt x="619416" y="1040650"/>
                </a:lnTo>
                <a:lnTo>
                  <a:pt x="609620" y="1047085"/>
                </a:lnTo>
                <a:lnTo>
                  <a:pt x="589581" y="1046625"/>
                </a:lnTo>
                <a:lnTo>
                  <a:pt x="575777" y="1027780"/>
                </a:lnTo>
                <a:lnTo>
                  <a:pt x="567316" y="1006636"/>
                </a:lnTo>
                <a:lnTo>
                  <a:pt x="549503" y="987330"/>
                </a:lnTo>
                <a:lnTo>
                  <a:pt x="530801" y="987330"/>
                </a:lnTo>
                <a:lnTo>
                  <a:pt x="508536" y="987330"/>
                </a:lnTo>
                <a:lnTo>
                  <a:pt x="509872" y="939986"/>
                </a:lnTo>
                <a:lnTo>
                  <a:pt x="508981" y="921141"/>
                </a:lnTo>
                <a:lnTo>
                  <a:pt x="513879" y="902755"/>
                </a:lnTo>
                <a:lnTo>
                  <a:pt x="521450" y="893562"/>
                </a:lnTo>
                <a:lnTo>
                  <a:pt x="533918" y="875176"/>
                </a:lnTo>
                <a:lnTo>
                  <a:pt x="531246" y="867361"/>
                </a:lnTo>
                <a:lnTo>
                  <a:pt x="536144" y="855410"/>
                </a:lnTo>
                <a:lnTo>
                  <a:pt x="530356" y="837943"/>
                </a:lnTo>
                <a:lnTo>
                  <a:pt x="531246" y="828291"/>
                </a:lnTo>
                <a:lnTo>
                  <a:pt x="512099" y="811284"/>
                </a:lnTo>
                <a:lnTo>
                  <a:pt x="512098" y="811284"/>
                </a:lnTo>
                <a:lnTo>
                  <a:pt x="531246" y="828291"/>
                </a:lnTo>
                <a:lnTo>
                  <a:pt x="530355" y="837944"/>
                </a:lnTo>
                <a:lnTo>
                  <a:pt x="536144" y="855411"/>
                </a:lnTo>
                <a:lnTo>
                  <a:pt x="531246" y="867361"/>
                </a:lnTo>
                <a:lnTo>
                  <a:pt x="533917" y="875176"/>
                </a:lnTo>
                <a:lnTo>
                  <a:pt x="521449" y="893562"/>
                </a:lnTo>
                <a:lnTo>
                  <a:pt x="513879" y="902755"/>
                </a:lnTo>
                <a:lnTo>
                  <a:pt x="508981" y="921141"/>
                </a:lnTo>
                <a:lnTo>
                  <a:pt x="509871" y="939986"/>
                </a:lnTo>
                <a:lnTo>
                  <a:pt x="508535" y="987331"/>
                </a:lnTo>
                <a:lnTo>
                  <a:pt x="487606" y="991008"/>
                </a:lnTo>
                <a:lnTo>
                  <a:pt x="481372" y="970783"/>
                </a:lnTo>
                <a:lnTo>
                  <a:pt x="482708" y="902755"/>
                </a:lnTo>
                <a:lnTo>
                  <a:pt x="477364" y="896779"/>
                </a:lnTo>
                <a:lnTo>
                  <a:pt x="476474" y="882071"/>
                </a:lnTo>
                <a:lnTo>
                  <a:pt x="467568" y="871958"/>
                </a:lnTo>
                <a:lnTo>
                  <a:pt x="459998" y="863225"/>
                </a:lnTo>
                <a:lnTo>
                  <a:pt x="463115" y="847597"/>
                </a:lnTo>
                <a:lnTo>
                  <a:pt x="472021" y="844379"/>
                </a:lnTo>
                <a:lnTo>
                  <a:pt x="472021" y="844378"/>
                </a:lnTo>
                <a:lnTo>
                  <a:pt x="463116" y="847596"/>
                </a:lnTo>
                <a:lnTo>
                  <a:pt x="441296" y="847136"/>
                </a:lnTo>
                <a:lnTo>
                  <a:pt x="429718" y="844838"/>
                </a:lnTo>
                <a:lnTo>
                  <a:pt x="441295" y="847136"/>
                </a:lnTo>
                <a:lnTo>
                  <a:pt x="441295" y="847137"/>
                </a:lnTo>
                <a:lnTo>
                  <a:pt x="463114" y="847597"/>
                </a:lnTo>
                <a:lnTo>
                  <a:pt x="459997" y="863225"/>
                </a:lnTo>
                <a:lnTo>
                  <a:pt x="467567" y="871958"/>
                </a:lnTo>
                <a:lnTo>
                  <a:pt x="476473" y="882071"/>
                </a:lnTo>
                <a:lnTo>
                  <a:pt x="477364" y="896780"/>
                </a:lnTo>
                <a:lnTo>
                  <a:pt x="482707" y="902755"/>
                </a:lnTo>
                <a:lnTo>
                  <a:pt x="481372" y="970783"/>
                </a:lnTo>
                <a:lnTo>
                  <a:pt x="487606" y="991008"/>
                </a:lnTo>
                <a:lnTo>
                  <a:pt x="467567" y="997443"/>
                </a:lnTo>
                <a:lnTo>
                  <a:pt x="467567" y="997443"/>
                </a:lnTo>
                <a:lnTo>
                  <a:pt x="427936" y="1014449"/>
                </a:lnTo>
                <a:lnTo>
                  <a:pt x="413687" y="1024562"/>
                </a:lnTo>
                <a:lnTo>
                  <a:pt x="390976" y="1033295"/>
                </a:lnTo>
                <a:lnTo>
                  <a:pt x="368711" y="1025021"/>
                </a:lnTo>
                <a:lnTo>
                  <a:pt x="369602" y="1013071"/>
                </a:lnTo>
                <a:lnTo>
                  <a:pt x="358915" y="987790"/>
                </a:lnTo>
                <a:lnTo>
                  <a:pt x="365594" y="954235"/>
                </a:lnTo>
                <a:lnTo>
                  <a:pt x="376282" y="929874"/>
                </a:lnTo>
                <a:lnTo>
                  <a:pt x="369602" y="887586"/>
                </a:lnTo>
                <a:lnTo>
                  <a:pt x="369602" y="887586"/>
                </a:lnTo>
                <a:lnTo>
                  <a:pt x="352235" y="880231"/>
                </a:lnTo>
                <a:lnTo>
                  <a:pt x="352235" y="880231"/>
                </a:lnTo>
                <a:lnTo>
                  <a:pt x="369601" y="887586"/>
                </a:lnTo>
                <a:lnTo>
                  <a:pt x="376281" y="929874"/>
                </a:lnTo>
                <a:lnTo>
                  <a:pt x="365594" y="954235"/>
                </a:lnTo>
                <a:lnTo>
                  <a:pt x="358914" y="987790"/>
                </a:lnTo>
                <a:lnTo>
                  <a:pt x="369601" y="1013071"/>
                </a:lnTo>
                <a:lnTo>
                  <a:pt x="368711" y="1025021"/>
                </a:lnTo>
                <a:lnTo>
                  <a:pt x="357133" y="1025021"/>
                </a:lnTo>
                <a:lnTo>
                  <a:pt x="339766" y="1019505"/>
                </a:lnTo>
                <a:lnTo>
                  <a:pt x="323290" y="1019505"/>
                </a:lnTo>
                <a:lnTo>
                  <a:pt x="293454" y="1025021"/>
                </a:lnTo>
                <a:lnTo>
                  <a:pt x="276088" y="1033295"/>
                </a:lnTo>
                <a:lnTo>
                  <a:pt x="251151" y="1044326"/>
                </a:lnTo>
                <a:lnTo>
                  <a:pt x="246253" y="1043407"/>
                </a:lnTo>
                <a:lnTo>
                  <a:pt x="248034" y="1019047"/>
                </a:lnTo>
                <a:lnTo>
                  <a:pt x="248033" y="1019047"/>
                </a:lnTo>
                <a:lnTo>
                  <a:pt x="246252" y="1043409"/>
                </a:lnTo>
                <a:lnTo>
                  <a:pt x="239573" y="1043868"/>
                </a:lnTo>
                <a:lnTo>
                  <a:pt x="213745" y="1029619"/>
                </a:lnTo>
                <a:lnTo>
                  <a:pt x="190590" y="1007096"/>
                </a:lnTo>
                <a:lnTo>
                  <a:pt x="169215" y="991008"/>
                </a:lnTo>
                <a:lnTo>
                  <a:pt x="152294" y="972163"/>
                </a:lnTo>
                <a:lnTo>
                  <a:pt x="158528" y="962510"/>
                </a:lnTo>
                <a:lnTo>
                  <a:pt x="159864" y="953777"/>
                </a:lnTo>
                <a:lnTo>
                  <a:pt x="171442" y="938148"/>
                </a:lnTo>
                <a:lnTo>
                  <a:pt x="183020" y="924359"/>
                </a:lnTo>
                <a:lnTo>
                  <a:pt x="188808" y="923440"/>
                </a:lnTo>
                <a:lnTo>
                  <a:pt x="195043" y="920222"/>
                </a:lnTo>
                <a:lnTo>
                  <a:pt x="205730" y="938148"/>
                </a:lnTo>
                <a:lnTo>
                  <a:pt x="203949" y="950099"/>
                </a:lnTo>
                <a:lnTo>
                  <a:pt x="208847" y="956534"/>
                </a:lnTo>
                <a:lnTo>
                  <a:pt x="215972" y="956534"/>
                </a:lnTo>
                <a:lnTo>
                  <a:pt x="215972" y="956533"/>
                </a:lnTo>
                <a:lnTo>
                  <a:pt x="208848" y="956533"/>
                </a:lnTo>
                <a:lnTo>
                  <a:pt x="203949" y="950098"/>
                </a:lnTo>
                <a:lnTo>
                  <a:pt x="205730" y="938147"/>
                </a:lnTo>
                <a:lnTo>
                  <a:pt x="195043" y="920221"/>
                </a:lnTo>
                <a:lnTo>
                  <a:pt x="188809" y="923438"/>
                </a:lnTo>
                <a:lnTo>
                  <a:pt x="183020" y="924358"/>
                </a:lnTo>
                <a:lnTo>
                  <a:pt x="176340" y="925737"/>
                </a:lnTo>
                <a:lnTo>
                  <a:pt x="176785" y="915165"/>
                </a:lnTo>
                <a:lnTo>
                  <a:pt x="172778" y="907351"/>
                </a:lnTo>
                <a:lnTo>
                  <a:pt x="173669" y="898618"/>
                </a:lnTo>
                <a:lnTo>
                  <a:pt x="168325" y="886207"/>
                </a:lnTo>
                <a:lnTo>
                  <a:pt x="161200" y="875635"/>
                </a:lnTo>
                <a:lnTo>
                  <a:pt x="161199" y="875635"/>
                </a:lnTo>
                <a:lnTo>
                  <a:pt x="168324" y="886207"/>
                </a:lnTo>
                <a:lnTo>
                  <a:pt x="173668" y="898618"/>
                </a:lnTo>
                <a:lnTo>
                  <a:pt x="172777" y="907352"/>
                </a:lnTo>
                <a:lnTo>
                  <a:pt x="176784" y="915166"/>
                </a:lnTo>
                <a:lnTo>
                  <a:pt x="176339" y="925738"/>
                </a:lnTo>
                <a:lnTo>
                  <a:pt x="183019" y="924359"/>
                </a:lnTo>
                <a:lnTo>
                  <a:pt x="171441" y="938148"/>
                </a:lnTo>
                <a:lnTo>
                  <a:pt x="159863" y="953776"/>
                </a:lnTo>
                <a:lnTo>
                  <a:pt x="158527" y="962510"/>
                </a:lnTo>
                <a:lnTo>
                  <a:pt x="152293" y="972162"/>
                </a:lnTo>
                <a:lnTo>
                  <a:pt x="145613" y="969864"/>
                </a:lnTo>
                <a:lnTo>
                  <a:pt x="127801" y="957913"/>
                </a:lnTo>
                <a:lnTo>
                  <a:pt x="114442" y="942285"/>
                </a:lnTo>
                <a:lnTo>
                  <a:pt x="110435" y="931253"/>
                </a:lnTo>
                <a:lnTo>
                  <a:pt x="107318" y="909650"/>
                </a:lnTo>
                <a:lnTo>
                  <a:pt x="108225" y="908774"/>
                </a:lnTo>
                <a:lnTo>
                  <a:pt x="107319" y="909649"/>
                </a:lnTo>
                <a:lnTo>
                  <a:pt x="96631" y="892182"/>
                </a:lnTo>
                <a:lnTo>
                  <a:pt x="86835" y="880691"/>
                </a:lnTo>
                <a:lnTo>
                  <a:pt x="80600" y="876554"/>
                </a:lnTo>
                <a:lnTo>
                  <a:pt x="74366" y="870579"/>
                </a:lnTo>
                <a:lnTo>
                  <a:pt x="71694" y="857708"/>
                </a:lnTo>
                <a:lnTo>
                  <a:pt x="68132" y="851274"/>
                </a:lnTo>
                <a:lnTo>
                  <a:pt x="60562" y="846217"/>
                </a:lnTo>
                <a:lnTo>
                  <a:pt x="72139" y="831968"/>
                </a:lnTo>
                <a:lnTo>
                  <a:pt x="79413" y="832410"/>
                </a:lnTo>
                <a:lnTo>
                  <a:pt x="72139" y="831968"/>
                </a:lnTo>
                <a:lnTo>
                  <a:pt x="60561" y="846217"/>
                </a:lnTo>
                <a:lnTo>
                  <a:pt x="47648" y="834266"/>
                </a:lnTo>
                <a:lnTo>
                  <a:pt x="36961" y="831968"/>
                </a:lnTo>
                <a:lnTo>
                  <a:pt x="31172" y="823695"/>
                </a:lnTo>
                <a:lnTo>
                  <a:pt x="31617" y="819098"/>
                </a:lnTo>
                <a:lnTo>
                  <a:pt x="24047" y="813123"/>
                </a:lnTo>
                <a:lnTo>
                  <a:pt x="22266" y="806687"/>
                </a:lnTo>
                <a:lnTo>
                  <a:pt x="35625" y="802091"/>
                </a:lnTo>
                <a:lnTo>
                  <a:pt x="44085" y="803010"/>
                </a:lnTo>
                <a:lnTo>
                  <a:pt x="50765" y="799333"/>
                </a:lnTo>
                <a:lnTo>
                  <a:pt x="97076" y="800712"/>
                </a:lnTo>
                <a:lnTo>
                  <a:pt x="109100" y="801172"/>
                </a:lnTo>
                <a:lnTo>
                  <a:pt x="127357" y="808067"/>
                </a:lnTo>
                <a:lnTo>
                  <a:pt x="132701" y="807607"/>
                </a:lnTo>
                <a:lnTo>
                  <a:pt x="134482" y="804389"/>
                </a:lnTo>
                <a:lnTo>
                  <a:pt x="148286" y="806688"/>
                </a:lnTo>
                <a:lnTo>
                  <a:pt x="151849" y="804849"/>
                </a:lnTo>
                <a:lnTo>
                  <a:pt x="153185" y="815881"/>
                </a:lnTo>
                <a:lnTo>
                  <a:pt x="153185" y="815881"/>
                </a:lnTo>
                <a:lnTo>
                  <a:pt x="151849" y="804849"/>
                </a:lnTo>
                <a:lnTo>
                  <a:pt x="153185" y="795656"/>
                </a:lnTo>
                <a:lnTo>
                  <a:pt x="150959" y="784625"/>
                </a:lnTo>
                <a:lnTo>
                  <a:pt x="150957" y="784624"/>
                </a:lnTo>
                <a:lnTo>
                  <a:pt x="153184" y="795655"/>
                </a:lnTo>
                <a:lnTo>
                  <a:pt x="151848" y="804848"/>
                </a:lnTo>
                <a:lnTo>
                  <a:pt x="148286" y="806687"/>
                </a:lnTo>
                <a:lnTo>
                  <a:pt x="134481" y="804389"/>
                </a:lnTo>
                <a:lnTo>
                  <a:pt x="132700" y="807606"/>
                </a:lnTo>
                <a:lnTo>
                  <a:pt x="127356" y="808066"/>
                </a:lnTo>
                <a:lnTo>
                  <a:pt x="109099" y="801171"/>
                </a:lnTo>
                <a:lnTo>
                  <a:pt x="97076" y="800711"/>
                </a:lnTo>
                <a:lnTo>
                  <a:pt x="50764" y="799333"/>
                </a:lnTo>
                <a:lnTo>
                  <a:pt x="44084" y="803009"/>
                </a:lnTo>
                <a:lnTo>
                  <a:pt x="35624" y="802090"/>
                </a:lnTo>
                <a:lnTo>
                  <a:pt x="22265" y="806687"/>
                </a:lnTo>
                <a:lnTo>
                  <a:pt x="18702" y="784164"/>
                </a:lnTo>
                <a:lnTo>
                  <a:pt x="18704" y="784164"/>
                </a:lnTo>
                <a:lnTo>
                  <a:pt x="22266" y="770835"/>
                </a:lnTo>
                <a:lnTo>
                  <a:pt x="49430" y="770375"/>
                </a:lnTo>
                <a:lnTo>
                  <a:pt x="55218" y="763020"/>
                </a:lnTo>
                <a:lnTo>
                  <a:pt x="63233" y="762561"/>
                </a:lnTo>
                <a:lnTo>
                  <a:pt x="63233" y="762561"/>
                </a:lnTo>
                <a:lnTo>
                  <a:pt x="55217" y="763020"/>
                </a:lnTo>
                <a:lnTo>
                  <a:pt x="49428" y="770375"/>
                </a:lnTo>
                <a:lnTo>
                  <a:pt x="22265" y="770834"/>
                </a:lnTo>
                <a:lnTo>
                  <a:pt x="12023" y="747851"/>
                </a:lnTo>
                <a:lnTo>
                  <a:pt x="0" y="737739"/>
                </a:lnTo>
                <a:lnTo>
                  <a:pt x="11132" y="731764"/>
                </a:lnTo>
                <a:lnTo>
                  <a:pt x="23601" y="711079"/>
                </a:lnTo>
                <a:lnTo>
                  <a:pt x="29835" y="695911"/>
                </a:lnTo>
                <a:lnTo>
                  <a:pt x="29836" y="695910"/>
                </a:lnTo>
                <a:lnTo>
                  <a:pt x="28055" y="680283"/>
                </a:lnTo>
                <a:lnTo>
                  <a:pt x="35180" y="665575"/>
                </a:lnTo>
                <a:lnTo>
                  <a:pt x="38742" y="637996"/>
                </a:lnTo>
                <a:lnTo>
                  <a:pt x="36961" y="608578"/>
                </a:lnTo>
                <a:lnTo>
                  <a:pt x="34289" y="593870"/>
                </a:lnTo>
                <a:lnTo>
                  <a:pt x="36961" y="579160"/>
                </a:lnTo>
                <a:lnTo>
                  <a:pt x="30727" y="565371"/>
                </a:lnTo>
                <a:lnTo>
                  <a:pt x="18259" y="552501"/>
                </a:lnTo>
                <a:lnTo>
                  <a:pt x="24048" y="542848"/>
                </a:lnTo>
                <a:lnTo>
                  <a:pt x="120678" y="542848"/>
                </a:lnTo>
                <a:lnTo>
                  <a:pt x="120678" y="542848"/>
                </a:lnTo>
                <a:lnTo>
                  <a:pt x="24048" y="542848"/>
                </a:lnTo>
                <a:lnTo>
                  <a:pt x="18259" y="552500"/>
                </a:lnTo>
                <a:lnTo>
                  <a:pt x="19595" y="540090"/>
                </a:lnTo>
                <a:lnTo>
                  <a:pt x="19594" y="540090"/>
                </a:lnTo>
                <a:lnTo>
                  <a:pt x="20930" y="526301"/>
                </a:lnTo>
                <a:lnTo>
                  <a:pt x="30726" y="518487"/>
                </a:lnTo>
                <a:lnTo>
                  <a:pt x="39187" y="502859"/>
                </a:lnTo>
                <a:lnTo>
                  <a:pt x="37851" y="492747"/>
                </a:lnTo>
                <a:lnTo>
                  <a:pt x="46757" y="472062"/>
                </a:lnTo>
                <a:lnTo>
                  <a:pt x="61007" y="453216"/>
                </a:lnTo>
                <a:lnTo>
                  <a:pt x="69467" y="448620"/>
                </a:lnTo>
                <a:lnTo>
                  <a:pt x="76593" y="431613"/>
                </a:lnTo>
                <a:lnTo>
                  <a:pt x="77483" y="415525"/>
                </a:lnTo>
                <a:lnTo>
                  <a:pt x="86835" y="397598"/>
                </a:lnTo>
                <a:lnTo>
                  <a:pt x="103756" y="386567"/>
                </a:lnTo>
                <a:lnTo>
                  <a:pt x="119787" y="356690"/>
                </a:lnTo>
                <a:lnTo>
                  <a:pt x="120232" y="356230"/>
                </a:lnTo>
                <a:lnTo>
                  <a:pt x="133146" y="344739"/>
                </a:lnTo>
                <a:lnTo>
                  <a:pt x="155856" y="341521"/>
                </a:lnTo>
                <a:lnTo>
                  <a:pt x="175449" y="321297"/>
                </a:lnTo>
                <a:lnTo>
                  <a:pt x="187918" y="313483"/>
                </a:lnTo>
                <a:lnTo>
                  <a:pt x="208847" y="288661"/>
                </a:lnTo>
                <a:lnTo>
                  <a:pt x="203504" y="252349"/>
                </a:lnTo>
                <a:lnTo>
                  <a:pt x="213300" y="226608"/>
                </a:lnTo>
                <a:lnTo>
                  <a:pt x="217308" y="210981"/>
                </a:lnTo>
                <a:lnTo>
                  <a:pt x="233339" y="191215"/>
                </a:lnTo>
                <a:lnTo>
                  <a:pt x="257385" y="177886"/>
                </a:lnTo>
                <a:lnTo>
                  <a:pt x="275642" y="165475"/>
                </a:lnTo>
                <a:lnTo>
                  <a:pt x="292118" y="135138"/>
                </a:lnTo>
                <a:lnTo>
                  <a:pt x="300134" y="116752"/>
                </a:lnTo>
                <a:lnTo>
                  <a:pt x="317501" y="117211"/>
                </a:lnTo>
                <a:lnTo>
                  <a:pt x="331305" y="129623"/>
                </a:lnTo>
                <a:lnTo>
                  <a:pt x="354016" y="127783"/>
                </a:lnTo>
                <a:lnTo>
                  <a:pt x="378507" y="134219"/>
                </a:lnTo>
                <a:lnTo>
                  <a:pt x="389194" y="134219"/>
                </a:lnTo>
                <a:lnTo>
                  <a:pt x="395540" y="148353"/>
                </a:lnTo>
                <a:lnTo>
                  <a:pt x="389194" y="134218"/>
                </a:lnTo>
                <a:lnTo>
                  <a:pt x="411905" y="118131"/>
                </a:lnTo>
                <a:lnTo>
                  <a:pt x="437733" y="113074"/>
                </a:lnTo>
                <a:lnTo>
                  <a:pt x="452428" y="101124"/>
                </a:lnTo>
                <a:lnTo>
                  <a:pt x="475138" y="91931"/>
                </a:lnTo>
                <a:lnTo>
                  <a:pt x="515215" y="86874"/>
                </a:lnTo>
                <a:lnTo>
                  <a:pt x="554402" y="84576"/>
                </a:lnTo>
                <a:lnTo>
                  <a:pt x="566425" y="88713"/>
                </a:lnTo>
                <a:lnTo>
                  <a:pt x="588245" y="77222"/>
                </a:lnTo>
                <a:lnTo>
                  <a:pt x="613627" y="76762"/>
                </a:lnTo>
                <a:lnTo>
                  <a:pt x="623423" y="83657"/>
                </a:lnTo>
                <a:lnTo>
                  <a:pt x="639453" y="81819"/>
                </a:lnTo>
                <a:lnTo>
                  <a:pt x="639453" y="81818"/>
                </a:lnTo>
                <a:lnTo>
                  <a:pt x="664835" y="70327"/>
                </a:lnTo>
                <a:lnTo>
                  <a:pt x="681312" y="73544"/>
                </a:lnTo>
                <a:lnTo>
                  <a:pt x="681312" y="88713"/>
                </a:lnTo>
                <a:lnTo>
                  <a:pt x="700905" y="77682"/>
                </a:lnTo>
                <a:lnTo>
                  <a:pt x="702686" y="83197"/>
                </a:lnTo>
                <a:lnTo>
                  <a:pt x="691553" y="97906"/>
                </a:lnTo>
                <a:lnTo>
                  <a:pt x="691999" y="111236"/>
                </a:lnTo>
                <a:lnTo>
                  <a:pt x="700459" y="118590"/>
                </a:lnTo>
                <a:lnTo>
                  <a:pt x="698233" y="144331"/>
                </a:lnTo>
                <a:lnTo>
                  <a:pt x="682647" y="159040"/>
                </a:lnTo>
                <a:lnTo>
                  <a:pt x="687991" y="175128"/>
                </a:lnTo>
                <a:lnTo>
                  <a:pt x="700459" y="175587"/>
                </a:lnTo>
                <a:lnTo>
                  <a:pt x="706694" y="189836"/>
                </a:lnTo>
                <a:lnTo>
                  <a:pt x="716045" y="194433"/>
                </a:lnTo>
                <a:lnTo>
                  <a:pt x="715600" y="216955"/>
                </a:lnTo>
                <a:lnTo>
                  <a:pt x="704022" y="225229"/>
                </a:lnTo>
                <a:lnTo>
                  <a:pt x="696897" y="234882"/>
                </a:lnTo>
                <a:lnTo>
                  <a:pt x="680866" y="246373"/>
                </a:lnTo>
                <a:lnTo>
                  <a:pt x="683538" y="258324"/>
                </a:lnTo>
                <a:lnTo>
                  <a:pt x="681757" y="271194"/>
                </a:lnTo>
                <a:lnTo>
                  <a:pt x="670180" y="277629"/>
                </a:lnTo>
                <a:lnTo>
                  <a:pt x="678641" y="303829"/>
                </a:lnTo>
                <a:lnTo>
                  <a:pt x="680422" y="317619"/>
                </a:lnTo>
                <a:lnTo>
                  <a:pt x="680422" y="317619"/>
                </a:lnTo>
                <a:lnTo>
                  <a:pt x="678642" y="303829"/>
                </a:lnTo>
                <a:lnTo>
                  <a:pt x="670181" y="277629"/>
                </a:lnTo>
                <a:lnTo>
                  <a:pt x="681759" y="271194"/>
                </a:lnTo>
                <a:lnTo>
                  <a:pt x="683540" y="258323"/>
                </a:lnTo>
                <a:lnTo>
                  <a:pt x="680868" y="246373"/>
                </a:lnTo>
                <a:lnTo>
                  <a:pt x="696899" y="234882"/>
                </a:lnTo>
                <a:lnTo>
                  <a:pt x="704024" y="225229"/>
                </a:lnTo>
                <a:lnTo>
                  <a:pt x="715601" y="216955"/>
                </a:lnTo>
                <a:lnTo>
                  <a:pt x="716046" y="194432"/>
                </a:lnTo>
                <a:lnTo>
                  <a:pt x="744546" y="204544"/>
                </a:lnTo>
                <a:lnTo>
                  <a:pt x="754788" y="201787"/>
                </a:lnTo>
                <a:lnTo>
                  <a:pt x="774827" y="206843"/>
                </a:lnTo>
                <a:lnTo>
                  <a:pt x="807334" y="220173"/>
                </a:lnTo>
                <a:lnTo>
                  <a:pt x="819803" y="246373"/>
                </a:lnTo>
                <a:lnTo>
                  <a:pt x="841623" y="251888"/>
                </a:lnTo>
                <a:lnTo>
                  <a:pt x="876356" y="264299"/>
                </a:lnTo>
                <a:lnTo>
                  <a:pt x="903074" y="279008"/>
                </a:lnTo>
                <a:lnTo>
                  <a:pt x="914206" y="271194"/>
                </a:lnTo>
                <a:lnTo>
                  <a:pt x="925339" y="257864"/>
                </a:lnTo>
                <a:lnTo>
                  <a:pt x="918215" y="235341"/>
                </a:lnTo>
                <a:lnTo>
                  <a:pt x="924894" y="220632"/>
                </a:lnTo>
                <a:lnTo>
                  <a:pt x="941371" y="206843"/>
                </a:lnTo>
                <a:lnTo>
                  <a:pt x="957847" y="203165"/>
                </a:lnTo>
                <a:lnTo>
                  <a:pt x="990799" y="209141"/>
                </a:lnTo>
                <a:lnTo>
                  <a:pt x="999705" y="222011"/>
                </a:lnTo>
                <a:lnTo>
                  <a:pt x="1008611" y="222471"/>
                </a:lnTo>
                <a:lnTo>
                  <a:pt x="1016626" y="227527"/>
                </a:lnTo>
                <a:lnTo>
                  <a:pt x="1040673" y="230744"/>
                </a:lnTo>
                <a:lnTo>
                  <a:pt x="1047352" y="240397"/>
                </a:lnTo>
                <a:lnTo>
                  <a:pt x="1039782" y="254647"/>
                </a:lnTo>
                <a:lnTo>
                  <a:pt x="1039782" y="254647"/>
                </a:lnTo>
                <a:lnTo>
                  <a:pt x="1047352" y="240398"/>
                </a:lnTo>
                <a:lnTo>
                  <a:pt x="1079414" y="239938"/>
                </a:lnTo>
                <a:lnTo>
                  <a:pt x="1103460" y="247752"/>
                </a:lnTo>
                <a:lnTo>
                  <a:pt x="1127952" y="256486"/>
                </a:lnTo>
                <a:lnTo>
                  <a:pt x="1139530" y="261082"/>
                </a:lnTo>
                <a:lnTo>
                  <a:pt x="1157342" y="251889"/>
                </a:lnTo>
                <a:lnTo>
                  <a:pt x="1166693" y="243615"/>
                </a:lnTo>
                <a:lnTo>
                  <a:pt x="1187622" y="240857"/>
                </a:lnTo>
                <a:lnTo>
                  <a:pt x="1204989" y="244535"/>
                </a:lnTo>
                <a:lnTo>
                  <a:pt x="1213005" y="259243"/>
                </a:lnTo>
                <a:lnTo>
                  <a:pt x="1217903" y="249591"/>
                </a:lnTo>
                <a:lnTo>
                  <a:pt x="1237497" y="256486"/>
                </a:lnTo>
                <a:lnTo>
                  <a:pt x="1256644" y="258324"/>
                </a:lnTo>
                <a:lnTo>
                  <a:pt x="1267776" y="250969"/>
                </a:lnTo>
                <a:lnTo>
                  <a:pt x="1267776" y="250970"/>
                </a:lnTo>
                <a:lnTo>
                  <a:pt x="1274011" y="241317"/>
                </a:lnTo>
                <a:lnTo>
                  <a:pt x="1272229" y="239478"/>
                </a:lnTo>
                <a:lnTo>
                  <a:pt x="1277127" y="225689"/>
                </a:lnTo>
                <a:lnTo>
                  <a:pt x="1279800" y="203626"/>
                </a:lnTo>
                <a:lnTo>
                  <a:pt x="1282471" y="195812"/>
                </a:lnTo>
                <a:lnTo>
                  <a:pt x="1282917" y="195812"/>
                </a:lnTo>
                <a:lnTo>
                  <a:pt x="1290932" y="195812"/>
                </a:lnTo>
                <a:lnTo>
                  <a:pt x="1290933" y="195811"/>
                </a:lnTo>
                <a:lnTo>
                  <a:pt x="1282917" y="195811"/>
                </a:lnTo>
                <a:lnTo>
                  <a:pt x="1288706" y="171450"/>
                </a:lnTo>
                <a:lnTo>
                  <a:pt x="1298503" y="150765"/>
                </a:lnTo>
                <a:lnTo>
                  <a:pt x="1298503" y="149846"/>
                </a:lnTo>
                <a:lnTo>
                  <a:pt x="1298502" y="149846"/>
                </a:lnTo>
                <a:lnTo>
                  <a:pt x="1293604" y="127323"/>
                </a:lnTo>
                <a:lnTo>
                  <a:pt x="1298057" y="114913"/>
                </a:lnTo>
                <a:lnTo>
                  <a:pt x="1303846" y="108478"/>
                </a:lnTo>
                <a:lnTo>
                  <a:pt x="1309190" y="102042"/>
                </a:lnTo>
                <a:lnTo>
                  <a:pt x="1308299" y="85954"/>
                </a:lnTo>
                <a:lnTo>
                  <a:pt x="1316760" y="91471"/>
                </a:lnTo>
                <a:lnTo>
                  <a:pt x="1341696" y="83197"/>
                </a:lnTo>
                <a:lnTo>
                  <a:pt x="1355055" y="88712"/>
                </a:lnTo>
                <a:lnTo>
                  <a:pt x="1374649" y="88712"/>
                </a:lnTo>
                <a:lnTo>
                  <a:pt x="1400032" y="77681"/>
                </a:lnTo>
                <a:lnTo>
                  <a:pt x="1412945" y="78140"/>
                </a:lnTo>
                <a:lnTo>
                  <a:pt x="1439218" y="73544"/>
                </a:lnTo>
                <a:lnTo>
                  <a:pt x="1429866" y="91930"/>
                </a:lnTo>
                <a:lnTo>
                  <a:pt x="1427678" y="93268"/>
                </a:lnTo>
                <a:lnTo>
                  <a:pt x="1429867" y="91929"/>
                </a:lnTo>
                <a:lnTo>
                  <a:pt x="1439218" y="73543"/>
                </a:lnTo>
                <a:lnTo>
                  <a:pt x="1448570" y="68947"/>
                </a:lnTo>
                <a:lnTo>
                  <a:pt x="1476624" y="73084"/>
                </a:lnTo>
                <a:lnTo>
                  <a:pt x="1485975" y="80438"/>
                </a:lnTo>
                <a:lnTo>
                  <a:pt x="1496662" y="75383"/>
                </a:lnTo>
                <a:lnTo>
                  <a:pt x="1479741" y="51941"/>
                </a:lnTo>
                <a:lnTo>
                  <a:pt x="1482858" y="42748"/>
                </a:lnTo>
                <a:lnTo>
                  <a:pt x="1469944" y="9193"/>
                </a:lnTo>
                <a:close/>
                <a:moveTo>
                  <a:pt x="1489092" y="0"/>
                </a:moveTo>
                <a:lnTo>
                  <a:pt x="1497553" y="7814"/>
                </a:lnTo>
                <a:lnTo>
                  <a:pt x="1507795" y="7814"/>
                </a:lnTo>
                <a:lnTo>
                  <a:pt x="1508685" y="12410"/>
                </a:lnTo>
                <a:lnTo>
                  <a:pt x="1521154" y="29417"/>
                </a:lnTo>
                <a:lnTo>
                  <a:pt x="1504232" y="25280"/>
                </a:lnTo>
                <a:lnTo>
                  <a:pt x="1489983" y="11951"/>
                </a:lnTo>
                <a:lnTo>
                  <a:pt x="1484639" y="46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57000"/>
            </a:schemeClr>
          </a:solidFill>
          <a:ln w="1219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/>
          <a:p>
            <a:endParaRPr lang="en-ID">
              <a:solidFill>
                <a:schemeClr val="bg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326B7B7-0BC5-EE7B-EA0D-8675C11089B7}"/>
              </a:ext>
            </a:extLst>
          </p:cNvPr>
          <p:cNvGrpSpPr/>
          <p:nvPr/>
        </p:nvGrpSpPr>
        <p:grpSpPr>
          <a:xfrm>
            <a:off x="2991060" y="3360097"/>
            <a:ext cx="255060" cy="255060"/>
            <a:chOff x="3059731" y="3429000"/>
            <a:chExt cx="183610" cy="18361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37339CC-130B-46BF-7810-AACDCE7F227A}"/>
                </a:ext>
              </a:extLst>
            </p:cNvPr>
            <p:cNvSpPr/>
            <p:nvPr/>
          </p:nvSpPr>
          <p:spPr>
            <a:xfrm>
              <a:off x="3059731" y="3429000"/>
              <a:ext cx="183610" cy="183610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EAD5B6A-4111-ECA4-26B9-CEAF0986D47F}"/>
                </a:ext>
              </a:extLst>
            </p:cNvPr>
            <p:cNvSpPr/>
            <p:nvPr/>
          </p:nvSpPr>
          <p:spPr>
            <a:xfrm>
              <a:off x="3090940" y="3460209"/>
              <a:ext cx="121192" cy="121192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A3D616D4-DCF7-76DE-787C-624390147FBA}"/>
              </a:ext>
            </a:extLst>
          </p:cNvPr>
          <p:cNvSpPr/>
          <p:nvPr/>
        </p:nvSpPr>
        <p:spPr>
          <a:xfrm>
            <a:off x="8126940" y="3657277"/>
            <a:ext cx="255060" cy="255060"/>
          </a:xfrm>
          <a:prstGeom prst="ellipse">
            <a:avLst/>
          </a:prstGeom>
          <a:solidFill>
            <a:schemeClr val="bg1">
              <a:alpha val="39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578BBE4-69A4-5F3E-8A49-502E679176FF}"/>
              </a:ext>
            </a:extLst>
          </p:cNvPr>
          <p:cNvSpPr/>
          <p:nvPr/>
        </p:nvSpPr>
        <p:spPr>
          <a:xfrm>
            <a:off x="8170294" y="3700631"/>
            <a:ext cx="168353" cy="168353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8EBC91F-C5D1-8ECA-F301-1B30758249E4}"/>
              </a:ext>
            </a:extLst>
          </p:cNvPr>
          <p:cNvGrpSpPr/>
          <p:nvPr/>
        </p:nvGrpSpPr>
        <p:grpSpPr>
          <a:xfrm>
            <a:off x="3999362" y="4765522"/>
            <a:ext cx="255060" cy="255060"/>
            <a:chOff x="3059731" y="3429000"/>
            <a:chExt cx="183610" cy="18361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D3C55E9-EC89-4814-BF62-1D9C6F876094}"/>
                </a:ext>
              </a:extLst>
            </p:cNvPr>
            <p:cNvSpPr/>
            <p:nvPr/>
          </p:nvSpPr>
          <p:spPr>
            <a:xfrm>
              <a:off x="3059731" y="3429000"/>
              <a:ext cx="183610" cy="183610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506BA70-4FDD-80E7-5AC4-156382AC6285}"/>
                </a:ext>
              </a:extLst>
            </p:cNvPr>
            <p:cNvSpPr/>
            <p:nvPr/>
          </p:nvSpPr>
          <p:spPr>
            <a:xfrm>
              <a:off x="3090940" y="3460209"/>
              <a:ext cx="121192" cy="121192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B473B6B-48B7-3285-9270-F6EB8850013B}"/>
              </a:ext>
            </a:extLst>
          </p:cNvPr>
          <p:cNvGrpSpPr/>
          <p:nvPr/>
        </p:nvGrpSpPr>
        <p:grpSpPr>
          <a:xfrm>
            <a:off x="6483450" y="4443849"/>
            <a:ext cx="255060" cy="255060"/>
            <a:chOff x="3059731" y="3429000"/>
            <a:chExt cx="183610" cy="183610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C091C99-2926-8AF7-7447-82B6B3B38A7A}"/>
                </a:ext>
              </a:extLst>
            </p:cNvPr>
            <p:cNvSpPr/>
            <p:nvPr/>
          </p:nvSpPr>
          <p:spPr>
            <a:xfrm>
              <a:off x="3059731" y="3429000"/>
              <a:ext cx="183610" cy="183610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0DC2ADF-C5D2-D68B-0BEF-FACAF063C546}"/>
                </a:ext>
              </a:extLst>
            </p:cNvPr>
            <p:cNvSpPr/>
            <p:nvPr/>
          </p:nvSpPr>
          <p:spPr>
            <a:xfrm>
              <a:off x="3090940" y="3460209"/>
              <a:ext cx="121192" cy="121192"/>
            </a:xfrm>
            <a:prstGeom prst="ellipse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CD769826-2963-E00B-BC9B-296A9A1A447D}"/>
              </a:ext>
            </a:extLst>
          </p:cNvPr>
          <p:cNvSpPr txBox="1"/>
          <p:nvPr/>
        </p:nvSpPr>
        <p:spPr>
          <a:xfrm>
            <a:off x="9478765" y="3342716"/>
            <a:ext cx="1885195" cy="96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Regulation-Driven Security Growth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grpSp>
        <p:nvGrpSpPr>
          <p:cNvPr id="56" name="Graphic 9478">
            <a:extLst>
              <a:ext uri="{FF2B5EF4-FFF2-40B4-BE49-F238E27FC236}">
                <a16:creationId xmlns:a16="http://schemas.microsoft.com/office/drawing/2014/main" id="{800F38E2-88FA-233F-97CA-C08BA0D7DF83}"/>
              </a:ext>
            </a:extLst>
          </p:cNvPr>
          <p:cNvGrpSpPr/>
          <p:nvPr/>
        </p:nvGrpSpPr>
        <p:grpSpPr>
          <a:xfrm rot="20501762">
            <a:off x="8518474" y="3465726"/>
            <a:ext cx="700858" cy="174933"/>
            <a:chOff x="8187863" y="4627016"/>
            <a:chExt cx="756886" cy="188918"/>
          </a:xfrm>
          <a:noFill/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7B03793-BBD5-B3A7-091B-37C0E53AE0A2}"/>
                </a:ext>
              </a:extLst>
            </p:cNvPr>
            <p:cNvSpPr/>
            <p:nvPr/>
          </p:nvSpPr>
          <p:spPr>
            <a:xfrm>
              <a:off x="8187863" y="4726009"/>
              <a:ext cx="41005" cy="37404"/>
            </a:xfrm>
            <a:custGeom>
              <a:avLst/>
              <a:gdLst>
                <a:gd name="csX0" fmla="*/ 0 w 41005"/>
                <a:gd name="csY0" fmla="*/ 37405 h 37404"/>
                <a:gd name="csX1" fmla="*/ 41005 w 41005"/>
                <a:gd name="csY1" fmla="*/ 0 h 37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005" h="37404">
                  <a:moveTo>
                    <a:pt x="0" y="37405"/>
                  </a:moveTo>
                  <a:cubicBezTo>
                    <a:pt x="13668" y="24937"/>
                    <a:pt x="27337" y="12468"/>
                    <a:pt x="41005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7B42FBA-74B8-450F-E06C-E284B2660EDA}"/>
                </a:ext>
              </a:extLst>
            </p:cNvPr>
            <p:cNvSpPr/>
            <p:nvPr/>
          </p:nvSpPr>
          <p:spPr>
            <a:xfrm>
              <a:off x="8269940" y="4673993"/>
              <a:ext cx="49710" cy="29174"/>
            </a:xfrm>
            <a:custGeom>
              <a:avLst/>
              <a:gdLst>
                <a:gd name="csX0" fmla="*/ 0 w 49710"/>
                <a:gd name="csY0" fmla="*/ 29175 h 29174"/>
                <a:gd name="csX1" fmla="*/ 49711 w 49710"/>
                <a:gd name="csY1" fmla="*/ 0 h 29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0" h="29174">
                  <a:moveTo>
                    <a:pt x="0" y="29175"/>
                  </a:moveTo>
                  <a:cubicBezTo>
                    <a:pt x="16573" y="19450"/>
                    <a:pt x="33137" y="9725"/>
                    <a:pt x="49711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9B495A9-9C22-340B-D5D6-928DA6E7C597}"/>
                </a:ext>
              </a:extLst>
            </p:cNvPr>
            <p:cNvSpPr/>
            <p:nvPr/>
          </p:nvSpPr>
          <p:spPr>
            <a:xfrm>
              <a:off x="8366267" y="4635922"/>
              <a:ext cx="55073" cy="19154"/>
            </a:xfrm>
            <a:custGeom>
              <a:avLst/>
              <a:gdLst>
                <a:gd name="csX0" fmla="*/ 0 w 55073"/>
                <a:gd name="csY0" fmla="*/ 19155 h 19154"/>
                <a:gd name="csX1" fmla="*/ 55074 w 55073"/>
                <a:gd name="csY1" fmla="*/ 0 h 19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073" h="19154">
                  <a:moveTo>
                    <a:pt x="0" y="19155"/>
                  </a:moveTo>
                  <a:cubicBezTo>
                    <a:pt x="18355" y="12773"/>
                    <a:pt x="36719" y="6391"/>
                    <a:pt x="55074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03A0B06-58A9-1FAE-9D9E-32A692BA23E0}"/>
                </a:ext>
              </a:extLst>
            </p:cNvPr>
            <p:cNvSpPr/>
            <p:nvPr/>
          </p:nvSpPr>
          <p:spPr>
            <a:xfrm>
              <a:off x="8474109" y="4627016"/>
              <a:ext cx="49034" cy="4743"/>
            </a:xfrm>
            <a:custGeom>
              <a:avLst/>
              <a:gdLst>
                <a:gd name="csX0" fmla="*/ 0 w 49034"/>
                <a:gd name="csY0" fmla="*/ 4744 h 4743"/>
                <a:gd name="csX1" fmla="*/ 49035 w 49034"/>
                <a:gd name="csY1" fmla="*/ 0 h 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034" h="4743">
                  <a:moveTo>
                    <a:pt x="0" y="4744"/>
                  </a:moveTo>
                  <a:cubicBezTo>
                    <a:pt x="16345" y="3162"/>
                    <a:pt x="32690" y="1581"/>
                    <a:pt x="49035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FD1F295-12EC-7242-C65D-1DF4D8347547}"/>
                </a:ext>
              </a:extLst>
            </p:cNvPr>
            <p:cNvSpPr/>
            <p:nvPr/>
          </p:nvSpPr>
          <p:spPr>
            <a:xfrm>
              <a:off x="8581284" y="4632864"/>
              <a:ext cx="43557" cy="5915"/>
            </a:xfrm>
            <a:custGeom>
              <a:avLst/>
              <a:gdLst>
                <a:gd name="csX0" fmla="*/ 0 w 43557"/>
                <a:gd name="csY0" fmla="*/ 0 h 5915"/>
                <a:gd name="csX1" fmla="*/ 43558 w 43557"/>
                <a:gd name="csY1" fmla="*/ 5915 h 5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57" h="5915">
                  <a:moveTo>
                    <a:pt x="0" y="0"/>
                  </a:moveTo>
                  <a:cubicBezTo>
                    <a:pt x="14516" y="1972"/>
                    <a:pt x="29042" y="3943"/>
                    <a:pt x="43558" y="5915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2066BC3-32D0-DCC0-2C7D-5589EE6B5123}"/>
                </a:ext>
              </a:extLst>
            </p:cNvPr>
            <p:cNvSpPr/>
            <p:nvPr/>
          </p:nvSpPr>
          <p:spPr>
            <a:xfrm>
              <a:off x="8685811" y="4661172"/>
              <a:ext cx="45748" cy="11620"/>
            </a:xfrm>
            <a:custGeom>
              <a:avLst/>
              <a:gdLst>
                <a:gd name="csX0" fmla="*/ 0 w 45748"/>
                <a:gd name="csY0" fmla="*/ 0 h 11620"/>
                <a:gd name="csX1" fmla="*/ 45749 w 45748"/>
                <a:gd name="csY1" fmla="*/ 11621 h 11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748" h="11620">
                  <a:moveTo>
                    <a:pt x="0" y="0"/>
                  </a:moveTo>
                  <a:cubicBezTo>
                    <a:pt x="15250" y="3877"/>
                    <a:pt x="30499" y="7744"/>
                    <a:pt x="45749" y="11621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F2A2529-7759-75F8-CB8B-86834CE2AE66}"/>
                </a:ext>
              </a:extLst>
            </p:cNvPr>
            <p:cNvSpPr/>
            <p:nvPr/>
          </p:nvSpPr>
          <p:spPr>
            <a:xfrm>
              <a:off x="8777147" y="4690529"/>
              <a:ext cx="44434" cy="25222"/>
            </a:xfrm>
            <a:custGeom>
              <a:avLst/>
              <a:gdLst>
                <a:gd name="csX0" fmla="*/ 0 w 44434"/>
                <a:gd name="csY0" fmla="*/ 0 h 25222"/>
                <a:gd name="csX1" fmla="*/ 44434 w 44434"/>
                <a:gd name="csY1" fmla="*/ 25222 h 25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434" h="25222">
                  <a:moveTo>
                    <a:pt x="0" y="0"/>
                  </a:moveTo>
                  <a:cubicBezTo>
                    <a:pt x="14811" y="8411"/>
                    <a:pt x="29623" y="16812"/>
                    <a:pt x="44434" y="25222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05518F3-F37C-ADBF-BC01-A57E8BC3F711}"/>
                </a:ext>
              </a:extLst>
            </p:cNvPr>
            <p:cNvSpPr/>
            <p:nvPr/>
          </p:nvSpPr>
          <p:spPr>
            <a:xfrm>
              <a:off x="8856566" y="4742583"/>
              <a:ext cx="36366" cy="27813"/>
            </a:xfrm>
            <a:custGeom>
              <a:avLst/>
              <a:gdLst>
                <a:gd name="csX0" fmla="*/ 0 w 36366"/>
                <a:gd name="csY0" fmla="*/ 0 h 27813"/>
                <a:gd name="csX1" fmla="*/ 36366 w 36366"/>
                <a:gd name="csY1" fmla="*/ 27813 h 2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366" h="27813">
                  <a:moveTo>
                    <a:pt x="0" y="0"/>
                  </a:moveTo>
                  <a:cubicBezTo>
                    <a:pt x="12125" y="9268"/>
                    <a:pt x="24241" y="18545"/>
                    <a:pt x="36366" y="27813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D3FF576-B042-5B85-240A-9A90E34B036A}"/>
                </a:ext>
              </a:extLst>
            </p:cNvPr>
            <p:cNvSpPr/>
            <p:nvPr/>
          </p:nvSpPr>
          <p:spPr>
            <a:xfrm>
              <a:off x="8822476" y="4675775"/>
              <a:ext cx="122273" cy="140159"/>
            </a:xfrm>
            <a:custGeom>
              <a:avLst/>
              <a:gdLst>
                <a:gd name="csX0" fmla="*/ 0 w 122273"/>
                <a:gd name="csY0" fmla="*/ 123558 h 140159"/>
                <a:gd name="csX1" fmla="*/ 93926 w 122273"/>
                <a:gd name="csY1" fmla="*/ 139179 h 140159"/>
                <a:gd name="csX2" fmla="*/ 120053 w 122273"/>
                <a:gd name="csY2" fmla="*/ 108680 h 140159"/>
                <a:gd name="csX3" fmla="*/ 93459 w 122273"/>
                <a:gd name="csY3" fmla="*/ 0 h 14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273" h="140159">
                  <a:moveTo>
                    <a:pt x="0" y="123558"/>
                  </a:moveTo>
                  <a:cubicBezTo>
                    <a:pt x="31823" y="124673"/>
                    <a:pt x="63484" y="130130"/>
                    <a:pt x="93926" y="139179"/>
                  </a:cubicBezTo>
                  <a:cubicBezTo>
                    <a:pt x="112395" y="144666"/>
                    <a:pt x="128264" y="126121"/>
                    <a:pt x="120053" y="108680"/>
                  </a:cubicBezTo>
                  <a:cubicBezTo>
                    <a:pt x="104042" y="74714"/>
                    <a:pt x="94831" y="37529"/>
                    <a:pt x="93459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grpSp>
        <p:nvGrpSpPr>
          <p:cNvPr id="66" name="Graphic 9478">
            <a:extLst>
              <a:ext uri="{FF2B5EF4-FFF2-40B4-BE49-F238E27FC236}">
                <a16:creationId xmlns:a16="http://schemas.microsoft.com/office/drawing/2014/main" id="{228F9453-0399-A420-DA14-3A123DA1360E}"/>
              </a:ext>
            </a:extLst>
          </p:cNvPr>
          <p:cNvGrpSpPr/>
          <p:nvPr/>
        </p:nvGrpSpPr>
        <p:grpSpPr>
          <a:xfrm rot="1550693">
            <a:off x="6824401" y="4547541"/>
            <a:ext cx="700858" cy="174933"/>
            <a:chOff x="8187863" y="4627016"/>
            <a:chExt cx="756886" cy="188918"/>
          </a:xfrm>
          <a:noFill/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6CFFE1D-62ED-D71E-8C26-A3ABCF14F837}"/>
                </a:ext>
              </a:extLst>
            </p:cNvPr>
            <p:cNvSpPr/>
            <p:nvPr/>
          </p:nvSpPr>
          <p:spPr>
            <a:xfrm>
              <a:off x="8187863" y="4726009"/>
              <a:ext cx="41005" cy="37404"/>
            </a:xfrm>
            <a:custGeom>
              <a:avLst/>
              <a:gdLst>
                <a:gd name="csX0" fmla="*/ 0 w 41005"/>
                <a:gd name="csY0" fmla="*/ 37405 h 37404"/>
                <a:gd name="csX1" fmla="*/ 41005 w 41005"/>
                <a:gd name="csY1" fmla="*/ 0 h 37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005" h="37404">
                  <a:moveTo>
                    <a:pt x="0" y="37405"/>
                  </a:moveTo>
                  <a:cubicBezTo>
                    <a:pt x="13668" y="24937"/>
                    <a:pt x="27337" y="12468"/>
                    <a:pt x="41005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052A626-E0FA-92EA-1C36-2FCA2EBEFD5F}"/>
                </a:ext>
              </a:extLst>
            </p:cNvPr>
            <p:cNvSpPr/>
            <p:nvPr/>
          </p:nvSpPr>
          <p:spPr>
            <a:xfrm>
              <a:off x="8269940" y="4673993"/>
              <a:ext cx="49710" cy="29174"/>
            </a:xfrm>
            <a:custGeom>
              <a:avLst/>
              <a:gdLst>
                <a:gd name="csX0" fmla="*/ 0 w 49710"/>
                <a:gd name="csY0" fmla="*/ 29175 h 29174"/>
                <a:gd name="csX1" fmla="*/ 49711 w 49710"/>
                <a:gd name="csY1" fmla="*/ 0 h 29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0" h="29174">
                  <a:moveTo>
                    <a:pt x="0" y="29175"/>
                  </a:moveTo>
                  <a:cubicBezTo>
                    <a:pt x="16573" y="19450"/>
                    <a:pt x="33137" y="9725"/>
                    <a:pt x="49711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3B8609D-ACAB-D02E-A712-5CC17852472F}"/>
                </a:ext>
              </a:extLst>
            </p:cNvPr>
            <p:cNvSpPr/>
            <p:nvPr/>
          </p:nvSpPr>
          <p:spPr>
            <a:xfrm>
              <a:off x="8366267" y="4635922"/>
              <a:ext cx="55073" cy="19154"/>
            </a:xfrm>
            <a:custGeom>
              <a:avLst/>
              <a:gdLst>
                <a:gd name="csX0" fmla="*/ 0 w 55073"/>
                <a:gd name="csY0" fmla="*/ 19155 h 19154"/>
                <a:gd name="csX1" fmla="*/ 55074 w 55073"/>
                <a:gd name="csY1" fmla="*/ 0 h 19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073" h="19154">
                  <a:moveTo>
                    <a:pt x="0" y="19155"/>
                  </a:moveTo>
                  <a:cubicBezTo>
                    <a:pt x="18355" y="12773"/>
                    <a:pt x="36719" y="6391"/>
                    <a:pt x="55074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62F7A7A-B73F-C4DE-1C7D-EC2D0697FE08}"/>
                </a:ext>
              </a:extLst>
            </p:cNvPr>
            <p:cNvSpPr/>
            <p:nvPr/>
          </p:nvSpPr>
          <p:spPr>
            <a:xfrm>
              <a:off x="8474109" y="4627016"/>
              <a:ext cx="49034" cy="4743"/>
            </a:xfrm>
            <a:custGeom>
              <a:avLst/>
              <a:gdLst>
                <a:gd name="csX0" fmla="*/ 0 w 49034"/>
                <a:gd name="csY0" fmla="*/ 4744 h 4743"/>
                <a:gd name="csX1" fmla="*/ 49035 w 49034"/>
                <a:gd name="csY1" fmla="*/ 0 h 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034" h="4743">
                  <a:moveTo>
                    <a:pt x="0" y="4744"/>
                  </a:moveTo>
                  <a:cubicBezTo>
                    <a:pt x="16345" y="3162"/>
                    <a:pt x="32690" y="1581"/>
                    <a:pt x="49035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E62616-338E-0081-7DEE-CD150285165D}"/>
                </a:ext>
              </a:extLst>
            </p:cNvPr>
            <p:cNvSpPr/>
            <p:nvPr/>
          </p:nvSpPr>
          <p:spPr>
            <a:xfrm>
              <a:off x="8581284" y="4632864"/>
              <a:ext cx="43557" cy="5915"/>
            </a:xfrm>
            <a:custGeom>
              <a:avLst/>
              <a:gdLst>
                <a:gd name="csX0" fmla="*/ 0 w 43557"/>
                <a:gd name="csY0" fmla="*/ 0 h 5915"/>
                <a:gd name="csX1" fmla="*/ 43558 w 43557"/>
                <a:gd name="csY1" fmla="*/ 5915 h 5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57" h="5915">
                  <a:moveTo>
                    <a:pt x="0" y="0"/>
                  </a:moveTo>
                  <a:cubicBezTo>
                    <a:pt x="14516" y="1972"/>
                    <a:pt x="29042" y="3943"/>
                    <a:pt x="43558" y="5915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D31FEC1-543C-7E81-6683-D2E6C8C7A578}"/>
                </a:ext>
              </a:extLst>
            </p:cNvPr>
            <p:cNvSpPr/>
            <p:nvPr/>
          </p:nvSpPr>
          <p:spPr>
            <a:xfrm>
              <a:off x="8685811" y="4661172"/>
              <a:ext cx="45748" cy="11620"/>
            </a:xfrm>
            <a:custGeom>
              <a:avLst/>
              <a:gdLst>
                <a:gd name="csX0" fmla="*/ 0 w 45748"/>
                <a:gd name="csY0" fmla="*/ 0 h 11620"/>
                <a:gd name="csX1" fmla="*/ 45749 w 45748"/>
                <a:gd name="csY1" fmla="*/ 11621 h 11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748" h="11620">
                  <a:moveTo>
                    <a:pt x="0" y="0"/>
                  </a:moveTo>
                  <a:cubicBezTo>
                    <a:pt x="15250" y="3877"/>
                    <a:pt x="30499" y="7744"/>
                    <a:pt x="45749" y="11621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1F3D064-E048-9A6A-78AC-B3F14C2BC5F3}"/>
                </a:ext>
              </a:extLst>
            </p:cNvPr>
            <p:cNvSpPr/>
            <p:nvPr/>
          </p:nvSpPr>
          <p:spPr>
            <a:xfrm>
              <a:off x="8777147" y="4690529"/>
              <a:ext cx="44434" cy="25222"/>
            </a:xfrm>
            <a:custGeom>
              <a:avLst/>
              <a:gdLst>
                <a:gd name="csX0" fmla="*/ 0 w 44434"/>
                <a:gd name="csY0" fmla="*/ 0 h 25222"/>
                <a:gd name="csX1" fmla="*/ 44434 w 44434"/>
                <a:gd name="csY1" fmla="*/ 25222 h 25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434" h="25222">
                  <a:moveTo>
                    <a:pt x="0" y="0"/>
                  </a:moveTo>
                  <a:cubicBezTo>
                    <a:pt x="14811" y="8411"/>
                    <a:pt x="29623" y="16812"/>
                    <a:pt x="44434" y="25222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5643812-5B9B-E041-4AA9-9255658D8EDE}"/>
                </a:ext>
              </a:extLst>
            </p:cNvPr>
            <p:cNvSpPr/>
            <p:nvPr/>
          </p:nvSpPr>
          <p:spPr>
            <a:xfrm>
              <a:off x="8856566" y="4742583"/>
              <a:ext cx="36366" cy="27813"/>
            </a:xfrm>
            <a:custGeom>
              <a:avLst/>
              <a:gdLst>
                <a:gd name="csX0" fmla="*/ 0 w 36366"/>
                <a:gd name="csY0" fmla="*/ 0 h 27813"/>
                <a:gd name="csX1" fmla="*/ 36366 w 36366"/>
                <a:gd name="csY1" fmla="*/ 27813 h 2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366" h="27813">
                  <a:moveTo>
                    <a:pt x="0" y="0"/>
                  </a:moveTo>
                  <a:cubicBezTo>
                    <a:pt x="12125" y="9268"/>
                    <a:pt x="24241" y="18545"/>
                    <a:pt x="36366" y="27813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955D9C8-422F-3938-221A-1B1E38599F58}"/>
                </a:ext>
              </a:extLst>
            </p:cNvPr>
            <p:cNvSpPr/>
            <p:nvPr/>
          </p:nvSpPr>
          <p:spPr>
            <a:xfrm>
              <a:off x="8822476" y="4675775"/>
              <a:ext cx="122273" cy="140159"/>
            </a:xfrm>
            <a:custGeom>
              <a:avLst/>
              <a:gdLst>
                <a:gd name="csX0" fmla="*/ 0 w 122273"/>
                <a:gd name="csY0" fmla="*/ 123558 h 140159"/>
                <a:gd name="csX1" fmla="*/ 93926 w 122273"/>
                <a:gd name="csY1" fmla="*/ 139179 h 140159"/>
                <a:gd name="csX2" fmla="*/ 120053 w 122273"/>
                <a:gd name="csY2" fmla="*/ 108680 h 140159"/>
                <a:gd name="csX3" fmla="*/ 93459 w 122273"/>
                <a:gd name="csY3" fmla="*/ 0 h 14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273" h="140159">
                  <a:moveTo>
                    <a:pt x="0" y="123558"/>
                  </a:moveTo>
                  <a:cubicBezTo>
                    <a:pt x="31823" y="124673"/>
                    <a:pt x="63484" y="130130"/>
                    <a:pt x="93926" y="139179"/>
                  </a:cubicBezTo>
                  <a:cubicBezTo>
                    <a:pt x="112395" y="144666"/>
                    <a:pt x="128264" y="126121"/>
                    <a:pt x="120053" y="108680"/>
                  </a:cubicBezTo>
                  <a:cubicBezTo>
                    <a:pt x="104042" y="74714"/>
                    <a:pt x="94831" y="37529"/>
                    <a:pt x="93459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70A7DCA3-E805-B2CE-EB32-0E94578673CF}"/>
              </a:ext>
            </a:extLst>
          </p:cNvPr>
          <p:cNvSpPr txBox="1"/>
          <p:nvPr/>
        </p:nvSpPr>
        <p:spPr>
          <a:xfrm>
            <a:off x="7200385" y="5148656"/>
            <a:ext cx="1655916" cy="66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Growing Digital Security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grpSp>
        <p:nvGrpSpPr>
          <p:cNvPr id="77" name="Graphic 9478">
            <a:extLst>
              <a:ext uri="{FF2B5EF4-FFF2-40B4-BE49-F238E27FC236}">
                <a16:creationId xmlns:a16="http://schemas.microsoft.com/office/drawing/2014/main" id="{81F95EEE-F17E-7AEA-4464-87EB00EB74D8}"/>
              </a:ext>
            </a:extLst>
          </p:cNvPr>
          <p:cNvGrpSpPr/>
          <p:nvPr/>
        </p:nvGrpSpPr>
        <p:grpSpPr>
          <a:xfrm rot="18780088" flipH="1">
            <a:off x="3256589" y="5061190"/>
            <a:ext cx="700858" cy="174933"/>
            <a:chOff x="8187863" y="4627016"/>
            <a:chExt cx="756886" cy="188918"/>
          </a:xfrm>
          <a:noFill/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AA1D480-CE16-5BEA-CA45-1D22C8FE29E7}"/>
                </a:ext>
              </a:extLst>
            </p:cNvPr>
            <p:cNvSpPr/>
            <p:nvPr/>
          </p:nvSpPr>
          <p:spPr>
            <a:xfrm>
              <a:off x="8187863" y="4726009"/>
              <a:ext cx="41005" cy="37404"/>
            </a:xfrm>
            <a:custGeom>
              <a:avLst/>
              <a:gdLst>
                <a:gd name="csX0" fmla="*/ 0 w 41005"/>
                <a:gd name="csY0" fmla="*/ 37405 h 37404"/>
                <a:gd name="csX1" fmla="*/ 41005 w 41005"/>
                <a:gd name="csY1" fmla="*/ 0 h 37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005" h="37404">
                  <a:moveTo>
                    <a:pt x="0" y="37405"/>
                  </a:moveTo>
                  <a:cubicBezTo>
                    <a:pt x="13668" y="24937"/>
                    <a:pt x="27337" y="12468"/>
                    <a:pt x="41005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DEC9498-1233-A06A-7C49-D0B90F8B0600}"/>
                </a:ext>
              </a:extLst>
            </p:cNvPr>
            <p:cNvSpPr/>
            <p:nvPr/>
          </p:nvSpPr>
          <p:spPr>
            <a:xfrm>
              <a:off x="8269940" y="4673993"/>
              <a:ext cx="49710" cy="29174"/>
            </a:xfrm>
            <a:custGeom>
              <a:avLst/>
              <a:gdLst>
                <a:gd name="csX0" fmla="*/ 0 w 49710"/>
                <a:gd name="csY0" fmla="*/ 29175 h 29174"/>
                <a:gd name="csX1" fmla="*/ 49711 w 49710"/>
                <a:gd name="csY1" fmla="*/ 0 h 29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0" h="29174">
                  <a:moveTo>
                    <a:pt x="0" y="29175"/>
                  </a:moveTo>
                  <a:cubicBezTo>
                    <a:pt x="16573" y="19450"/>
                    <a:pt x="33137" y="9725"/>
                    <a:pt x="49711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B7B403D-26DE-572A-1EB7-99ADD518B999}"/>
                </a:ext>
              </a:extLst>
            </p:cNvPr>
            <p:cNvSpPr/>
            <p:nvPr/>
          </p:nvSpPr>
          <p:spPr>
            <a:xfrm>
              <a:off x="8366267" y="4635922"/>
              <a:ext cx="55073" cy="19154"/>
            </a:xfrm>
            <a:custGeom>
              <a:avLst/>
              <a:gdLst>
                <a:gd name="csX0" fmla="*/ 0 w 55073"/>
                <a:gd name="csY0" fmla="*/ 19155 h 19154"/>
                <a:gd name="csX1" fmla="*/ 55074 w 55073"/>
                <a:gd name="csY1" fmla="*/ 0 h 19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073" h="19154">
                  <a:moveTo>
                    <a:pt x="0" y="19155"/>
                  </a:moveTo>
                  <a:cubicBezTo>
                    <a:pt x="18355" y="12773"/>
                    <a:pt x="36719" y="6391"/>
                    <a:pt x="55074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2286EFC-D6B2-85BF-2066-7E06D3EB652D}"/>
                </a:ext>
              </a:extLst>
            </p:cNvPr>
            <p:cNvSpPr/>
            <p:nvPr/>
          </p:nvSpPr>
          <p:spPr>
            <a:xfrm>
              <a:off x="8474109" y="4627016"/>
              <a:ext cx="49034" cy="4743"/>
            </a:xfrm>
            <a:custGeom>
              <a:avLst/>
              <a:gdLst>
                <a:gd name="csX0" fmla="*/ 0 w 49034"/>
                <a:gd name="csY0" fmla="*/ 4744 h 4743"/>
                <a:gd name="csX1" fmla="*/ 49035 w 49034"/>
                <a:gd name="csY1" fmla="*/ 0 h 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034" h="4743">
                  <a:moveTo>
                    <a:pt x="0" y="4744"/>
                  </a:moveTo>
                  <a:cubicBezTo>
                    <a:pt x="16345" y="3162"/>
                    <a:pt x="32690" y="1581"/>
                    <a:pt x="49035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F4D62E9-B50E-3A19-D36C-07A2E7AAC4EB}"/>
                </a:ext>
              </a:extLst>
            </p:cNvPr>
            <p:cNvSpPr/>
            <p:nvPr/>
          </p:nvSpPr>
          <p:spPr>
            <a:xfrm>
              <a:off x="8581284" y="4632864"/>
              <a:ext cx="43557" cy="5915"/>
            </a:xfrm>
            <a:custGeom>
              <a:avLst/>
              <a:gdLst>
                <a:gd name="csX0" fmla="*/ 0 w 43557"/>
                <a:gd name="csY0" fmla="*/ 0 h 5915"/>
                <a:gd name="csX1" fmla="*/ 43558 w 43557"/>
                <a:gd name="csY1" fmla="*/ 5915 h 5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57" h="5915">
                  <a:moveTo>
                    <a:pt x="0" y="0"/>
                  </a:moveTo>
                  <a:cubicBezTo>
                    <a:pt x="14516" y="1972"/>
                    <a:pt x="29042" y="3943"/>
                    <a:pt x="43558" y="5915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3CDCF8F-6531-356A-AB1C-134786805C39}"/>
                </a:ext>
              </a:extLst>
            </p:cNvPr>
            <p:cNvSpPr/>
            <p:nvPr/>
          </p:nvSpPr>
          <p:spPr>
            <a:xfrm>
              <a:off x="8685811" y="4661172"/>
              <a:ext cx="45748" cy="11620"/>
            </a:xfrm>
            <a:custGeom>
              <a:avLst/>
              <a:gdLst>
                <a:gd name="csX0" fmla="*/ 0 w 45748"/>
                <a:gd name="csY0" fmla="*/ 0 h 11620"/>
                <a:gd name="csX1" fmla="*/ 45749 w 45748"/>
                <a:gd name="csY1" fmla="*/ 11621 h 11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748" h="11620">
                  <a:moveTo>
                    <a:pt x="0" y="0"/>
                  </a:moveTo>
                  <a:cubicBezTo>
                    <a:pt x="15250" y="3877"/>
                    <a:pt x="30499" y="7744"/>
                    <a:pt x="45749" y="11621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23351757-016C-424A-2E98-D2628100C4E0}"/>
                </a:ext>
              </a:extLst>
            </p:cNvPr>
            <p:cNvSpPr/>
            <p:nvPr/>
          </p:nvSpPr>
          <p:spPr>
            <a:xfrm>
              <a:off x="8777147" y="4690529"/>
              <a:ext cx="44434" cy="25222"/>
            </a:xfrm>
            <a:custGeom>
              <a:avLst/>
              <a:gdLst>
                <a:gd name="csX0" fmla="*/ 0 w 44434"/>
                <a:gd name="csY0" fmla="*/ 0 h 25222"/>
                <a:gd name="csX1" fmla="*/ 44434 w 44434"/>
                <a:gd name="csY1" fmla="*/ 25222 h 25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434" h="25222">
                  <a:moveTo>
                    <a:pt x="0" y="0"/>
                  </a:moveTo>
                  <a:cubicBezTo>
                    <a:pt x="14811" y="8411"/>
                    <a:pt x="29623" y="16812"/>
                    <a:pt x="44434" y="25222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8EE2724-3142-8562-3C37-6C4BE9E0F8AD}"/>
                </a:ext>
              </a:extLst>
            </p:cNvPr>
            <p:cNvSpPr/>
            <p:nvPr/>
          </p:nvSpPr>
          <p:spPr>
            <a:xfrm>
              <a:off x="8856566" y="4742583"/>
              <a:ext cx="36366" cy="27813"/>
            </a:xfrm>
            <a:custGeom>
              <a:avLst/>
              <a:gdLst>
                <a:gd name="csX0" fmla="*/ 0 w 36366"/>
                <a:gd name="csY0" fmla="*/ 0 h 27813"/>
                <a:gd name="csX1" fmla="*/ 36366 w 36366"/>
                <a:gd name="csY1" fmla="*/ 27813 h 2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366" h="27813">
                  <a:moveTo>
                    <a:pt x="0" y="0"/>
                  </a:moveTo>
                  <a:cubicBezTo>
                    <a:pt x="12125" y="9268"/>
                    <a:pt x="24241" y="18545"/>
                    <a:pt x="36366" y="27813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F856DC0-5E8D-07B5-05A4-38633EC4989F}"/>
                </a:ext>
              </a:extLst>
            </p:cNvPr>
            <p:cNvSpPr/>
            <p:nvPr/>
          </p:nvSpPr>
          <p:spPr>
            <a:xfrm>
              <a:off x="8822476" y="4675775"/>
              <a:ext cx="122273" cy="140159"/>
            </a:xfrm>
            <a:custGeom>
              <a:avLst/>
              <a:gdLst>
                <a:gd name="csX0" fmla="*/ 0 w 122273"/>
                <a:gd name="csY0" fmla="*/ 123558 h 140159"/>
                <a:gd name="csX1" fmla="*/ 93926 w 122273"/>
                <a:gd name="csY1" fmla="*/ 139179 h 140159"/>
                <a:gd name="csX2" fmla="*/ 120053 w 122273"/>
                <a:gd name="csY2" fmla="*/ 108680 h 140159"/>
                <a:gd name="csX3" fmla="*/ 93459 w 122273"/>
                <a:gd name="csY3" fmla="*/ 0 h 14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273" h="140159">
                  <a:moveTo>
                    <a:pt x="0" y="123558"/>
                  </a:moveTo>
                  <a:cubicBezTo>
                    <a:pt x="31823" y="124673"/>
                    <a:pt x="63484" y="130130"/>
                    <a:pt x="93926" y="139179"/>
                  </a:cubicBezTo>
                  <a:cubicBezTo>
                    <a:pt x="112395" y="144666"/>
                    <a:pt x="128264" y="126121"/>
                    <a:pt x="120053" y="108680"/>
                  </a:cubicBezTo>
                  <a:cubicBezTo>
                    <a:pt x="104042" y="74714"/>
                    <a:pt x="94831" y="37529"/>
                    <a:pt x="93459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00842D45-EC93-D3F5-726E-C3FFB5B7162F}"/>
              </a:ext>
            </a:extLst>
          </p:cNvPr>
          <p:cNvSpPr txBox="1"/>
          <p:nvPr/>
        </p:nvSpPr>
        <p:spPr>
          <a:xfrm>
            <a:off x="1434598" y="5483936"/>
            <a:ext cx="1945015" cy="66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Emerging Security Demand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34BD88-4B7E-CAC2-CEA7-ECE53EC3C4C5}"/>
              </a:ext>
            </a:extLst>
          </p:cNvPr>
          <p:cNvSpPr txBox="1"/>
          <p:nvPr/>
        </p:nvSpPr>
        <p:spPr>
          <a:xfrm>
            <a:off x="1007858" y="3716096"/>
            <a:ext cx="1725134" cy="66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Largest Cyber Security Market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grpSp>
        <p:nvGrpSpPr>
          <p:cNvPr id="89" name="Graphic 9478">
            <a:extLst>
              <a:ext uri="{FF2B5EF4-FFF2-40B4-BE49-F238E27FC236}">
                <a16:creationId xmlns:a16="http://schemas.microsoft.com/office/drawing/2014/main" id="{4BAB2033-E1B7-E9DC-1688-5CF6C074B799}"/>
              </a:ext>
            </a:extLst>
          </p:cNvPr>
          <p:cNvGrpSpPr/>
          <p:nvPr/>
        </p:nvGrpSpPr>
        <p:grpSpPr>
          <a:xfrm flipH="1">
            <a:off x="2131151" y="3346159"/>
            <a:ext cx="700858" cy="174933"/>
            <a:chOff x="8187863" y="4627016"/>
            <a:chExt cx="756886" cy="188918"/>
          </a:xfrm>
          <a:noFill/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C076F91-5EE4-3A34-E9DC-13A1EF82F898}"/>
                </a:ext>
              </a:extLst>
            </p:cNvPr>
            <p:cNvSpPr/>
            <p:nvPr/>
          </p:nvSpPr>
          <p:spPr>
            <a:xfrm>
              <a:off x="8187863" y="4726009"/>
              <a:ext cx="41005" cy="37404"/>
            </a:xfrm>
            <a:custGeom>
              <a:avLst/>
              <a:gdLst>
                <a:gd name="csX0" fmla="*/ 0 w 41005"/>
                <a:gd name="csY0" fmla="*/ 37405 h 37404"/>
                <a:gd name="csX1" fmla="*/ 41005 w 41005"/>
                <a:gd name="csY1" fmla="*/ 0 h 37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005" h="37404">
                  <a:moveTo>
                    <a:pt x="0" y="37405"/>
                  </a:moveTo>
                  <a:cubicBezTo>
                    <a:pt x="13668" y="24937"/>
                    <a:pt x="27337" y="12468"/>
                    <a:pt x="41005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213CE52-2105-C64F-C848-09B5BEF07905}"/>
                </a:ext>
              </a:extLst>
            </p:cNvPr>
            <p:cNvSpPr/>
            <p:nvPr/>
          </p:nvSpPr>
          <p:spPr>
            <a:xfrm>
              <a:off x="8269940" y="4673993"/>
              <a:ext cx="49710" cy="29174"/>
            </a:xfrm>
            <a:custGeom>
              <a:avLst/>
              <a:gdLst>
                <a:gd name="csX0" fmla="*/ 0 w 49710"/>
                <a:gd name="csY0" fmla="*/ 29175 h 29174"/>
                <a:gd name="csX1" fmla="*/ 49711 w 49710"/>
                <a:gd name="csY1" fmla="*/ 0 h 29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710" h="29174">
                  <a:moveTo>
                    <a:pt x="0" y="29175"/>
                  </a:moveTo>
                  <a:cubicBezTo>
                    <a:pt x="16573" y="19450"/>
                    <a:pt x="33137" y="9725"/>
                    <a:pt x="49711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380501D1-25E7-34C2-A3C1-CD23A2DAFB21}"/>
                </a:ext>
              </a:extLst>
            </p:cNvPr>
            <p:cNvSpPr/>
            <p:nvPr/>
          </p:nvSpPr>
          <p:spPr>
            <a:xfrm>
              <a:off x="8366267" y="4635922"/>
              <a:ext cx="55073" cy="19154"/>
            </a:xfrm>
            <a:custGeom>
              <a:avLst/>
              <a:gdLst>
                <a:gd name="csX0" fmla="*/ 0 w 55073"/>
                <a:gd name="csY0" fmla="*/ 19155 h 19154"/>
                <a:gd name="csX1" fmla="*/ 55074 w 55073"/>
                <a:gd name="csY1" fmla="*/ 0 h 191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073" h="19154">
                  <a:moveTo>
                    <a:pt x="0" y="19155"/>
                  </a:moveTo>
                  <a:cubicBezTo>
                    <a:pt x="18355" y="12773"/>
                    <a:pt x="36719" y="6391"/>
                    <a:pt x="55074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430CCB2-6430-E252-3845-B2E45A751063}"/>
                </a:ext>
              </a:extLst>
            </p:cNvPr>
            <p:cNvSpPr/>
            <p:nvPr/>
          </p:nvSpPr>
          <p:spPr>
            <a:xfrm>
              <a:off x="8474109" y="4627016"/>
              <a:ext cx="49034" cy="4743"/>
            </a:xfrm>
            <a:custGeom>
              <a:avLst/>
              <a:gdLst>
                <a:gd name="csX0" fmla="*/ 0 w 49034"/>
                <a:gd name="csY0" fmla="*/ 4744 h 4743"/>
                <a:gd name="csX1" fmla="*/ 49035 w 49034"/>
                <a:gd name="csY1" fmla="*/ 0 h 47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034" h="4743">
                  <a:moveTo>
                    <a:pt x="0" y="4744"/>
                  </a:moveTo>
                  <a:cubicBezTo>
                    <a:pt x="16345" y="3162"/>
                    <a:pt x="32690" y="1581"/>
                    <a:pt x="49035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3392F1F-8560-D135-7614-A509F7CE4151}"/>
                </a:ext>
              </a:extLst>
            </p:cNvPr>
            <p:cNvSpPr/>
            <p:nvPr/>
          </p:nvSpPr>
          <p:spPr>
            <a:xfrm>
              <a:off x="8581284" y="4632864"/>
              <a:ext cx="43557" cy="5915"/>
            </a:xfrm>
            <a:custGeom>
              <a:avLst/>
              <a:gdLst>
                <a:gd name="csX0" fmla="*/ 0 w 43557"/>
                <a:gd name="csY0" fmla="*/ 0 h 5915"/>
                <a:gd name="csX1" fmla="*/ 43558 w 43557"/>
                <a:gd name="csY1" fmla="*/ 5915 h 5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57" h="5915">
                  <a:moveTo>
                    <a:pt x="0" y="0"/>
                  </a:moveTo>
                  <a:cubicBezTo>
                    <a:pt x="14516" y="1972"/>
                    <a:pt x="29042" y="3943"/>
                    <a:pt x="43558" y="5915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55C219FA-B63D-EE21-CEAE-FA77976F904F}"/>
                </a:ext>
              </a:extLst>
            </p:cNvPr>
            <p:cNvSpPr/>
            <p:nvPr/>
          </p:nvSpPr>
          <p:spPr>
            <a:xfrm>
              <a:off x="8685811" y="4661172"/>
              <a:ext cx="45748" cy="11620"/>
            </a:xfrm>
            <a:custGeom>
              <a:avLst/>
              <a:gdLst>
                <a:gd name="csX0" fmla="*/ 0 w 45748"/>
                <a:gd name="csY0" fmla="*/ 0 h 11620"/>
                <a:gd name="csX1" fmla="*/ 45749 w 45748"/>
                <a:gd name="csY1" fmla="*/ 11621 h 11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748" h="11620">
                  <a:moveTo>
                    <a:pt x="0" y="0"/>
                  </a:moveTo>
                  <a:cubicBezTo>
                    <a:pt x="15250" y="3877"/>
                    <a:pt x="30499" y="7744"/>
                    <a:pt x="45749" y="11621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A5E844E-2336-4AF0-E316-B9C30A584296}"/>
                </a:ext>
              </a:extLst>
            </p:cNvPr>
            <p:cNvSpPr/>
            <p:nvPr/>
          </p:nvSpPr>
          <p:spPr>
            <a:xfrm>
              <a:off x="8777147" y="4690529"/>
              <a:ext cx="44434" cy="25222"/>
            </a:xfrm>
            <a:custGeom>
              <a:avLst/>
              <a:gdLst>
                <a:gd name="csX0" fmla="*/ 0 w 44434"/>
                <a:gd name="csY0" fmla="*/ 0 h 25222"/>
                <a:gd name="csX1" fmla="*/ 44434 w 44434"/>
                <a:gd name="csY1" fmla="*/ 25222 h 252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434" h="25222">
                  <a:moveTo>
                    <a:pt x="0" y="0"/>
                  </a:moveTo>
                  <a:cubicBezTo>
                    <a:pt x="14811" y="8411"/>
                    <a:pt x="29623" y="16812"/>
                    <a:pt x="44434" y="25222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13CA66CC-138C-3E77-A21F-F8CD3F5AE270}"/>
                </a:ext>
              </a:extLst>
            </p:cNvPr>
            <p:cNvSpPr/>
            <p:nvPr/>
          </p:nvSpPr>
          <p:spPr>
            <a:xfrm>
              <a:off x="8856566" y="4742583"/>
              <a:ext cx="36366" cy="27813"/>
            </a:xfrm>
            <a:custGeom>
              <a:avLst/>
              <a:gdLst>
                <a:gd name="csX0" fmla="*/ 0 w 36366"/>
                <a:gd name="csY0" fmla="*/ 0 h 27813"/>
                <a:gd name="csX1" fmla="*/ 36366 w 36366"/>
                <a:gd name="csY1" fmla="*/ 27813 h 2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6366" h="27813">
                  <a:moveTo>
                    <a:pt x="0" y="0"/>
                  </a:moveTo>
                  <a:cubicBezTo>
                    <a:pt x="12125" y="9268"/>
                    <a:pt x="24241" y="18545"/>
                    <a:pt x="36366" y="27813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D5DF312-98CD-EAB6-C299-7AE274490F03}"/>
                </a:ext>
              </a:extLst>
            </p:cNvPr>
            <p:cNvSpPr/>
            <p:nvPr/>
          </p:nvSpPr>
          <p:spPr>
            <a:xfrm>
              <a:off x="8822476" y="4675775"/>
              <a:ext cx="122273" cy="140159"/>
            </a:xfrm>
            <a:custGeom>
              <a:avLst/>
              <a:gdLst>
                <a:gd name="csX0" fmla="*/ 0 w 122273"/>
                <a:gd name="csY0" fmla="*/ 123558 h 140159"/>
                <a:gd name="csX1" fmla="*/ 93926 w 122273"/>
                <a:gd name="csY1" fmla="*/ 139179 h 140159"/>
                <a:gd name="csX2" fmla="*/ 120053 w 122273"/>
                <a:gd name="csY2" fmla="*/ 108680 h 140159"/>
                <a:gd name="csX3" fmla="*/ 93459 w 122273"/>
                <a:gd name="csY3" fmla="*/ 0 h 14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2273" h="140159">
                  <a:moveTo>
                    <a:pt x="0" y="123558"/>
                  </a:moveTo>
                  <a:cubicBezTo>
                    <a:pt x="31823" y="124673"/>
                    <a:pt x="63484" y="130130"/>
                    <a:pt x="93926" y="139179"/>
                  </a:cubicBezTo>
                  <a:cubicBezTo>
                    <a:pt x="112395" y="144666"/>
                    <a:pt x="128264" y="126121"/>
                    <a:pt x="120053" y="108680"/>
                  </a:cubicBezTo>
                  <a:cubicBezTo>
                    <a:pt x="104042" y="74714"/>
                    <a:pt x="94831" y="37529"/>
                    <a:pt x="93459" y="0"/>
                  </a:cubicBezTo>
                </a:path>
              </a:pathLst>
            </a:custGeom>
            <a:noFill/>
            <a:ln w="18447" cap="rnd">
              <a:solidFill>
                <a:schemeClr val="bg1"/>
              </a:solidFill>
              <a:prstDash val="solid"/>
              <a:miter/>
            </a:ln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0C12503-72AD-B08B-50B2-B4803EE2B6C7}"/>
              </a:ext>
            </a:extLst>
          </p:cNvPr>
          <p:cNvSpPr/>
          <p:nvPr/>
        </p:nvSpPr>
        <p:spPr>
          <a:xfrm rot="20062316">
            <a:off x="10055584" y="2040580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2F89AE7-21C9-6733-4BA9-42F2692EEDD2}"/>
              </a:ext>
            </a:extLst>
          </p:cNvPr>
          <p:cNvSpPr/>
          <p:nvPr/>
        </p:nvSpPr>
        <p:spPr>
          <a:xfrm rot="3272193">
            <a:off x="1448036" y="1825905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D671F80-0C6D-0989-EA0E-2A7359EE43A5}"/>
              </a:ext>
            </a:extLst>
          </p:cNvPr>
          <p:cNvSpPr/>
          <p:nvPr/>
        </p:nvSpPr>
        <p:spPr>
          <a:xfrm rot="7026958">
            <a:off x="10689080" y="4886502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37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78BCB-60D5-3366-F4D1-89341FC77BA5}"/>
              </a:ext>
            </a:extLst>
          </p:cNvPr>
          <p:cNvSpPr txBox="1"/>
          <p:nvPr/>
        </p:nvSpPr>
        <p:spPr>
          <a:xfrm>
            <a:off x="3436885" y="1222416"/>
            <a:ext cx="53182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Revenue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B85F5-73D2-760B-6F06-949F81852E42}"/>
              </a:ext>
            </a:extLst>
          </p:cNvPr>
          <p:cNvSpPr txBox="1"/>
          <p:nvPr/>
        </p:nvSpPr>
        <p:spPr>
          <a:xfrm>
            <a:off x="2186456" y="2183697"/>
            <a:ext cx="7680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u="none" strike="noStrike" dirty="0">
                <a:solidFill>
                  <a:schemeClr val="accent1"/>
                </a:solidFill>
                <a:effectLst/>
              </a:rPr>
              <a:t>01.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E256B-D1ED-C9E8-9F0B-8E46495A87BB}"/>
              </a:ext>
            </a:extLst>
          </p:cNvPr>
          <p:cNvSpPr txBox="1"/>
          <p:nvPr/>
        </p:nvSpPr>
        <p:spPr>
          <a:xfrm>
            <a:off x="1528037" y="2664254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SaaS Subscription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AC92D-DF6A-63A6-445D-D6D020F2116D}"/>
              </a:ext>
            </a:extLst>
          </p:cNvPr>
          <p:cNvSpPr txBox="1"/>
          <p:nvPr/>
        </p:nvSpPr>
        <p:spPr>
          <a:xfrm>
            <a:off x="1019175" y="3049939"/>
            <a:ext cx="3102654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C0E43-7BAF-1D46-E219-F8CF47860B46}"/>
              </a:ext>
            </a:extLst>
          </p:cNvPr>
          <p:cNvSpPr txBox="1"/>
          <p:nvPr/>
        </p:nvSpPr>
        <p:spPr>
          <a:xfrm>
            <a:off x="5711954" y="2183697"/>
            <a:ext cx="7680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u="none" strike="noStrike" dirty="0">
                <a:solidFill>
                  <a:schemeClr val="accent1"/>
                </a:solidFill>
                <a:effectLst/>
              </a:rPr>
              <a:t>02.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21B63-05A3-E7E7-C5F6-4E52E4368DC7}"/>
              </a:ext>
            </a:extLst>
          </p:cNvPr>
          <p:cNvSpPr txBox="1"/>
          <p:nvPr/>
        </p:nvSpPr>
        <p:spPr>
          <a:xfrm>
            <a:off x="5053535" y="2664254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Enterprise Security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A54724-E934-3E11-D4B1-9F665EB21B0F}"/>
              </a:ext>
            </a:extLst>
          </p:cNvPr>
          <p:cNvSpPr txBox="1"/>
          <p:nvPr/>
        </p:nvSpPr>
        <p:spPr>
          <a:xfrm>
            <a:off x="4544673" y="3049939"/>
            <a:ext cx="3102654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F6D83E-F349-DAEA-28AB-A4DD8FBC0FA3}"/>
              </a:ext>
            </a:extLst>
          </p:cNvPr>
          <p:cNvSpPr txBox="1"/>
          <p:nvPr/>
        </p:nvSpPr>
        <p:spPr>
          <a:xfrm>
            <a:off x="9237452" y="2183697"/>
            <a:ext cx="7680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u="none" strike="noStrike" dirty="0">
                <a:solidFill>
                  <a:schemeClr val="accent1"/>
                </a:solidFill>
                <a:effectLst/>
              </a:rPr>
              <a:t>03.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27ED30-8FDA-432F-2F0D-11A98C028478}"/>
              </a:ext>
            </a:extLst>
          </p:cNvPr>
          <p:cNvSpPr txBox="1"/>
          <p:nvPr/>
        </p:nvSpPr>
        <p:spPr>
          <a:xfrm>
            <a:off x="8579033" y="2664254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Managed Security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D293AB-4EDE-19E7-4796-4F47F3B3D795}"/>
              </a:ext>
            </a:extLst>
          </p:cNvPr>
          <p:cNvSpPr txBox="1"/>
          <p:nvPr/>
        </p:nvSpPr>
        <p:spPr>
          <a:xfrm>
            <a:off x="8070171" y="3049939"/>
            <a:ext cx="3102654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157654-1E54-330E-0F5C-51D0C163D2EB}"/>
              </a:ext>
            </a:extLst>
          </p:cNvPr>
          <p:cNvSpPr txBox="1"/>
          <p:nvPr/>
        </p:nvSpPr>
        <p:spPr>
          <a:xfrm>
            <a:off x="2186456" y="4235911"/>
            <a:ext cx="7680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u="none" strike="noStrike" dirty="0">
                <a:solidFill>
                  <a:schemeClr val="accent1"/>
                </a:solidFill>
                <a:effectLst/>
              </a:rPr>
              <a:t>04.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70A214-4AE1-DA8F-DDA3-96699D3389FE}"/>
              </a:ext>
            </a:extLst>
          </p:cNvPr>
          <p:cNvSpPr txBox="1"/>
          <p:nvPr/>
        </p:nvSpPr>
        <p:spPr>
          <a:xfrm>
            <a:off x="1528037" y="4716468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Security Consulting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5C12E5-C487-1905-F67A-62A0A6F23A41}"/>
              </a:ext>
            </a:extLst>
          </p:cNvPr>
          <p:cNvSpPr txBox="1"/>
          <p:nvPr/>
        </p:nvSpPr>
        <p:spPr>
          <a:xfrm>
            <a:off x="1019175" y="5102153"/>
            <a:ext cx="3102654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5866E3-DC4C-02DE-D06E-8AA6A73A8535}"/>
              </a:ext>
            </a:extLst>
          </p:cNvPr>
          <p:cNvSpPr txBox="1"/>
          <p:nvPr/>
        </p:nvSpPr>
        <p:spPr>
          <a:xfrm>
            <a:off x="5711954" y="4235911"/>
            <a:ext cx="7680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u="none" strike="noStrike" dirty="0">
                <a:solidFill>
                  <a:schemeClr val="accent1"/>
                </a:solidFill>
                <a:effectLst/>
              </a:rPr>
              <a:t>05.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0A2B8A-D797-6D34-9282-51FB1DF41CA5}"/>
              </a:ext>
            </a:extLst>
          </p:cNvPr>
          <p:cNvSpPr txBox="1"/>
          <p:nvPr/>
        </p:nvSpPr>
        <p:spPr>
          <a:xfrm>
            <a:off x="4899949" y="4716468"/>
            <a:ext cx="2392102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Regulatory Solutions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8D503B-AFFB-0995-E45E-6D88012267AB}"/>
              </a:ext>
            </a:extLst>
          </p:cNvPr>
          <p:cNvSpPr txBox="1"/>
          <p:nvPr/>
        </p:nvSpPr>
        <p:spPr>
          <a:xfrm>
            <a:off x="4544673" y="5102153"/>
            <a:ext cx="3102654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1190E8-61A0-48FE-8538-A0763A1E5E01}"/>
              </a:ext>
            </a:extLst>
          </p:cNvPr>
          <p:cNvSpPr txBox="1"/>
          <p:nvPr/>
        </p:nvSpPr>
        <p:spPr>
          <a:xfrm>
            <a:off x="9237452" y="4235911"/>
            <a:ext cx="7680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sz="2000" b="1" u="none" strike="noStrike" dirty="0">
                <a:solidFill>
                  <a:schemeClr val="accent1"/>
                </a:solidFill>
                <a:effectLst/>
              </a:rPr>
              <a:t>06.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71EB32-C279-5B6A-3F51-48D680D7C678}"/>
              </a:ext>
            </a:extLst>
          </p:cNvPr>
          <p:cNvSpPr txBox="1"/>
          <p:nvPr/>
        </p:nvSpPr>
        <p:spPr>
          <a:xfrm>
            <a:off x="8385943" y="4716468"/>
            <a:ext cx="247111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Platform Integrations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0C4EF8-AB61-746A-1CEB-C98DACCA1620}"/>
              </a:ext>
            </a:extLst>
          </p:cNvPr>
          <p:cNvSpPr txBox="1"/>
          <p:nvPr/>
        </p:nvSpPr>
        <p:spPr>
          <a:xfrm>
            <a:off x="8070171" y="5102153"/>
            <a:ext cx="3102654" cy="899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pPr algn="ctr"/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r>
              <a:rPr lang="en-US" sz="1200" dirty="0"/>
              <a:t> </a:t>
            </a:r>
            <a:r>
              <a:rPr lang="en-US" sz="1200" dirty="0" err="1"/>
              <a:t>tempor</a:t>
            </a:r>
            <a:r>
              <a:rPr lang="en-US" sz="1200" dirty="0"/>
              <a:t> </a:t>
            </a:r>
            <a:r>
              <a:rPr lang="en-US" sz="1200" dirty="0" err="1"/>
              <a:t>incididunt</a:t>
            </a:r>
            <a:r>
              <a:rPr lang="en-US" sz="1200" dirty="0"/>
              <a:t> </a:t>
            </a:r>
            <a:r>
              <a:rPr lang="en-US" sz="1200" dirty="0" err="1"/>
              <a:t>ut</a:t>
            </a:r>
            <a:r>
              <a:rPr lang="en-US" sz="1200" dirty="0"/>
              <a:t> labore et dolore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63726B3-57AF-9789-D50E-58212159BC85}"/>
              </a:ext>
            </a:extLst>
          </p:cNvPr>
          <p:cNvSpPr/>
          <p:nvPr/>
        </p:nvSpPr>
        <p:spPr>
          <a:xfrm rot="20062316">
            <a:off x="2940855" y="1413816"/>
            <a:ext cx="290776" cy="280197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02E2D38-AB64-B14D-F34E-47535FF8FD7C}"/>
              </a:ext>
            </a:extLst>
          </p:cNvPr>
          <p:cNvSpPr/>
          <p:nvPr/>
        </p:nvSpPr>
        <p:spPr>
          <a:xfrm rot="3272193">
            <a:off x="680347" y="4619487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134963D-8372-B201-155E-B3FB63E378EE}"/>
              </a:ext>
            </a:extLst>
          </p:cNvPr>
          <p:cNvSpPr/>
          <p:nvPr/>
        </p:nvSpPr>
        <p:spPr>
          <a:xfrm rot="8406806">
            <a:off x="8602578" y="888317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52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BD8A8E-30D0-C226-0A99-9EF324A2C52F}"/>
              </a:ext>
            </a:extLst>
          </p:cNvPr>
          <p:cNvSpPr txBox="1"/>
          <p:nvPr/>
        </p:nvSpPr>
        <p:spPr>
          <a:xfrm>
            <a:off x="901723" y="1429447"/>
            <a:ext cx="49707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none" strike="noStrike" dirty="0">
                <a:solidFill>
                  <a:schemeClr val="accent3"/>
                </a:solidFill>
                <a:effectLst/>
                <a:latin typeface="+mj-lt"/>
              </a:rPr>
              <a:t>Traction &amp; </a:t>
            </a:r>
            <a:r>
              <a:rPr lang="en-US" sz="4400" b="1" u="none" strike="noStrike" dirty="0">
                <a:solidFill>
                  <a:schemeClr val="accent1"/>
                </a:solidFill>
                <a:effectLst/>
                <a:latin typeface="+mj-lt"/>
              </a:rPr>
              <a:t>Growth Forecast</a:t>
            </a:r>
            <a:endParaRPr lang="en-US" sz="4400" b="1" dirty="0">
              <a:solidFill>
                <a:schemeClr val="accent1"/>
              </a:solidFill>
              <a:latin typeface="+mj-lt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95CCB65D-CC05-0899-EED2-CEF6AE4519D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80888124"/>
                  </p:ext>
                </p:extLst>
              </p:nvPr>
            </p:nvGraphicFramePr>
            <p:xfrm>
              <a:off x="5759669" y="2091559"/>
              <a:ext cx="5413156" cy="397462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95CCB65D-CC05-0899-EED2-CEF6AE4519D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59669" y="2091559"/>
                <a:ext cx="5413156" cy="397462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9919F84-659B-2497-B952-DC9B02A0DE2A}"/>
              </a:ext>
            </a:extLst>
          </p:cNvPr>
          <p:cNvSpPr txBox="1"/>
          <p:nvPr/>
        </p:nvSpPr>
        <p:spPr>
          <a:xfrm>
            <a:off x="2376670" y="3094865"/>
            <a:ext cx="208493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ARR Growth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A64C4D-6C57-1551-3421-516955CED785}"/>
              </a:ext>
            </a:extLst>
          </p:cNvPr>
          <p:cNvSpPr txBox="1"/>
          <p:nvPr/>
        </p:nvSpPr>
        <p:spPr>
          <a:xfrm>
            <a:off x="2376670" y="3469391"/>
            <a:ext cx="2546985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endParaRPr lang="en-US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589FB5-1F67-7842-794A-5957BE8D5834}"/>
              </a:ext>
            </a:extLst>
          </p:cNvPr>
          <p:cNvSpPr/>
          <p:nvPr/>
        </p:nvSpPr>
        <p:spPr>
          <a:xfrm>
            <a:off x="1019175" y="4288385"/>
            <a:ext cx="744855" cy="8024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7E9465-C2C4-6BB2-FC0A-C2EB1BB111F7}"/>
              </a:ext>
            </a:extLst>
          </p:cNvPr>
          <p:cNvSpPr txBox="1"/>
          <p:nvPr/>
        </p:nvSpPr>
        <p:spPr>
          <a:xfrm>
            <a:off x="901723" y="3027809"/>
            <a:ext cx="13416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3600" b="1" u="none" strike="noStrike" dirty="0">
                <a:solidFill>
                  <a:schemeClr val="accent3"/>
                </a:solidFill>
                <a:effectLst/>
                <a:latin typeface="+mj-lt"/>
              </a:rPr>
              <a:t>$12M</a:t>
            </a:r>
            <a:endParaRPr lang="en-US" sz="3200" strike="sngStrike" dirty="0">
              <a:solidFill>
                <a:schemeClr val="accent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6CC4BB-3CFB-8656-F952-5B5A090D441C}"/>
              </a:ext>
            </a:extLst>
          </p:cNvPr>
          <p:cNvSpPr txBox="1"/>
          <p:nvPr/>
        </p:nvSpPr>
        <p:spPr>
          <a:xfrm>
            <a:off x="2376670" y="4773235"/>
            <a:ext cx="2712150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accent3"/>
                </a:solidFill>
                <a:latin typeface="+mn-lt"/>
              </a:rPr>
              <a:t>Active Business Clients</a:t>
            </a:r>
            <a:endParaRPr lang="en-US" sz="1600" dirty="0">
              <a:solidFill>
                <a:schemeClr val="accent3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808D7E-DA51-3856-0E75-00F530FDD98C}"/>
              </a:ext>
            </a:extLst>
          </p:cNvPr>
          <p:cNvSpPr txBox="1"/>
          <p:nvPr/>
        </p:nvSpPr>
        <p:spPr>
          <a:xfrm>
            <a:off x="2376670" y="5147761"/>
            <a:ext cx="2546985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400">
                <a:solidFill>
                  <a:schemeClr val="bg1">
                    <a:lumMod val="85000"/>
                  </a:schemeClr>
                </a:solidFill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sz="1200" dirty="0"/>
              <a:t>Lorem dolor sit </a:t>
            </a:r>
            <a:r>
              <a:rPr lang="en-US" sz="1200" dirty="0" err="1"/>
              <a:t>amet</a:t>
            </a:r>
            <a:r>
              <a:rPr lang="en-US" sz="1200" dirty="0"/>
              <a:t> </a:t>
            </a:r>
            <a:r>
              <a:rPr lang="en-US" sz="1200" dirty="0" err="1"/>
              <a:t>consectetur</a:t>
            </a:r>
            <a:r>
              <a:rPr lang="en-US" sz="1200" dirty="0"/>
              <a:t> </a:t>
            </a:r>
            <a:r>
              <a:rPr lang="en-US" sz="1200" dirty="0" err="1"/>
              <a:t>adipiscing</a:t>
            </a:r>
            <a:r>
              <a:rPr lang="en-US" sz="1200" dirty="0"/>
              <a:t> </a:t>
            </a:r>
            <a:r>
              <a:rPr lang="en-US" sz="1200" dirty="0" err="1"/>
              <a:t>elit</a:t>
            </a:r>
            <a:r>
              <a:rPr lang="en-US" sz="1200" dirty="0"/>
              <a:t> sed do </a:t>
            </a:r>
            <a:r>
              <a:rPr lang="en-US" sz="1200" dirty="0" err="1"/>
              <a:t>eiusmod</a:t>
            </a:r>
            <a:endParaRPr 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7254C-8282-AF2F-2355-CF58D3BD55DE}"/>
              </a:ext>
            </a:extLst>
          </p:cNvPr>
          <p:cNvSpPr txBox="1"/>
          <p:nvPr/>
        </p:nvSpPr>
        <p:spPr>
          <a:xfrm>
            <a:off x="901723" y="4706179"/>
            <a:ext cx="13416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3600" b="1" u="none" strike="noStrike" dirty="0">
                <a:solidFill>
                  <a:schemeClr val="accent3"/>
                </a:solidFill>
                <a:effectLst/>
                <a:latin typeface="+mj-lt"/>
              </a:rPr>
              <a:t>150+</a:t>
            </a:r>
            <a:endParaRPr lang="en-US" sz="3200" strike="sngStrike" dirty="0">
              <a:solidFill>
                <a:schemeClr val="accent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50AFC53-D282-CD64-5D9F-3AE2479272AE}"/>
              </a:ext>
            </a:extLst>
          </p:cNvPr>
          <p:cNvSpPr/>
          <p:nvPr/>
        </p:nvSpPr>
        <p:spPr>
          <a:xfrm rot="20062316">
            <a:off x="6332924" y="1089013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EB326A4-11DD-FC3B-BB42-01B600896D2A}"/>
              </a:ext>
            </a:extLst>
          </p:cNvPr>
          <p:cNvSpPr/>
          <p:nvPr/>
        </p:nvSpPr>
        <p:spPr>
          <a:xfrm rot="3272193">
            <a:off x="4729200" y="2445767"/>
            <a:ext cx="228332" cy="440072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249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16">
            <a:extLst>
              <a:ext uri="{FF2B5EF4-FFF2-40B4-BE49-F238E27FC236}">
                <a16:creationId xmlns:a16="http://schemas.microsoft.com/office/drawing/2014/main" id="{B1F25D6F-16D9-89F2-DDDE-7457D1B54579}"/>
              </a:ext>
            </a:extLst>
          </p:cNvPr>
          <p:cNvGrpSpPr/>
          <p:nvPr/>
        </p:nvGrpSpPr>
        <p:grpSpPr>
          <a:xfrm rot="19723519">
            <a:off x="-8538394" y="1160983"/>
            <a:ext cx="18592604" cy="2770896"/>
            <a:chOff x="4306249" y="4678348"/>
            <a:chExt cx="3874773" cy="599237"/>
          </a:xfrm>
          <a:noFill/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29CDD2DA-1B4A-2F5D-3717-E6F09CCFF2E8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212EFEA-33D7-E013-DDC8-BCDA6799F5B4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8E218A8-C6E7-F262-7B2C-08B32A8E36B7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89C6C46-7665-540C-58E2-27A03578BC84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D3483A9-AD19-9D96-8DF6-90C9AE6EC6E8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784ED75-7B87-DE1A-66C4-815312713944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41637CE-8077-48E1-59A5-94D3CA7FC267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4A1F940-BA32-F79B-4520-6A43070AF413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084D01C-D911-A3AB-6457-2191FEFC9065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CE3E130-4CC3-C4BD-3A8D-8B32F0813CB3}"/>
              </a:ext>
            </a:extLst>
          </p:cNvPr>
          <p:cNvSpPr txBox="1"/>
          <p:nvPr/>
        </p:nvSpPr>
        <p:spPr>
          <a:xfrm>
            <a:off x="1879600" y="1781122"/>
            <a:ext cx="8432800" cy="1348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id-ID" sz="9600" b="1" u="none" strike="noStrike" dirty="0">
                <a:solidFill>
                  <a:schemeClr val="accent3"/>
                </a:solidFill>
                <a:effectLst/>
                <a:latin typeface="+mj-lt"/>
              </a:rPr>
              <a:t>THANK </a:t>
            </a:r>
            <a:r>
              <a:rPr lang="id-ID" sz="9600" b="1" u="none" strike="noStrike" dirty="0">
                <a:solidFill>
                  <a:schemeClr val="accent1"/>
                </a:solidFill>
                <a:effectLst/>
                <a:latin typeface="+mj-lt"/>
              </a:rPr>
              <a:t>YOU</a:t>
            </a:r>
            <a:endParaRPr lang="en-US" sz="96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2EC608-67D1-ABC2-54B9-D8651BEB6CAC}"/>
              </a:ext>
            </a:extLst>
          </p:cNvPr>
          <p:cNvSpPr/>
          <p:nvPr/>
        </p:nvSpPr>
        <p:spPr>
          <a:xfrm>
            <a:off x="4491990" y="4192507"/>
            <a:ext cx="3208020" cy="491155"/>
          </a:xfrm>
          <a:prstGeom prst="roundRect">
            <a:avLst>
              <a:gd name="adj" fmla="val 25976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C26B28-500B-7A12-68AB-1AB7CA4BD504}"/>
              </a:ext>
            </a:extLst>
          </p:cNvPr>
          <p:cNvSpPr txBox="1"/>
          <p:nvPr/>
        </p:nvSpPr>
        <p:spPr>
          <a:xfrm>
            <a:off x="4579620" y="4230501"/>
            <a:ext cx="3032760" cy="409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>
                    <a:lumMod val="6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id-ID" sz="1800" b="1" dirty="0">
                <a:solidFill>
                  <a:schemeClr val="accent2"/>
                </a:solidFill>
                <a:latin typeface="+mn-lt"/>
              </a:rPr>
              <a:t>Do You Have Questions?</a:t>
            </a:r>
            <a:endParaRPr lang="en-US" sz="18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B939DAC-B324-EBC8-3A39-5CD7A317C37D}"/>
              </a:ext>
            </a:extLst>
          </p:cNvPr>
          <p:cNvSpPr/>
          <p:nvPr/>
        </p:nvSpPr>
        <p:spPr>
          <a:xfrm rot="20062316">
            <a:off x="2100067" y="3304992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chemeClr val="accent1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D1F67D8-206F-1C61-5F3D-ED1D4CF1F388}"/>
              </a:ext>
            </a:extLst>
          </p:cNvPr>
          <p:cNvSpPr/>
          <p:nvPr/>
        </p:nvSpPr>
        <p:spPr>
          <a:xfrm rot="7288979">
            <a:off x="10459502" y="1426109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3D4A686-19FB-2DED-6EA4-34293AB05F11}"/>
              </a:ext>
            </a:extLst>
          </p:cNvPr>
          <p:cNvSpPr/>
          <p:nvPr/>
        </p:nvSpPr>
        <p:spPr>
          <a:xfrm rot="6857488">
            <a:off x="2752318" y="4045772"/>
            <a:ext cx="305078" cy="587988"/>
          </a:xfrm>
          <a:custGeom>
            <a:avLst/>
            <a:gdLst>
              <a:gd name="connsiteX0" fmla="*/ 529590 w 529590"/>
              <a:gd name="connsiteY0" fmla="*/ 1059180 h 1059180"/>
              <a:gd name="connsiteX1" fmla="*/ 0 w 529590"/>
              <a:gd name="connsiteY1" fmla="*/ 529590 h 1059180"/>
              <a:gd name="connsiteX2" fmla="*/ 529590 w 529590"/>
              <a:gd name="connsiteY2" fmla="*/ 0 h 10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9590" h="1059180">
                <a:moveTo>
                  <a:pt x="529590" y="1059180"/>
                </a:moveTo>
                <a:cubicBezTo>
                  <a:pt x="237173" y="1059180"/>
                  <a:pt x="0" y="822007"/>
                  <a:pt x="0" y="529590"/>
                </a:cubicBezTo>
                <a:cubicBezTo>
                  <a:pt x="0" y="237173"/>
                  <a:pt x="237173" y="0"/>
                  <a:pt x="529590" y="0"/>
                </a:cubicBezTo>
              </a:path>
            </a:pathLst>
          </a:custGeom>
          <a:noFill/>
          <a:ln w="10477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97B7C55-BE09-2FA4-9D39-ACFFC14A6305}"/>
              </a:ext>
            </a:extLst>
          </p:cNvPr>
          <p:cNvSpPr/>
          <p:nvPr/>
        </p:nvSpPr>
        <p:spPr>
          <a:xfrm rot="20062316">
            <a:off x="10334701" y="2602690"/>
            <a:ext cx="333162" cy="321041"/>
          </a:xfrm>
          <a:custGeom>
            <a:avLst/>
            <a:gdLst>
              <a:gd name="csX0" fmla="*/ 212744 w 333162"/>
              <a:gd name="csY0" fmla="*/ 0 h 321041"/>
              <a:gd name="csX1" fmla="*/ 212752 w 333162"/>
              <a:gd name="csY1" fmla="*/ 115509 h 321041"/>
              <a:gd name="csX2" fmla="*/ 333162 w 333162"/>
              <a:gd name="csY2" fmla="*/ 115509 h 321041"/>
              <a:gd name="csX3" fmla="*/ 333162 w 333162"/>
              <a:gd name="csY3" fmla="*/ 205827 h 321041"/>
              <a:gd name="csX4" fmla="*/ 212759 w 333162"/>
              <a:gd name="csY4" fmla="*/ 205827 h 321041"/>
              <a:gd name="csX5" fmla="*/ 212767 w 333162"/>
              <a:gd name="csY5" fmla="*/ 321035 h 321041"/>
              <a:gd name="csX6" fmla="*/ 119051 w 333162"/>
              <a:gd name="csY6" fmla="*/ 321041 h 321041"/>
              <a:gd name="csX7" fmla="*/ 119043 w 333162"/>
              <a:gd name="csY7" fmla="*/ 205827 h 321041"/>
              <a:gd name="csX8" fmla="*/ 0 w 333162"/>
              <a:gd name="csY8" fmla="*/ 205827 h 321041"/>
              <a:gd name="csX9" fmla="*/ 0 w 333162"/>
              <a:gd name="csY9" fmla="*/ 115509 h 321041"/>
              <a:gd name="csX10" fmla="*/ 119036 w 333162"/>
              <a:gd name="csY10" fmla="*/ 115509 h 321041"/>
              <a:gd name="csX11" fmla="*/ 119028 w 333162"/>
              <a:gd name="csY11" fmla="*/ 7 h 3210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33162" h="321041">
                <a:moveTo>
                  <a:pt x="212744" y="0"/>
                </a:moveTo>
                <a:lnTo>
                  <a:pt x="212752" y="115509"/>
                </a:lnTo>
                <a:lnTo>
                  <a:pt x="333162" y="115509"/>
                </a:lnTo>
                <a:lnTo>
                  <a:pt x="333162" y="205827"/>
                </a:lnTo>
                <a:lnTo>
                  <a:pt x="212759" y="205827"/>
                </a:lnTo>
                <a:lnTo>
                  <a:pt x="212767" y="321035"/>
                </a:lnTo>
                <a:lnTo>
                  <a:pt x="119051" y="321041"/>
                </a:lnTo>
                <a:lnTo>
                  <a:pt x="119043" y="205827"/>
                </a:lnTo>
                <a:lnTo>
                  <a:pt x="0" y="205827"/>
                </a:lnTo>
                <a:lnTo>
                  <a:pt x="0" y="115509"/>
                </a:lnTo>
                <a:lnTo>
                  <a:pt x="119036" y="115509"/>
                </a:lnTo>
                <a:lnTo>
                  <a:pt x="119028" y="7"/>
                </a:lnTo>
                <a:close/>
              </a:path>
            </a:pathLst>
          </a:custGeom>
          <a:solidFill>
            <a:srgbClr val="FFFFFF"/>
          </a:solidFill>
          <a:ln w="952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DCEE2A-8BD7-4215-179F-05570D474696}"/>
              </a:ext>
            </a:extLst>
          </p:cNvPr>
          <p:cNvSpPr txBox="1"/>
          <p:nvPr/>
        </p:nvSpPr>
        <p:spPr>
          <a:xfrm>
            <a:off x="4700337" y="4918683"/>
            <a:ext cx="2791327" cy="300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id-ID" sz="1600" b="0" dirty="0">
                <a:solidFill>
                  <a:schemeClr val="accent3"/>
                </a:solidFill>
                <a:latin typeface="+mn-lt"/>
                <a:cs typeface="Poppins" panose="00000500000000000000" pitchFamily="2" charset="0"/>
              </a:rPr>
              <a:t>youremail@domain.com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0546D3-42A0-D2A3-7BDA-10D795C0EA2E}"/>
              </a:ext>
            </a:extLst>
          </p:cNvPr>
          <p:cNvSpPr txBox="1"/>
          <p:nvPr/>
        </p:nvSpPr>
        <p:spPr>
          <a:xfrm>
            <a:off x="4189621" y="5297764"/>
            <a:ext cx="3812758" cy="300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  <a:latin typeface="Syne" pitchFamily="2" charset="0"/>
                <a:ea typeface="Inter" panose="02000503000000020004" pitchFamily="2" charset="0"/>
                <a:cs typeface="Archivo" pitchFamily="2" charset="0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id-ID" sz="1600" b="0" dirty="0">
                <a:solidFill>
                  <a:schemeClr val="accent3"/>
                </a:solidFill>
                <a:latin typeface="+mn-lt"/>
                <a:cs typeface="Poppins" panose="00000500000000000000" pitchFamily="2" charset="0"/>
              </a:rPr>
              <a:t>+1234 567 891 // yourwebsite.com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584EDE6-A21A-A701-2156-EAF89ADA6A11}"/>
              </a:ext>
            </a:extLst>
          </p:cNvPr>
          <p:cNvSpPr/>
          <p:nvPr/>
        </p:nvSpPr>
        <p:spPr>
          <a:xfrm>
            <a:off x="6833428" y="3066308"/>
            <a:ext cx="653993" cy="654164"/>
          </a:xfrm>
          <a:custGeom>
            <a:avLst/>
            <a:gdLst>
              <a:gd name="csX0" fmla="*/ 1904868 w 1905000"/>
              <a:gd name="csY0" fmla="*/ 952778 h 1905497"/>
              <a:gd name="csX1" fmla="*/ 1085041 w 1905000"/>
              <a:gd name="csY1" fmla="*/ 1896353 h 1905497"/>
              <a:gd name="csX2" fmla="*/ 952434 w 1905000"/>
              <a:gd name="csY2" fmla="*/ 1905497 h 1905497"/>
              <a:gd name="csX3" fmla="*/ 799867 w 1905000"/>
              <a:gd name="csY3" fmla="*/ 1893343 h 1905497"/>
              <a:gd name="csX4" fmla="*/ 0 w 1905000"/>
              <a:gd name="csY4" fmla="*/ 952778 h 1905497"/>
              <a:gd name="csX5" fmla="*/ 952501 w 1905000"/>
              <a:gd name="csY5" fmla="*/ 0 h 1905497"/>
              <a:gd name="csX6" fmla="*/ 1905001 w 1905000"/>
              <a:gd name="csY6" fmla="*/ 952778 h 1905497"/>
              <a:gd name="csX7" fmla="*/ 1904868 w 1905000"/>
              <a:gd name="csY7" fmla="*/ 952778 h 1905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905000" h="1905497">
                <a:moveTo>
                  <a:pt x="1904868" y="952778"/>
                </a:moveTo>
                <a:cubicBezTo>
                  <a:pt x="1904868" y="1433981"/>
                  <a:pt x="1548280" y="1831793"/>
                  <a:pt x="1085041" y="1896353"/>
                </a:cubicBezTo>
                <a:cubicBezTo>
                  <a:pt x="1041731" y="1902354"/>
                  <a:pt x="997411" y="1905497"/>
                  <a:pt x="952434" y="1905497"/>
                </a:cubicBezTo>
                <a:cubicBezTo>
                  <a:pt x="900510" y="1905497"/>
                  <a:pt x="849521" y="1901354"/>
                  <a:pt x="799867" y="1893343"/>
                </a:cubicBezTo>
                <a:cubicBezTo>
                  <a:pt x="346375" y="1820315"/>
                  <a:pt x="0" y="1426971"/>
                  <a:pt x="0" y="952778"/>
                </a:cubicBezTo>
                <a:cubicBezTo>
                  <a:pt x="0" y="426589"/>
                  <a:pt x="426463" y="0"/>
                  <a:pt x="952501" y="0"/>
                </a:cubicBezTo>
                <a:cubicBezTo>
                  <a:pt x="1478538" y="0"/>
                  <a:pt x="1905001" y="426589"/>
                  <a:pt x="1905001" y="952778"/>
                </a:cubicBezTo>
                <a:lnTo>
                  <a:pt x="1904868" y="952778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7D827D8-04DD-04CD-CB85-9F9DEA04A474}"/>
              </a:ext>
            </a:extLst>
          </p:cNvPr>
          <p:cNvSpPr/>
          <p:nvPr/>
        </p:nvSpPr>
        <p:spPr>
          <a:xfrm>
            <a:off x="6965102" y="3210580"/>
            <a:ext cx="390599" cy="365663"/>
          </a:xfrm>
          <a:custGeom>
            <a:avLst/>
            <a:gdLst>
              <a:gd name="csX0" fmla="*/ 2737 w 1137765"/>
              <a:gd name="csY0" fmla="*/ 0 h 1065131"/>
              <a:gd name="csX1" fmla="*/ 442012 w 1137765"/>
              <a:gd name="csY1" fmla="*/ 587481 h 1065131"/>
              <a:gd name="csX2" fmla="*/ 0 w 1137765"/>
              <a:gd name="csY2" fmla="*/ 1065131 h 1065131"/>
              <a:gd name="csX3" fmla="*/ 99508 w 1137765"/>
              <a:gd name="csY3" fmla="*/ 1065131 h 1065131"/>
              <a:gd name="csX4" fmla="*/ 486528 w 1137765"/>
              <a:gd name="csY4" fmla="*/ 646955 h 1065131"/>
              <a:gd name="csX5" fmla="*/ 799199 w 1137765"/>
              <a:gd name="csY5" fmla="*/ 1065131 h 1065131"/>
              <a:gd name="csX6" fmla="*/ 1137765 w 1137765"/>
              <a:gd name="csY6" fmla="*/ 1065131 h 1065131"/>
              <a:gd name="csX7" fmla="*/ 673793 w 1137765"/>
              <a:gd name="csY7" fmla="*/ 444613 h 1065131"/>
              <a:gd name="csX8" fmla="*/ 1085244 w 1137765"/>
              <a:gd name="csY8" fmla="*/ 0 h 1065131"/>
              <a:gd name="csX9" fmla="*/ 985737 w 1137765"/>
              <a:gd name="csY9" fmla="*/ 0 h 1065131"/>
              <a:gd name="csX10" fmla="*/ 629349 w 1137765"/>
              <a:gd name="csY10" fmla="*/ 385131 h 1065131"/>
              <a:gd name="csX11" fmla="*/ 341370 w 1137765"/>
              <a:gd name="csY11" fmla="*/ 0 h 1065131"/>
              <a:gd name="csX12" fmla="*/ 2802 w 1137765"/>
              <a:gd name="csY12" fmla="*/ 0 h 1065131"/>
              <a:gd name="csX13" fmla="*/ 2737 w 1137765"/>
              <a:gd name="csY13" fmla="*/ 0 h 1065131"/>
              <a:gd name="csX14" fmla="*/ 149028 w 1137765"/>
              <a:gd name="csY14" fmla="*/ 73301 h 1065131"/>
              <a:gd name="csX15" fmla="*/ 304530 w 1137765"/>
              <a:gd name="csY15" fmla="*/ 73301 h 1065131"/>
              <a:gd name="csX16" fmla="*/ 991347 w 1137765"/>
              <a:gd name="csY16" fmla="*/ 991836 h 1065131"/>
              <a:gd name="csX17" fmla="*/ 835842 w 1137765"/>
              <a:gd name="csY17" fmla="*/ 991836 h 1065131"/>
              <a:gd name="csX18" fmla="*/ 149028 w 1137765"/>
              <a:gd name="csY18" fmla="*/ 73301 h 1065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137765" h="1065131">
                <a:moveTo>
                  <a:pt x="2737" y="0"/>
                </a:moveTo>
                <a:lnTo>
                  <a:pt x="442012" y="587481"/>
                </a:lnTo>
                <a:lnTo>
                  <a:pt x="0" y="1065131"/>
                </a:lnTo>
                <a:lnTo>
                  <a:pt x="99508" y="1065131"/>
                </a:lnTo>
                <a:lnTo>
                  <a:pt x="486528" y="646955"/>
                </a:lnTo>
                <a:lnTo>
                  <a:pt x="799199" y="1065131"/>
                </a:lnTo>
                <a:lnTo>
                  <a:pt x="1137765" y="1065131"/>
                </a:lnTo>
                <a:lnTo>
                  <a:pt x="673793" y="444613"/>
                </a:lnTo>
                <a:lnTo>
                  <a:pt x="1085244" y="0"/>
                </a:lnTo>
                <a:lnTo>
                  <a:pt x="985737" y="0"/>
                </a:lnTo>
                <a:lnTo>
                  <a:pt x="629349" y="385131"/>
                </a:lnTo>
                <a:lnTo>
                  <a:pt x="341370" y="0"/>
                </a:lnTo>
                <a:lnTo>
                  <a:pt x="2802" y="0"/>
                </a:lnTo>
                <a:lnTo>
                  <a:pt x="2737" y="0"/>
                </a:lnTo>
                <a:close/>
                <a:moveTo>
                  <a:pt x="149028" y="73301"/>
                </a:moveTo>
                <a:lnTo>
                  <a:pt x="304530" y="73301"/>
                </a:lnTo>
                <a:lnTo>
                  <a:pt x="991347" y="991836"/>
                </a:lnTo>
                <a:lnTo>
                  <a:pt x="835842" y="991836"/>
                </a:lnTo>
                <a:lnTo>
                  <a:pt x="149028" y="73301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266F868D-57AE-98BF-3151-85B1D8F9CBA0}"/>
              </a:ext>
            </a:extLst>
          </p:cNvPr>
          <p:cNvSpPr/>
          <p:nvPr/>
        </p:nvSpPr>
        <p:spPr>
          <a:xfrm>
            <a:off x="6125850" y="3066296"/>
            <a:ext cx="653992" cy="654187"/>
          </a:xfrm>
          <a:custGeom>
            <a:avLst/>
            <a:gdLst>
              <a:gd name="csX0" fmla="*/ 954668 w 1904996"/>
              <a:gd name="csY0" fmla="*/ 0 h 1905564"/>
              <a:gd name="csX1" fmla="*/ 950332 w 1904996"/>
              <a:gd name="csY1" fmla="*/ 0 h 1905564"/>
              <a:gd name="csX2" fmla="*/ 0 w 1904996"/>
              <a:gd name="csY2" fmla="*/ 950607 h 1905564"/>
              <a:gd name="csX3" fmla="*/ 0 w 1904996"/>
              <a:gd name="csY3" fmla="*/ 954951 h 1905564"/>
              <a:gd name="csX4" fmla="*/ 950332 w 1904996"/>
              <a:gd name="csY4" fmla="*/ 1905565 h 1905564"/>
              <a:gd name="csX5" fmla="*/ 954668 w 1904996"/>
              <a:gd name="csY5" fmla="*/ 1905565 h 1905564"/>
              <a:gd name="csX6" fmla="*/ 1904997 w 1904996"/>
              <a:gd name="csY6" fmla="*/ 954951 h 1905564"/>
              <a:gd name="csX7" fmla="*/ 1904997 w 1904996"/>
              <a:gd name="csY7" fmla="*/ 950607 h 1905564"/>
              <a:gd name="csX8" fmla="*/ 954668 w 1904996"/>
              <a:gd name="csY8" fmla="*/ 0 h 19055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4996" h="1905564">
                <a:moveTo>
                  <a:pt x="954668" y="0"/>
                </a:moveTo>
                <a:lnTo>
                  <a:pt x="950332" y="0"/>
                </a:lnTo>
                <a:cubicBezTo>
                  <a:pt x="425478" y="0"/>
                  <a:pt x="0" y="425603"/>
                  <a:pt x="0" y="950607"/>
                </a:cubicBezTo>
                <a:lnTo>
                  <a:pt x="0" y="954951"/>
                </a:lnTo>
                <a:cubicBezTo>
                  <a:pt x="0" y="1479959"/>
                  <a:pt x="425478" y="1905565"/>
                  <a:pt x="950332" y="1905565"/>
                </a:cubicBezTo>
                <a:lnTo>
                  <a:pt x="954668" y="1905565"/>
                </a:lnTo>
                <a:cubicBezTo>
                  <a:pt x="1479524" y="1905565"/>
                  <a:pt x="1904997" y="1479959"/>
                  <a:pt x="1904997" y="954951"/>
                </a:cubicBezTo>
                <a:lnTo>
                  <a:pt x="1904997" y="950607"/>
                </a:lnTo>
                <a:cubicBezTo>
                  <a:pt x="1904997" y="425603"/>
                  <a:pt x="1479524" y="0"/>
                  <a:pt x="954668" y="0"/>
                </a:cubicBez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BD43ED0-CB1A-D1AE-FFAB-D85D3184396E}"/>
              </a:ext>
            </a:extLst>
          </p:cNvPr>
          <p:cNvSpPr/>
          <p:nvPr/>
        </p:nvSpPr>
        <p:spPr>
          <a:xfrm>
            <a:off x="6268916" y="3211902"/>
            <a:ext cx="91925" cy="362950"/>
          </a:xfrm>
          <a:custGeom>
            <a:avLst/>
            <a:gdLst>
              <a:gd name="csX0" fmla="*/ 37575 w 267765"/>
              <a:gd name="csY0" fmla="*/ 209229 h 1057227"/>
              <a:gd name="csX1" fmla="*/ 0 w 267765"/>
              <a:gd name="csY1" fmla="*/ 122773 h 1057227"/>
              <a:gd name="csX2" fmla="*/ 37575 w 267765"/>
              <a:gd name="csY2" fmla="*/ 34982 h 1057227"/>
              <a:gd name="csX3" fmla="*/ 134550 w 267765"/>
              <a:gd name="csY3" fmla="*/ 0 h 1057227"/>
              <a:gd name="csX4" fmla="*/ 230191 w 267765"/>
              <a:gd name="csY4" fmla="*/ 34982 h 1057227"/>
              <a:gd name="csX5" fmla="*/ 267766 w 267765"/>
              <a:gd name="csY5" fmla="*/ 122773 h 1057227"/>
              <a:gd name="csX6" fmla="*/ 230191 w 267765"/>
              <a:gd name="csY6" fmla="*/ 209229 h 1057227"/>
              <a:gd name="csX7" fmla="*/ 134550 w 267765"/>
              <a:gd name="csY7" fmla="*/ 244212 h 1057227"/>
              <a:gd name="csX8" fmla="*/ 37575 w 267765"/>
              <a:gd name="csY8" fmla="*/ 209229 h 1057227"/>
              <a:gd name="csX9" fmla="*/ 246676 w 267765"/>
              <a:gd name="csY9" fmla="*/ 342885 h 1057227"/>
              <a:gd name="csX10" fmla="*/ 246676 w 267765"/>
              <a:gd name="csY10" fmla="*/ 1057227 h 1057227"/>
              <a:gd name="csX11" fmla="*/ 21023 w 267765"/>
              <a:gd name="csY11" fmla="*/ 1057227 h 1057227"/>
              <a:gd name="csX12" fmla="*/ 21023 w 267765"/>
              <a:gd name="csY12" fmla="*/ 342885 h 1057227"/>
              <a:gd name="csX13" fmla="*/ 246676 w 267765"/>
              <a:gd name="csY13" fmla="*/ 342885 h 1057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67765" h="1057227">
                <a:moveTo>
                  <a:pt x="37575" y="209229"/>
                </a:moveTo>
                <a:cubicBezTo>
                  <a:pt x="12480" y="185929"/>
                  <a:pt x="0" y="157089"/>
                  <a:pt x="0" y="122773"/>
                </a:cubicBezTo>
                <a:cubicBezTo>
                  <a:pt x="0" y="88459"/>
                  <a:pt x="12546" y="58349"/>
                  <a:pt x="37575" y="34982"/>
                </a:cubicBezTo>
                <a:cubicBezTo>
                  <a:pt x="62670" y="11683"/>
                  <a:pt x="94973" y="0"/>
                  <a:pt x="134550" y="0"/>
                </a:cubicBezTo>
                <a:cubicBezTo>
                  <a:pt x="174127" y="0"/>
                  <a:pt x="205163" y="11683"/>
                  <a:pt x="230191" y="34982"/>
                </a:cubicBezTo>
                <a:cubicBezTo>
                  <a:pt x="255286" y="58283"/>
                  <a:pt x="267766" y="87591"/>
                  <a:pt x="267766" y="122773"/>
                </a:cubicBezTo>
                <a:cubicBezTo>
                  <a:pt x="267766" y="157957"/>
                  <a:pt x="255220" y="185929"/>
                  <a:pt x="230191" y="209229"/>
                </a:cubicBezTo>
                <a:cubicBezTo>
                  <a:pt x="205096" y="232528"/>
                  <a:pt x="173260" y="244212"/>
                  <a:pt x="134550" y="244212"/>
                </a:cubicBezTo>
                <a:cubicBezTo>
                  <a:pt x="95841" y="244212"/>
                  <a:pt x="62670" y="232528"/>
                  <a:pt x="37575" y="209229"/>
                </a:cubicBezTo>
                <a:close/>
                <a:moveTo>
                  <a:pt x="246676" y="342885"/>
                </a:moveTo>
                <a:lnTo>
                  <a:pt x="246676" y="1057227"/>
                </a:lnTo>
                <a:lnTo>
                  <a:pt x="21023" y="1057227"/>
                </a:lnTo>
                <a:lnTo>
                  <a:pt x="21023" y="342885"/>
                </a:lnTo>
                <a:lnTo>
                  <a:pt x="246676" y="342885"/>
                </a:lnTo>
                <a:close/>
              </a:path>
            </a:pathLst>
          </a:custGeom>
          <a:solidFill>
            <a:srgbClr val="FEFFF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0C6DE9D5-D235-7224-9129-254C7CFCD744}"/>
              </a:ext>
            </a:extLst>
          </p:cNvPr>
          <p:cNvSpPr/>
          <p:nvPr/>
        </p:nvSpPr>
        <p:spPr>
          <a:xfrm>
            <a:off x="6396608" y="3326338"/>
            <a:ext cx="240193" cy="244181"/>
          </a:xfrm>
          <a:custGeom>
            <a:avLst/>
            <a:gdLst>
              <a:gd name="csX0" fmla="*/ 625900 w 699652"/>
              <a:gd name="csY0" fmla="*/ 80113 h 711268"/>
              <a:gd name="csX1" fmla="*/ 699652 w 699652"/>
              <a:gd name="csY1" fmla="*/ 300160 h 711268"/>
              <a:gd name="csX2" fmla="*/ 699652 w 699652"/>
              <a:gd name="csY2" fmla="*/ 711269 h 711268"/>
              <a:gd name="csX3" fmla="*/ 485340 w 699652"/>
              <a:gd name="csY3" fmla="*/ 711269 h 711268"/>
              <a:gd name="csX4" fmla="*/ 485340 w 699652"/>
              <a:gd name="csY4" fmla="*/ 329135 h 711268"/>
              <a:gd name="csX5" fmla="*/ 448773 w 699652"/>
              <a:gd name="csY5" fmla="*/ 219445 h 711268"/>
              <a:gd name="csX6" fmla="*/ 350456 w 699652"/>
              <a:gd name="csY6" fmla="*/ 180322 h 711268"/>
              <a:gd name="csX7" fmla="*/ 252149 w 699652"/>
              <a:gd name="csY7" fmla="*/ 219445 h 711268"/>
              <a:gd name="csX8" fmla="*/ 215573 w 699652"/>
              <a:gd name="csY8" fmla="*/ 329135 h 711268"/>
              <a:gd name="csX9" fmla="*/ 215573 w 699652"/>
              <a:gd name="csY9" fmla="*/ 711269 h 711268"/>
              <a:gd name="csX10" fmla="*/ 0 w 699652"/>
              <a:gd name="csY10" fmla="*/ 711269 h 711268"/>
              <a:gd name="csX11" fmla="*/ 0 w 699652"/>
              <a:gd name="csY11" fmla="*/ 7544 h 711268"/>
              <a:gd name="csX12" fmla="*/ 215573 w 699652"/>
              <a:gd name="csY12" fmla="*/ 7544 h 711268"/>
              <a:gd name="csX13" fmla="*/ 215573 w 699652"/>
              <a:gd name="csY13" fmla="*/ 100875 h 711268"/>
              <a:gd name="csX14" fmla="*/ 303803 w 699652"/>
              <a:gd name="csY14" fmla="*/ 27105 h 711268"/>
              <a:gd name="csX15" fmla="*/ 428609 w 699652"/>
              <a:gd name="csY15" fmla="*/ 0 h 711268"/>
              <a:gd name="csX16" fmla="*/ 625900 w 699652"/>
              <a:gd name="csY16" fmla="*/ 80046 h 711268"/>
              <a:gd name="csX17" fmla="*/ 625900 w 699652"/>
              <a:gd name="csY17" fmla="*/ 80113 h 7112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99652" h="711268">
                <a:moveTo>
                  <a:pt x="625900" y="80113"/>
                </a:moveTo>
                <a:cubicBezTo>
                  <a:pt x="675087" y="133522"/>
                  <a:pt x="699652" y="206825"/>
                  <a:pt x="699652" y="300160"/>
                </a:cubicBezTo>
                <a:lnTo>
                  <a:pt x="699652" y="711269"/>
                </a:lnTo>
                <a:lnTo>
                  <a:pt x="485340" y="711269"/>
                </a:lnTo>
                <a:lnTo>
                  <a:pt x="485340" y="329135"/>
                </a:lnTo>
                <a:cubicBezTo>
                  <a:pt x="485340" y="282063"/>
                  <a:pt x="473129" y="245477"/>
                  <a:pt x="448773" y="219445"/>
                </a:cubicBezTo>
                <a:cubicBezTo>
                  <a:pt x="424408" y="193404"/>
                  <a:pt x="391576" y="180322"/>
                  <a:pt x="350456" y="180322"/>
                </a:cubicBezTo>
                <a:cubicBezTo>
                  <a:pt x="309346" y="180322"/>
                  <a:pt x="276504" y="193337"/>
                  <a:pt x="252149" y="219445"/>
                </a:cubicBezTo>
                <a:cubicBezTo>
                  <a:pt x="227784" y="245477"/>
                  <a:pt x="215573" y="282063"/>
                  <a:pt x="215573" y="329135"/>
                </a:cubicBezTo>
                <a:lnTo>
                  <a:pt x="215573" y="711269"/>
                </a:lnTo>
                <a:lnTo>
                  <a:pt x="0" y="711269"/>
                </a:lnTo>
                <a:lnTo>
                  <a:pt x="0" y="7544"/>
                </a:lnTo>
                <a:lnTo>
                  <a:pt x="215573" y="7544"/>
                </a:lnTo>
                <a:lnTo>
                  <a:pt x="215573" y="100875"/>
                </a:lnTo>
                <a:cubicBezTo>
                  <a:pt x="237394" y="69765"/>
                  <a:pt x="266836" y="45198"/>
                  <a:pt x="303803" y="27105"/>
                </a:cubicBezTo>
                <a:cubicBezTo>
                  <a:pt x="340779" y="9013"/>
                  <a:pt x="382365" y="0"/>
                  <a:pt x="428609" y="0"/>
                </a:cubicBezTo>
                <a:cubicBezTo>
                  <a:pt x="510971" y="0"/>
                  <a:pt x="576780" y="26704"/>
                  <a:pt x="625900" y="80046"/>
                </a:cubicBezTo>
                <a:lnTo>
                  <a:pt x="625900" y="80113"/>
                </a:lnTo>
                <a:close/>
              </a:path>
            </a:pathLst>
          </a:custGeom>
          <a:solidFill>
            <a:srgbClr val="FEFFF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738D98B-EAB5-E353-A1E9-173C00D3FAF9}"/>
              </a:ext>
            </a:extLst>
          </p:cNvPr>
          <p:cNvSpPr/>
          <p:nvPr/>
        </p:nvSpPr>
        <p:spPr>
          <a:xfrm>
            <a:off x="5404178" y="3066308"/>
            <a:ext cx="653994" cy="654164"/>
          </a:xfrm>
          <a:custGeom>
            <a:avLst/>
            <a:gdLst>
              <a:gd name="csX0" fmla="*/ 1904870 w 1905002"/>
              <a:gd name="csY0" fmla="*/ 952778 h 1905497"/>
              <a:gd name="csX1" fmla="*/ 1085043 w 1905002"/>
              <a:gd name="csY1" fmla="*/ 1896344 h 1905497"/>
              <a:gd name="csX2" fmla="*/ 952436 w 1905002"/>
              <a:gd name="csY2" fmla="*/ 1905497 h 1905497"/>
              <a:gd name="csX3" fmla="*/ 799868 w 1905002"/>
              <a:gd name="csY3" fmla="*/ 1893343 h 1905497"/>
              <a:gd name="csX4" fmla="*/ 0 w 1905002"/>
              <a:gd name="csY4" fmla="*/ 952778 h 1905497"/>
              <a:gd name="csX5" fmla="*/ 952503 w 1905002"/>
              <a:gd name="csY5" fmla="*/ 0 h 1905497"/>
              <a:gd name="csX6" fmla="*/ 1905003 w 1905002"/>
              <a:gd name="csY6" fmla="*/ 952778 h 1905497"/>
              <a:gd name="csX7" fmla="*/ 1904870 w 1905002"/>
              <a:gd name="csY7" fmla="*/ 952778 h 1905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905002" h="1905497">
                <a:moveTo>
                  <a:pt x="1904870" y="952778"/>
                </a:moveTo>
                <a:cubicBezTo>
                  <a:pt x="1904870" y="1433981"/>
                  <a:pt x="1548282" y="1831793"/>
                  <a:pt x="1085043" y="1896344"/>
                </a:cubicBezTo>
                <a:cubicBezTo>
                  <a:pt x="1041733" y="1902354"/>
                  <a:pt x="997413" y="1905497"/>
                  <a:pt x="952436" y="1905497"/>
                </a:cubicBezTo>
                <a:cubicBezTo>
                  <a:pt x="900511" y="1905497"/>
                  <a:pt x="849521" y="1901354"/>
                  <a:pt x="799868" y="1893343"/>
                </a:cubicBezTo>
                <a:cubicBezTo>
                  <a:pt x="346376" y="1820315"/>
                  <a:pt x="0" y="1426971"/>
                  <a:pt x="0" y="952778"/>
                </a:cubicBezTo>
                <a:cubicBezTo>
                  <a:pt x="0" y="426588"/>
                  <a:pt x="426463" y="0"/>
                  <a:pt x="952503" y="0"/>
                </a:cubicBezTo>
                <a:cubicBezTo>
                  <a:pt x="1478540" y="0"/>
                  <a:pt x="1905003" y="426588"/>
                  <a:pt x="1905003" y="952778"/>
                </a:cubicBezTo>
                <a:lnTo>
                  <a:pt x="1904870" y="952778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66F5EF1-730C-C0F2-0A5A-2D0E9790C383}"/>
              </a:ext>
            </a:extLst>
          </p:cNvPr>
          <p:cNvSpPr/>
          <p:nvPr/>
        </p:nvSpPr>
        <p:spPr>
          <a:xfrm>
            <a:off x="5597507" y="3215072"/>
            <a:ext cx="267312" cy="505400"/>
          </a:xfrm>
          <a:custGeom>
            <a:avLst/>
            <a:gdLst>
              <a:gd name="csX0" fmla="*/ 521899 w 778645"/>
              <a:gd name="csY0" fmla="*/ 331724 h 1472165"/>
              <a:gd name="csX1" fmla="*/ 521899 w 778645"/>
              <a:gd name="csY1" fmla="*/ 539278 h 1472165"/>
              <a:gd name="csX2" fmla="*/ 778579 w 778645"/>
              <a:gd name="csY2" fmla="*/ 539278 h 1472165"/>
              <a:gd name="csX3" fmla="*/ 737936 w 778645"/>
              <a:gd name="csY3" fmla="*/ 818865 h 1472165"/>
              <a:gd name="csX4" fmla="*/ 521899 w 778645"/>
              <a:gd name="csY4" fmla="*/ 818865 h 1472165"/>
              <a:gd name="csX5" fmla="*/ 521899 w 778645"/>
              <a:gd name="csY5" fmla="*/ 1463022 h 1472165"/>
              <a:gd name="csX6" fmla="*/ 389292 w 778645"/>
              <a:gd name="csY6" fmla="*/ 1472166 h 1472165"/>
              <a:gd name="csX7" fmla="*/ 236723 w 778645"/>
              <a:gd name="csY7" fmla="*/ 1460012 h 1472165"/>
              <a:gd name="csX8" fmla="*/ 236723 w 778645"/>
              <a:gd name="csY8" fmla="*/ 818865 h 1472165"/>
              <a:gd name="csX9" fmla="*/ 0 w 778645"/>
              <a:gd name="csY9" fmla="*/ 818865 h 1472165"/>
              <a:gd name="csX10" fmla="*/ 0 w 778645"/>
              <a:gd name="csY10" fmla="*/ 539278 h 1472165"/>
              <a:gd name="csX11" fmla="*/ 236723 w 778645"/>
              <a:gd name="csY11" fmla="*/ 539278 h 1472165"/>
              <a:gd name="csX12" fmla="*/ 236723 w 778645"/>
              <a:gd name="csY12" fmla="*/ 285327 h 1472165"/>
              <a:gd name="csX13" fmla="*/ 521966 w 778645"/>
              <a:gd name="csY13" fmla="*/ 0 h 1472165"/>
              <a:gd name="csX14" fmla="*/ 521966 w 778645"/>
              <a:gd name="csY14" fmla="*/ 134 h 1472165"/>
              <a:gd name="csX15" fmla="*/ 523300 w 778645"/>
              <a:gd name="csY15" fmla="*/ 0 h 1472165"/>
              <a:gd name="csX16" fmla="*/ 778646 w 778645"/>
              <a:gd name="csY16" fmla="*/ 0 h 1472165"/>
              <a:gd name="csX17" fmla="*/ 778646 w 778645"/>
              <a:gd name="csY17" fmla="*/ 241801 h 1472165"/>
              <a:gd name="csX18" fmla="*/ 611796 w 778645"/>
              <a:gd name="csY18" fmla="*/ 241801 h 1472165"/>
              <a:gd name="csX19" fmla="*/ 521966 w 778645"/>
              <a:gd name="csY19" fmla="*/ 331658 h 1472165"/>
              <a:gd name="csX20" fmla="*/ 521899 w 778645"/>
              <a:gd name="csY20" fmla="*/ 331724 h 1472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778645" h="1472165">
                <a:moveTo>
                  <a:pt x="521899" y="331724"/>
                </a:moveTo>
                <a:lnTo>
                  <a:pt x="521899" y="539278"/>
                </a:lnTo>
                <a:lnTo>
                  <a:pt x="778579" y="539278"/>
                </a:lnTo>
                <a:lnTo>
                  <a:pt x="737936" y="818865"/>
                </a:lnTo>
                <a:lnTo>
                  <a:pt x="521899" y="818865"/>
                </a:lnTo>
                <a:lnTo>
                  <a:pt x="521899" y="1463022"/>
                </a:lnTo>
                <a:cubicBezTo>
                  <a:pt x="478589" y="1469023"/>
                  <a:pt x="434270" y="1472166"/>
                  <a:pt x="389292" y="1472166"/>
                </a:cubicBezTo>
                <a:cubicBezTo>
                  <a:pt x="337366" y="1472166"/>
                  <a:pt x="286377" y="1468023"/>
                  <a:pt x="236723" y="1460012"/>
                </a:cubicBezTo>
                <a:lnTo>
                  <a:pt x="236723" y="818865"/>
                </a:lnTo>
                <a:lnTo>
                  <a:pt x="0" y="818865"/>
                </a:lnTo>
                <a:lnTo>
                  <a:pt x="0" y="539278"/>
                </a:lnTo>
                <a:lnTo>
                  <a:pt x="236723" y="539278"/>
                </a:lnTo>
                <a:lnTo>
                  <a:pt x="236723" y="285327"/>
                </a:lnTo>
                <a:cubicBezTo>
                  <a:pt x="236723" y="127777"/>
                  <a:pt x="364395" y="0"/>
                  <a:pt x="521966" y="0"/>
                </a:cubicBezTo>
                <a:lnTo>
                  <a:pt x="521966" y="134"/>
                </a:lnTo>
                <a:cubicBezTo>
                  <a:pt x="522433" y="134"/>
                  <a:pt x="522833" y="0"/>
                  <a:pt x="523300" y="0"/>
                </a:cubicBezTo>
                <a:lnTo>
                  <a:pt x="778646" y="0"/>
                </a:lnTo>
                <a:lnTo>
                  <a:pt x="778646" y="241801"/>
                </a:lnTo>
                <a:lnTo>
                  <a:pt x="611796" y="241801"/>
                </a:lnTo>
                <a:cubicBezTo>
                  <a:pt x="562209" y="241801"/>
                  <a:pt x="521966" y="282056"/>
                  <a:pt x="521966" y="331658"/>
                </a:cubicBezTo>
                <a:lnTo>
                  <a:pt x="521899" y="331724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153375B-A76A-6C4B-F891-09D4D179233E}"/>
              </a:ext>
            </a:extLst>
          </p:cNvPr>
          <p:cNvSpPr/>
          <p:nvPr/>
        </p:nvSpPr>
        <p:spPr>
          <a:xfrm>
            <a:off x="4704580" y="3066297"/>
            <a:ext cx="653994" cy="654186"/>
          </a:xfrm>
          <a:custGeom>
            <a:avLst/>
            <a:gdLst>
              <a:gd name="csX0" fmla="*/ 954666 w 1905003"/>
              <a:gd name="csY0" fmla="*/ 0 h 1905560"/>
              <a:gd name="csX1" fmla="*/ 950332 w 1905003"/>
              <a:gd name="csY1" fmla="*/ 0 h 1905560"/>
              <a:gd name="csX2" fmla="*/ 0 w 1905003"/>
              <a:gd name="csY2" fmla="*/ 950613 h 1905560"/>
              <a:gd name="csX3" fmla="*/ 0 w 1905003"/>
              <a:gd name="csY3" fmla="*/ 954947 h 1905560"/>
              <a:gd name="csX4" fmla="*/ 950332 w 1905003"/>
              <a:gd name="csY4" fmla="*/ 1905561 h 1905560"/>
              <a:gd name="csX5" fmla="*/ 954666 w 1905003"/>
              <a:gd name="csY5" fmla="*/ 1905561 h 1905560"/>
              <a:gd name="csX6" fmla="*/ 1905004 w 1905003"/>
              <a:gd name="csY6" fmla="*/ 954947 h 1905560"/>
              <a:gd name="csX7" fmla="*/ 1905004 w 1905003"/>
              <a:gd name="csY7" fmla="*/ 950613 h 1905560"/>
              <a:gd name="csX8" fmla="*/ 954666 w 1905003"/>
              <a:gd name="csY8" fmla="*/ 0 h 19055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5003" h="1905560">
                <a:moveTo>
                  <a:pt x="954666" y="0"/>
                </a:moveTo>
                <a:lnTo>
                  <a:pt x="950332" y="0"/>
                </a:lnTo>
                <a:cubicBezTo>
                  <a:pt x="425478" y="0"/>
                  <a:pt x="0" y="425603"/>
                  <a:pt x="0" y="950613"/>
                </a:cubicBezTo>
                <a:lnTo>
                  <a:pt x="0" y="954947"/>
                </a:lnTo>
                <a:cubicBezTo>
                  <a:pt x="0" y="1479955"/>
                  <a:pt x="425478" y="1905561"/>
                  <a:pt x="950332" y="1905561"/>
                </a:cubicBezTo>
                <a:lnTo>
                  <a:pt x="954666" y="1905561"/>
                </a:lnTo>
                <a:cubicBezTo>
                  <a:pt x="1479522" y="1905561"/>
                  <a:pt x="1905004" y="1479955"/>
                  <a:pt x="1905004" y="954947"/>
                </a:cubicBezTo>
                <a:lnTo>
                  <a:pt x="1905004" y="950613"/>
                </a:lnTo>
                <a:cubicBezTo>
                  <a:pt x="1905004" y="425603"/>
                  <a:pt x="1479522" y="0"/>
                  <a:pt x="954666" y="0"/>
                </a:cubicBez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505F90F-A93B-BDE6-B19A-DF9FC807CD8B}"/>
              </a:ext>
            </a:extLst>
          </p:cNvPr>
          <p:cNvSpPr/>
          <p:nvPr/>
        </p:nvSpPr>
        <p:spPr>
          <a:xfrm>
            <a:off x="4829018" y="3199389"/>
            <a:ext cx="405141" cy="388023"/>
          </a:xfrm>
          <a:custGeom>
            <a:avLst/>
            <a:gdLst>
              <a:gd name="csX0" fmla="*/ 884793 w 1180124"/>
              <a:gd name="csY0" fmla="*/ 0 h 1130260"/>
              <a:gd name="csX1" fmla="*/ 295331 w 1180124"/>
              <a:gd name="csY1" fmla="*/ 0 h 1130260"/>
              <a:gd name="csX2" fmla="*/ 0 w 1180124"/>
              <a:gd name="csY2" fmla="*/ 295418 h 1130260"/>
              <a:gd name="csX3" fmla="*/ 0 w 1180124"/>
              <a:gd name="csY3" fmla="*/ 834852 h 1130260"/>
              <a:gd name="csX4" fmla="*/ 295331 w 1180124"/>
              <a:gd name="csY4" fmla="*/ 1130260 h 1130260"/>
              <a:gd name="csX5" fmla="*/ 884793 w 1180124"/>
              <a:gd name="csY5" fmla="*/ 1130260 h 1130260"/>
              <a:gd name="csX6" fmla="*/ 1180125 w 1180124"/>
              <a:gd name="csY6" fmla="*/ 834852 h 1130260"/>
              <a:gd name="csX7" fmla="*/ 1180125 w 1180124"/>
              <a:gd name="csY7" fmla="*/ 295418 h 1130260"/>
              <a:gd name="csX8" fmla="*/ 884793 w 1180124"/>
              <a:gd name="csY8" fmla="*/ 0 h 1130260"/>
              <a:gd name="csX9" fmla="*/ 104184 w 1180124"/>
              <a:gd name="csY9" fmla="*/ 295418 h 1130260"/>
              <a:gd name="csX10" fmla="*/ 295331 w 1180124"/>
              <a:gd name="csY10" fmla="*/ 104214 h 1130260"/>
              <a:gd name="csX11" fmla="*/ 884793 w 1180124"/>
              <a:gd name="csY11" fmla="*/ 104214 h 1130260"/>
              <a:gd name="csX12" fmla="*/ 1075940 w 1180124"/>
              <a:gd name="csY12" fmla="*/ 295418 h 1130260"/>
              <a:gd name="csX13" fmla="*/ 1075940 w 1180124"/>
              <a:gd name="csY13" fmla="*/ 834852 h 1130260"/>
              <a:gd name="csX14" fmla="*/ 884793 w 1180124"/>
              <a:gd name="csY14" fmla="*/ 1026047 h 1130260"/>
              <a:gd name="csX15" fmla="*/ 295331 w 1180124"/>
              <a:gd name="csY15" fmla="*/ 1026047 h 1130260"/>
              <a:gd name="csX16" fmla="*/ 104184 w 1180124"/>
              <a:gd name="csY16" fmla="*/ 834852 h 1130260"/>
              <a:gd name="csX17" fmla="*/ 104184 w 1180124"/>
              <a:gd name="csY17" fmla="*/ 295418 h 1130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180124" h="1130260">
                <a:moveTo>
                  <a:pt x="884793" y="0"/>
                </a:moveTo>
                <a:lnTo>
                  <a:pt x="295331" y="0"/>
                </a:lnTo>
                <a:cubicBezTo>
                  <a:pt x="132482" y="0"/>
                  <a:pt x="0" y="132521"/>
                  <a:pt x="0" y="295418"/>
                </a:cubicBezTo>
                <a:lnTo>
                  <a:pt x="0" y="834852"/>
                </a:lnTo>
                <a:cubicBezTo>
                  <a:pt x="0" y="997749"/>
                  <a:pt x="132482" y="1130260"/>
                  <a:pt x="295331" y="1130260"/>
                </a:cubicBezTo>
                <a:lnTo>
                  <a:pt x="884793" y="1130260"/>
                </a:lnTo>
                <a:cubicBezTo>
                  <a:pt x="1047641" y="1130260"/>
                  <a:pt x="1180125" y="997749"/>
                  <a:pt x="1180125" y="834852"/>
                </a:cubicBezTo>
                <a:lnTo>
                  <a:pt x="1180125" y="295418"/>
                </a:lnTo>
                <a:cubicBezTo>
                  <a:pt x="1180125" y="132521"/>
                  <a:pt x="1047641" y="0"/>
                  <a:pt x="884793" y="0"/>
                </a:cubicBezTo>
                <a:close/>
                <a:moveTo>
                  <a:pt x="104184" y="295418"/>
                </a:moveTo>
                <a:cubicBezTo>
                  <a:pt x="104184" y="190003"/>
                  <a:pt x="189947" y="104214"/>
                  <a:pt x="295331" y="104214"/>
                </a:cubicBezTo>
                <a:lnTo>
                  <a:pt x="884793" y="104214"/>
                </a:lnTo>
                <a:cubicBezTo>
                  <a:pt x="990177" y="104214"/>
                  <a:pt x="1075940" y="190003"/>
                  <a:pt x="1075940" y="295418"/>
                </a:cubicBezTo>
                <a:lnTo>
                  <a:pt x="1075940" y="834852"/>
                </a:lnTo>
                <a:cubicBezTo>
                  <a:pt x="1075940" y="940265"/>
                  <a:pt x="990177" y="1026047"/>
                  <a:pt x="884793" y="1026047"/>
                </a:cubicBezTo>
                <a:lnTo>
                  <a:pt x="295331" y="1026047"/>
                </a:lnTo>
                <a:cubicBezTo>
                  <a:pt x="189947" y="1026047"/>
                  <a:pt x="104184" y="940265"/>
                  <a:pt x="104184" y="834852"/>
                </a:cubicBezTo>
                <a:lnTo>
                  <a:pt x="104184" y="295418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83B188A-E282-B49A-049E-E0DE9762B5D5}"/>
              </a:ext>
            </a:extLst>
          </p:cNvPr>
          <p:cNvSpPr/>
          <p:nvPr/>
        </p:nvSpPr>
        <p:spPr>
          <a:xfrm>
            <a:off x="4937280" y="3299042"/>
            <a:ext cx="188616" cy="188672"/>
          </a:xfrm>
          <a:custGeom>
            <a:avLst/>
            <a:gdLst>
              <a:gd name="csX0" fmla="*/ 274706 w 549416"/>
              <a:gd name="csY0" fmla="*/ 549577 h 549577"/>
              <a:gd name="csX1" fmla="*/ 549416 w 549416"/>
              <a:gd name="csY1" fmla="*/ 274791 h 549577"/>
              <a:gd name="csX2" fmla="*/ 274706 w 549416"/>
              <a:gd name="csY2" fmla="*/ 0 h 549577"/>
              <a:gd name="csX3" fmla="*/ 0 w 549416"/>
              <a:gd name="csY3" fmla="*/ 274791 h 549577"/>
              <a:gd name="csX4" fmla="*/ 274706 w 549416"/>
              <a:gd name="csY4" fmla="*/ 549577 h 549577"/>
              <a:gd name="csX5" fmla="*/ 274706 w 549416"/>
              <a:gd name="csY5" fmla="*/ 104281 h 549577"/>
              <a:gd name="csX6" fmla="*/ 445232 w 549416"/>
              <a:gd name="csY6" fmla="*/ 274857 h 549577"/>
              <a:gd name="csX7" fmla="*/ 274706 w 549416"/>
              <a:gd name="csY7" fmla="*/ 445431 h 549577"/>
              <a:gd name="csX8" fmla="*/ 104184 w 549416"/>
              <a:gd name="csY8" fmla="*/ 274857 h 549577"/>
              <a:gd name="csX9" fmla="*/ 274706 w 549416"/>
              <a:gd name="csY9" fmla="*/ 104281 h 549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49416" h="549577">
                <a:moveTo>
                  <a:pt x="274706" y="549577"/>
                </a:moveTo>
                <a:cubicBezTo>
                  <a:pt x="426144" y="549577"/>
                  <a:pt x="549416" y="426333"/>
                  <a:pt x="549416" y="274791"/>
                </a:cubicBezTo>
                <a:cubicBezTo>
                  <a:pt x="549416" y="123241"/>
                  <a:pt x="426210" y="0"/>
                  <a:pt x="274706" y="0"/>
                </a:cubicBezTo>
                <a:cubicBezTo>
                  <a:pt x="123205" y="0"/>
                  <a:pt x="0" y="123241"/>
                  <a:pt x="0" y="274791"/>
                </a:cubicBezTo>
                <a:cubicBezTo>
                  <a:pt x="0" y="426333"/>
                  <a:pt x="123205" y="549577"/>
                  <a:pt x="274706" y="549577"/>
                </a:cubicBezTo>
                <a:close/>
                <a:moveTo>
                  <a:pt x="274706" y="104281"/>
                </a:moveTo>
                <a:cubicBezTo>
                  <a:pt x="368746" y="104281"/>
                  <a:pt x="445232" y="180789"/>
                  <a:pt x="445232" y="274857"/>
                </a:cubicBezTo>
                <a:cubicBezTo>
                  <a:pt x="445232" y="368926"/>
                  <a:pt x="368746" y="445431"/>
                  <a:pt x="274706" y="445431"/>
                </a:cubicBezTo>
                <a:cubicBezTo>
                  <a:pt x="180669" y="445431"/>
                  <a:pt x="104184" y="368926"/>
                  <a:pt x="104184" y="274857"/>
                </a:cubicBezTo>
                <a:cubicBezTo>
                  <a:pt x="104184" y="180789"/>
                  <a:pt x="180669" y="104281"/>
                  <a:pt x="274706" y="104281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8309AE1-FB80-38F6-3662-9ACFEB4D4027}"/>
              </a:ext>
            </a:extLst>
          </p:cNvPr>
          <p:cNvSpPr/>
          <p:nvPr/>
        </p:nvSpPr>
        <p:spPr>
          <a:xfrm>
            <a:off x="5109217" y="3263448"/>
            <a:ext cx="50819" cy="50835"/>
          </a:xfrm>
          <a:custGeom>
            <a:avLst/>
            <a:gdLst>
              <a:gd name="csX0" fmla="*/ 74019 w 148028"/>
              <a:gd name="csY0" fmla="*/ 148077 h 148076"/>
              <a:gd name="csX1" fmla="*/ 148028 w 148028"/>
              <a:gd name="csY1" fmla="*/ 74039 h 148076"/>
              <a:gd name="csX2" fmla="*/ 74019 w 148028"/>
              <a:gd name="csY2" fmla="*/ 0 h 148076"/>
              <a:gd name="csX3" fmla="*/ 0 w 148028"/>
              <a:gd name="csY3" fmla="*/ 74039 h 148076"/>
              <a:gd name="csX4" fmla="*/ 74019 w 148028"/>
              <a:gd name="csY4" fmla="*/ 148077 h 1480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8028" h="148076">
                <a:moveTo>
                  <a:pt x="74019" y="148077"/>
                </a:moveTo>
                <a:cubicBezTo>
                  <a:pt x="114795" y="148077"/>
                  <a:pt x="148028" y="114896"/>
                  <a:pt x="148028" y="74039"/>
                </a:cubicBezTo>
                <a:cubicBezTo>
                  <a:pt x="148028" y="33180"/>
                  <a:pt x="114862" y="0"/>
                  <a:pt x="74019" y="0"/>
                </a:cubicBezTo>
                <a:cubicBezTo>
                  <a:pt x="33166" y="0"/>
                  <a:pt x="0" y="33180"/>
                  <a:pt x="0" y="74039"/>
                </a:cubicBezTo>
                <a:cubicBezTo>
                  <a:pt x="0" y="114896"/>
                  <a:pt x="33166" y="148077"/>
                  <a:pt x="74019" y="148077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D"/>
          </a:p>
        </p:txBody>
      </p:sp>
      <p:grpSp>
        <p:nvGrpSpPr>
          <p:cNvPr id="51" name="Graphic 16">
            <a:extLst>
              <a:ext uri="{FF2B5EF4-FFF2-40B4-BE49-F238E27FC236}">
                <a16:creationId xmlns:a16="http://schemas.microsoft.com/office/drawing/2014/main" id="{1EB0FFEE-5197-DF32-2D14-4033E5CE9700}"/>
              </a:ext>
            </a:extLst>
          </p:cNvPr>
          <p:cNvGrpSpPr/>
          <p:nvPr/>
        </p:nvGrpSpPr>
        <p:grpSpPr>
          <a:xfrm rot="19723519">
            <a:off x="-509382" y="4959789"/>
            <a:ext cx="18592604" cy="2770896"/>
            <a:chOff x="4306249" y="4678348"/>
            <a:chExt cx="3874773" cy="599237"/>
          </a:xfrm>
          <a:noFill/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A60A727-1AA5-B5FD-D6A5-E8E56EF5E376}"/>
                </a:ext>
              </a:extLst>
            </p:cNvPr>
            <p:cNvSpPr/>
            <p:nvPr/>
          </p:nvSpPr>
          <p:spPr>
            <a:xfrm>
              <a:off x="4306249" y="4869387"/>
              <a:ext cx="3527106" cy="198382"/>
            </a:xfrm>
            <a:custGeom>
              <a:avLst/>
              <a:gdLst>
                <a:gd name="connsiteX0" fmla="*/ 0 w 3527107"/>
                <a:gd name="connsiteY0" fmla="*/ 152193 h 198382"/>
                <a:gd name="connsiteX1" fmla="*/ 765810 w 3527107"/>
                <a:gd name="connsiteY1" fmla="*/ 175052 h 198382"/>
                <a:gd name="connsiteX2" fmla="*/ 1618298 w 3527107"/>
                <a:gd name="connsiteY2" fmla="*/ 152193 h 198382"/>
                <a:gd name="connsiteX3" fmla="*/ 2330767 w 3527107"/>
                <a:gd name="connsiteY3" fmla="*/ 26462 h 198382"/>
                <a:gd name="connsiteX4" fmla="*/ 2771775 w 3527107"/>
                <a:gd name="connsiteY4" fmla="*/ 180768 h 198382"/>
                <a:gd name="connsiteX5" fmla="*/ 3263265 w 3527107"/>
                <a:gd name="connsiteY5" fmla="*/ 53132 h 198382"/>
                <a:gd name="connsiteX6" fmla="*/ 3527108 w 3527107"/>
                <a:gd name="connsiteY6" fmla="*/ 144572 h 19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27107" h="198382">
                  <a:moveTo>
                    <a:pt x="0" y="152193"/>
                  </a:moveTo>
                  <a:cubicBezTo>
                    <a:pt x="436245" y="145525"/>
                    <a:pt x="482917" y="146477"/>
                    <a:pt x="765810" y="175052"/>
                  </a:cubicBezTo>
                  <a:cubicBezTo>
                    <a:pt x="1048703" y="203627"/>
                    <a:pt x="1303973" y="216010"/>
                    <a:pt x="1618298" y="152193"/>
                  </a:cubicBezTo>
                  <a:cubicBezTo>
                    <a:pt x="1932623" y="88375"/>
                    <a:pt x="2124075" y="-60215"/>
                    <a:pt x="2330767" y="26462"/>
                  </a:cubicBezTo>
                  <a:cubicBezTo>
                    <a:pt x="2536508" y="113140"/>
                    <a:pt x="2592705" y="195055"/>
                    <a:pt x="2771775" y="180768"/>
                  </a:cubicBezTo>
                  <a:cubicBezTo>
                    <a:pt x="2950845" y="166480"/>
                    <a:pt x="3141345" y="55037"/>
                    <a:pt x="3263265" y="53132"/>
                  </a:cubicBezTo>
                  <a:cubicBezTo>
                    <a:pt x="3385185" y="51227"/>
                    <a:pt x="3192780" y="127427"/>
                    <a:pt x="3527108" y="144572"/>
                  </a:cubicBezTo>
                </a:path>
              </a:pathLst>
            </a:custGeom>
            <a:noFill/>
            <a:ln w="2381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0A7AFAC-CE97-D9A2-CB34-27AF95571715}"/>
                </a:ext>
              </a:extLst>
            </p:cNvPr>
            <p:cNvSpPr/>
            <p:nvPr/>
          </p:nvSpPr>
          <p:spPr>
            <a:xfrm>
              <a:off x="4321490" y="4850903"/>
              <a:ext cx="3555681" cy="224569"/>
            </a:xfrm>
            <a:custGeom>
              <a:avLst/>
              <a:gdLst>
                <a:gd name="connsiteX0" fmla="*/ 0 w 3555682"/>
                <a:gd name="connsiteY0" fmla="*/ 182106 h 224569"/>
                <a:gd name="connsiteX1" fmla="*/ 754380 w 3555682"/>
                <a:gd name="connsiteY1" fmla="*/ 147816 h 224569"/>
                <a:gd name="connsiteX2" fmla="*/ 1610677 w 3555682"/>
                <a:gd name="connsiteY2" fmla="*/ 202109 h 224569"/>
                <a:gd name="connsiteX3" fmla="*/ 2312670 w 3555682"/>
                <a:gd name="connsiteY3" fmla="*/ 21134 h 224569"/>
                <a:gd name="connsiteX4" fmla="*/ 2690813 w 3555682"/>
                <a:gd name="connsiteY4" fmla="*/ 218301 h 224569"/>
                <a:gd name="connsiteX5" fmla="*/ 3210878 w 3555682"/>
                <a:gd name="connsiteY5" fmla="*/ 66854 h 224569"/>
                <a:gd name="connsiteX6" fmla="*/ 3555683 w 3555682"/>
                <a:gd name="connsiteY6" fmla="*/ 182106 h 224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55682" h="224569">
                  <a:moveTo>
                    <a:pt x="0" y="182106"/>
                  </a:moveTo>
                  <a:cubicBezTo>
                    <a:pt x="436245" y="175439"/>
                    <a:pt x="470535" y="119241"/>
                    <a:pt x="754380" y="147816"/>
                  </a:cubicBezTo>
                  <a:cubicBezTo>
                    <a:pt x="1037273" y="176391"/>
                    <a:pt x="1296352" y="265926"/>
                    <a:pt x="1610677" y="202109"/>
                  </a:cubicBezTo>
                  <a:cubicBezTo>
                    <a:pt x="1925002" y="138291"/>
                    <a:pt x="2106930" y="-65544"/>
                    <a:pt x="2312670" y="21134"/>
                  </a:cubicBezTo>
                  <a:cubicBezTo>
                    <a:pt x="2518410" y="107811"/>
                    <a:pt x="2511743" y="231636"/>
                    <a:pt x="2690813" y="218301"/>
                  </a:cubicBezTo>
                  <a:cubicBezTo>
                    <a:pt x="2869883" y="204014"/>
                    <a:pt x="3068955" y="68759"/>
                    <a:pt x="3210878" y="66854"/>
                  </a:cubicBezTo>
                  <a:cubicBezTo>
                    <a:pt x="3332798" y="65901"/>
                    <a:pt x="3221355" y="188774"/>
                    <a:pt x="3555683" y="182106"/>
                  </a:cubicBezTo>
                </a:path>
              </a:pathLst>
            </a:custGeom>
            <a:noFill/>
            <a:ln w="2678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1FCB7B8-D4C4-932C-CA9F-9B7DE0B0C7FF}"/>
                </a:ext>
              </a:extLst>
            </p:cNvPr>
            <p:cNvSpPr/>
            <p:nvPr/>
          </p:nvSpPr>
          <p:spPr>
            <a:xfrm>
              <a:off x="4337682" y="4830367"/>
              <a:ext cx="3582351" cy="268517"/>
            </a:xfrm>
            <a:custGeom>
              <a:avLst/>
              <a:gdLst>
                <a:gd name="connsiteX0" fmla="*/ 0 w 3582352"/>
                <a:gd name="connsiteY0" fmla="*/ 214072 h 268517"/>
                <a:gd name="connsiteX1" fmla="*/ 742950 w 3582352"/>
                <a:gd name="connsiteY1" fmla="*/ 122632 h 268517"/>
                <a:gd name="connsiteX2" fmla="*/ 1603058 w 3582352"/>
                <a:gd name="connsiteY2" fmla="*/ 254077 h 268517"/>
                <a:gd name="connsiteX3" fmla="*/ 2294573 w 3582352"/>
                <a:gd name="connsiteY3" fmla="*/ 17857 h 268517"/>
                <a:gd name="connsiteX4" fmla="*/ 2608898 w 3582352"/>
                <a:gd name="connsiteY4" fmla="*/ 256935 h 268517"/>
                <a:gd name="connsiteX5" fmla="*/ 3156585 w 3582352"/>
                <a:gd name="connsiteY5" fmla="*/ 82627 h 268517"/>
                <a:gd name="connsiteX6" fmla="*/ 3582353 w 3582352"/>
                <a:gd name="connsiteY6" fmla="*/ 220739 h 26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2352" h="268517">
                  <a:moveTo>
                    <a:pt x="0" y="214072"/>
                  </a:moveTo>
                  <a:cubicBezTo>
                    <a:pt x="436245" y="207404"/>
                    <a:pt x="459105" y="94057"/>
                    <a:pt x="742950" y="122632"/>
                  </a:cubicBezTo>
                  <a:cubicBezTo>
                    <a:pt x="1026795" y="151207"/>
                    <a:pt x="1288733" y="317894"/>
                    <a:pt x="1603058" y="254077"/>
                  </a:cubicBezTo>
                  <a:cubicBezTo>
                    <a:pt x="1917383" y="190260"/>
                    <a:pt x="2088833" y="-69773"/>
                    <a:pt x="2294573" y="17857"/>
                  </a:cubicBezTo>
                  <a:cubicBezTo>
                    <a:pt x="2500313" y="104535"/>
                    <a:pt x="2429828" y="271222"/>
                    <a:pt x="2608898" y="256935"/>
                  </a:cubicBezTo>
                  <a:cubicBezTo>
                    <a:pt x="2787968" y="242647"/>
                    <a:pt x="2995613" y="79769"/>
                    <a:pt x="3156585" y="82627"/>
                  </a:cubicBezTo>
                  <a:cubicBezTo>
                    <a:pt x="3278505" y="84532"/>
                    <a:pt x="3248025" y="253125"/>
                    <a:pt x="3582353" y="220739"/>
                  </a:cubicBezTo>
                </a:path>
              </a:pathLst>
            </a:custGeom>
            <a:noFill/>
            <a:ln w="297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E97F639-3348-F400-BA90-3CD316C78F09}"/>
                </a:ext>
              </a:extLst>
            </p:cNvPr>
            <p:cNvSpPr/>
            <p:nvPr/>
          </p:nvSpPr>
          <p:spPr>
            <a:xfrm>
              <a:off x="4352923" y="4809139"/>
              <a:ext cx="3609021" cy="317343"/>
            </a:xfrm>
            <a:custGeom>
              <a:avLst/>
              <a:gdLst>
                <a:gd name="connsiteX0" fmla="*/ 0 w 3609022"/>
                <a:gd name="connsiteY0" fmla="*/ 247682 h 317343"/>
                <a:gd name="connsiteX1" fmla="*/ 730568 w 3609022"/>
                <a:gd name="connsiteY1" fmla="*/ 98140 h 317343"/>
                <a:gd name="connsiteX2" fmla="*/ 1593532 w 3609022"/>
                <a:gd name="connsiteY2" fmla="*/ 306737 h 317343"/>
                <a:gd name="connsiteX3" fmla="*/ 2274570 w 3609022"/>
                <a:gd name="connsiteY3" fmla="*/ 15272 h 317343"/>
                <a:gd name="connsiteX4" fmla="*/ 2526030 w 3609022"/>
                <a:gd name="connsiteY4" fmla="*/ 297212 h 317343"/>
                <a:gd name="connsiteX5" fmla="*/ 3102293 w 3609022"/>
                <a:gd name="connsiteY5" fmla="*/ 99092 h 317343"/>
                <a:gd name="connsiteX6" fmla="*/ 3609023 w 3609022"/>
                <a:gd name="connsiteY6" fmla="*/ 261017 h 317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09022" h="317343">
                  <a:moveTo>
                    <a:pt x="0" y="247682"/>
                  </a:moveTo>
                  <a:cubicBezTo>
                    <a:pt x="436245" y="241015"/>
                    <a:pt x="447675" y="69565"/>
                    <a:pt x="730568" y="98140"/>
                  </a:cubicBezTo>
                  <a:cubicBezTo>
                    <a:pt x="1013460" y="126715"/>
                    <a:pt x="1280160" y="370555"/>
                    <a:pt x="1593532" y="306737"/>
                  </a:cubicBezTo>
                  <a:cubicBezTo>
                    <a:pt x="1907857" y="242920"/>
                    <a:pt x="2068830" y="-72358"/>
                    <a:pt x="2274570" y="15272"/>
                  </a:cubicBezTo>
                  <a:cubicBezTo>
                    <a:pt x="2480310" y="101950"/>
                    <a:pt x="2346960" y="311500"/>
                    <a:pt x="2526030" y="297212"/>
                  </a:cubicBezTo>
                  <a:cubicBezTo>
                    <a:pt x="2705100" y="282925"/>
                    <a:pt x="2921318" y="94330"/>
                    <a:pt x="3102293" y="99092"/>
                  </a:cubicBezTo>
                  <a:cubicBezTo>
                    <a:pt x="3224213" y="101950"/>
                    <a:pt x="3274695" y="317215"/>
                    <a:pt x="3609023" y="261017"/>
                  </a:cubicBezTo>
                </a:path>
              </a:pathLst>
            </a:custGeom>
            <a:noFill/>
            <a:ln w="327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26AD219-26D1-BBD7-98BC-A525915ABCC0}"/>
                </a:ext>
              </a:extLst>
            </p:cNvPr>
            <p:cNvSpPr/>
            <p:nvPr/>
          </p:nvSpPr>
          <p:spPr>
            <a:xfrm>
              <a:off x="4369116" y="4786579"/>
              <a:ext cx="3636644" cy="369103"/>
            </a:xfrm>
            <a:custGeom>
              <a:avLst/>
              <a:gdLst>
                <a:gd name="connsiteX0" fmla="*/ 0 w 3636645"/>
                <a:gd name="connsiteY0" fmla="*/ 281673 h 369103"/>
                <a:gd name="connsiteX1" fmla="*/ 719138 w 3636645"/>
                <a:gd name="connsiteY1" fmla="*/ 74980 h 369103"/>
                <a:gd name="connsiteX2" fmla="*/ 1585913 w 3636645"/>
                <a:gd name="connsiteY2" fmla="*/ 360730 h 369103"/>
                <a:gd name="connsiteX3" fmla="*/ 2256473 w 3636645"/>
                <a:gd name="connsiteY3" fmla="*/ 13068 h 369103"/>
                <a:gd name="connsiteX4" fmla="*/ 2444115 w 3636645"/>
                <a:gd name="connsiteY4" fmla="*/ 337870 h 369103"/>
                <a:gd name="connsiteX5" fmla="*/ 3048953 w 3636645"/>
                <a:gd name="connsiteY5" fmla="*/ 116890 h 369103"/>
                <a:gd name="connsiteX6" fmla="*/ 3636645 w 3636645"/>
                <a:gd name="connsiteY6" fmla="*/ 302627 h 36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36645" h="369103">
                  <a:moveTo>
                    <a:pt x="0" y="281673"/>
                  </a:moveTo>
                  <a:cubicBezTo>
                    <a:pt x="436245" y="275005"/>
                    <a:pt x="435292" y="46405"/>
                    <a:pt x="719138" y="74980"/>
                  </a:cubicBezTo>
                  <a:cubicBezTo>
                    <a:pt x="1002030" y="103555"/>
                    <a:pt x="1272540" y="424548"/>
                    <a:pt x="1585913" y="360730"/>
                  </a:cubicBezTo>
                  <a:cubicBezTo>
                    <a:pt x="1900238" y="296913"/>
                    <a:pt x="2050733" y="-73610"/>
                    <a:pt x="2256473" y="13068"/>
                  </a:cubicBezTo>
                  <a:cubicBezTo>
                    <a:pt x="2462213" y="99745"/>
                    <a:pt x="2265998" y="351205"/>
                    <a:pt x="2444115" y="337870"/>
                  </a:cubicBezTo>
                  <a:cubicBezTo>
                    <a:pt x="2623185" y="323583"/>
                    <a:pt x="2848928" y="109270"/>
                    <a:pt x="3048953" y="116890"/>
                  </a:cubicBezTo>
                  <a:cubicBezTo>
                    <a:pt x="3170873" y="121652"/>
                    <a:pt x="3302318" y="382638"/>
                    <a:pt x="3636645" y="302627"/>
                  </a:cubicBezTo>
                </a:path>
              </a:pathLst>
            </a:custGeom>
            <a:noFill/>
            <a:ln w="3572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8E0877A-5044-4A46-3599-B751B6362D23}"/>
                </a:ext>
              </a:extLst>
            </p:cNvPr>
            <p:cNvSpPr/>
            <p:nvPr/>
          </p:nvSpPr>
          <p:spPr>
            <a:xfrm>
              <a:off x="4385308" y="4763289"/>
              <a:ext cx="3665219" cy="421429"/>
            </a:xfrm>
            <a:custGeom>
              <a:avLst/>
              <a:gdLst>
                <a:gd name="connsiteX0" fmla="*/ 0 w 3665220"/>
                <a:gd name="connsiteY0" fmla="*/ 316392 h 421429"/>
                <a:gd name="connsiteX1" fmla="*/ 707708 w 3665220"/>
                <a:gd name="connsiteY1" fmla="*/ 52550 h 421429"/>
                <a:gd name="connsiteX2" fmla="*/ 1578293 w 3665220"/>
                <a:gd name="connsiteY2" fmla="*/ 414500 h 421429"/>
                <a:gd name="connsiteX3" fmla="*/ 2239328 w 3665220"/>
                <a:gd name="connsiteY3" fmla="*/ 11592 h 421429"/>
                <a:gd name="connsiteX4" fmla="*/ 2364105 w 3665220"/>
                <a:gd name="connsiteY4" fmla="*/ 378304 h 421429"/>
                <a:gd name="connsiteX5" fmla="*/ 2996565 w 3665220"/>
                <a:gd name="connsiteY5" fmla="*/ 133512 h 421429"/>
                <a:gd name="connsiteX6" fmla="*/ 3665220 w 3665220"/>
                <a:gd name="connsiteY6" fmla="*/ 343062 h 42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65220" h="421429">
                  <a:moveTo>
                    <a:pt x="0" y="316392"/>
                  </a:moveTo>
                  <a:cubicBezTo>
                    <a:pt x="436245" y="309725"/>
                    <a:pt x="423863" y="23975"/>
                    <a:pt x="707708" y="52550"/>
                  </a:cubicBezTo>
                  <a:cubicBezTo>
                    <a:pt x="990600" y="81125"/>
                    <a:pt x="1264920" y="478317"/>
                    <a:pt x="1578293" y="414500"/>
                  </a:cubicBezTo>
                  <a:cubicBezTo>
                    <a:pt x="1891665" y="350682"/>
                    <a:pt x="2032635" y="-75085"/>
                    <a:pt x="2239328" y="11592"/>
                  </a:cubicBezTo>
                  <a:cubicBezTo>
                    <a:pt x="2445068" y="98269"/>
                    <a:pt x="2185035" y="392592"/>
                    <a:pt x="2364105" y="378304"/>
                  </a:cubicBezTo>
                  <a:cubicBezTo>
                    <a:pt x="2543175" y="364017"/>
                    <a:pt x="2777490" y="123035"/>
                    <a:pt x="2996565" y="133512"/>
                  </a:cubicBezTo>
                  <a:cubicBezTo>
                    <a:pt x="3118485" y="139227"/>
                    <a:pt x="3330893" y="446885"/>
                    <a:pt x="3665220" y="343062"/>
                  </a:cubicBezTo>
                </a:path>
              </a:pathLst>
            </a:custGeom>
            <a:noFill/>
            <a:ln w="3869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96E89D5-4F13-53EB-F431-6C523AB7A784}"/>
                </a:ext>
              </a:extLst>
            </p:cNvPr>
            <p:cNvSpPr/>
            <p:nvPr/>
          </p:nvSpPr>
          <p:spPr>
            <a:xfrm>
              <a:off x="4400549" y="4740655"/>
              <a:ext cx="3691889" cy="474466"/>
            </a:xfrm>
            <a:custGeom>
              <a:avLst/>
              <a:gdLst>
                <a:gd name="connsiteX0" fmla="*/ 0 w 3691889"/>
                <a:gd name="connsiteY0" fmla="*/ 351409 h 474466"/>
                <a:gd name="connsiteX1" fmla="*/ 695325 w 3691889"/>
                <a:gd name="connsiteY1" fmla="*/ 29464 h 474466"/>
                <a:gd name="connsiteX2" fmla="*/ 1569720 w 3691889"/>
                <a:gd name="connsiteY2" fmla="*/ 468567 h 474466"/>
                <a:gd name="connsiteX3" fmla="*/ 2220278 w 3691889"/>
                <a:gd name="connsiteY3" fmla="*/ 10414 h 474466"/>
                <a:gd name="connsiteX4" fmla="*/ 2281238 w 3691889"/>
                <a:gd name="connsiteY4" fmla="*/ 419989 h 474466"/>
                <a:gd name="connsiteX5" fmla="*/ 2942273 w 3691889"/>
                <a:gd name="connsiteY5" fmla="*/ 151384 h 474466"/>
                <a:gd name="connsiteX6" fmla="*/ 3691890 w 3691889"/>
                <a:gd name="connsiteY6" fmla="*/ 384747 h 47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1889" h="474466">
                  <a:moveTo>
                    <a:pt x="0" y="351409"/>
                  </a:moveTo>
                  <a:cubicBezTo>
                    <a:pt x="436245" y="344742"/>
                    <a:pt x="412433" y="889"/>
                    <a:pt x="695325" y="29464"/>
                  </a:cubicBezTo>
                  <a:cubicBezTo>
                    <a:pt x="978218" y="58039"/>
                    <a:pt x="1256348" y="532384"/>
                    <a:pt x="1569720" y="468567"/>
                  </a:cubicBezTo>
                  <a:cubicBezTo>
                    <a:pt x="1884045" y="404750"/>
                    <a:pt x="2013585" y="-76263"/>
                    <a:pt x="2220278" y="10414"/>
                  </a:cubicBezTo>
                  <a:cubicBezTo>
                    <a:pt x="2426018" y="97092"/>
                    <a:pt x="2103120" y="433325"/>
                    <a:pt x="2281238" y="419989"/>
                  </a:cubicBezTo>
                  <a:cubicBezTo>
                    <a:pt x="2460308" y="405702"/>
                    <a:pt x="2703195" y="138050"/>
                    <a:pt x="2942273" y="151384"/>
                  </a:cubicBezTo>
                  <a:cubicBezTo>
                    <a:pt x="3063240" y="158052"/>
                    <a:pt x="3358515" y="513334"/>
                    <a:pt x="3691890" y="384747"/>
                  </a:cubicBezTo>
                </a:path>
              </a:pathLst>
            </a:custGeom>
            <a:noFill/>
            <a:ln w="4167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669954B7-2360-278F-3885-3E2A6843BB14}"/>
                </a:ext>
              </a:extLst>
            </p:cNvPr>
            <p:cNvSpPr/>
            <p:nvPr/>
          </p:nvSpPr>
          <p:spPr>
            <a:xfrm>
              <a:off x="4416741" y="4717803"/>
              <a:ext cx="3720464" cy="527986"/>
            </a:xfrm>
            <a:custGeom>
              <a:avLst/>
              <a:gdLst>
                <a:gd name="connsiteX0" fmla="*/ 0 w 3720464"/>
                <a:gd name="connsiteY0" fmla="*/ 385690 h 527986"/>
                <a:gd name="connsiteX1" fmla="*/ 683895 w 3720464"/>
                <a:gd name="connsiteY1" fmla="*/ 6596 h 527986"/>
                <a:gd name="connsiteX2" fmla="*/ 1562100 w 3720464"/>
                <a:gd name="connsiteY2" fmla="*/ 522851 h 527986"/>
                <a:gd name="connsiteX3" fmla="*/ 2202180 w 3720464"/>
                <a:gd name="connsiteY3" fmla="*/ 9453 h 527986"/>
                <a:gd name="connsiteX4" fmla="*/ 2200275 w 3720464"/>
                <a:gd name="connsiteY4" fmla="*/ 461890 h 527986"/>
                <a:gd name="connsiteX5" fmla="*/ 2889885 w 3720464"/>
                <a:gd name="connsiteY5" fmla="*/ 170426 h 527986"/>
                <a:gd name="connsiteX6" fmla="*/ 3720465 w 3720464"/>
                <a:gd name="connsiteY6" fmla="*/ 427601 h 5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20464" h="527986">
                  <a:moveTo>
                    <a:pt x="0" y="385690"/>
                  </a:moveTo>
                  <a:cubicBezTo>
                    <a:pt x="436245" y="379023"/>
                    <a:pt x="400050" y="-21979"/>
                    <a:pt x="683895" y="6596"/>
                  </a:cubicBezTo>
                  <a:cubicBezTo>
                    <a:pt x="966788" y="35171"/>
                    <a:pt x="1247775" y="586668"/>
                    <a:pt x="1562100" y="522851"/>
                  </a:cubicBezTo>
                  <a:cubicBezTo>
                    <a:pt x="1876425" y="459033"/>
                    <a:pt x="1996440" y="-77224"/>
                    <a:pt x="2202180" y="9453"/>
                  </a:cubicBezTo>
                  <a:cubicBezTo>
                    <a:pt x="2407920" y="96131"/>
                    <a:pt x="2021205" y="475226"/>
                    <a:pt x="2200275" y="461890"/>
                  </a:cubicBezTo>
                  <a:cubicBezTo>
                    <a:pt x="2379345" y="447603"/>
                    <a:pt x="2630805" y="153281"/>
                    <a:pt x="2889885" y="170426"/>
                  </a:cubicBezTo>
                  <a:cubicBezTo>
                    <a:pt x="3010853" y="178046"/>
                    <a:pt x="3387090" y="580001"/>
                    <a:pt x="3720465" y="427601"/>
                  </a:cubicBezTo>
                </a:path>
              </a:pathLst>
            </a:custGeom>
            <a:noFill/>
            <a:ln w="4465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907A140-A505-64AA-BC21-A07023420859}"/>
                </a:ext>
              </a:extLst>
            </p:cNvPr>
            <p:cNvSpPr/>
            <p:nvPr/>
          </p:nvSpPr>
          <p:spPr>
            <a:xfrm>
              <a:off x="4431982" y="4678348"/>
              <a:ext cx="3749040" cy="599237"/>
            </a:xfrm>
            <a:custGeom>
              <a:avLst/>
              <a:gdLst>
                <a:gd name="connsiteX0" fmla="*/ 0 w 3749040"/>
                <a:gd name="connsiteY0" fmla="*/ 437528 h 599237"/>
                <a:gd name="connsiteX1" fmla="*/ 672465 w 3749040"/>
                <a:gd name="connsiteY1" fmla="*/ 1283 h 599237"/>
                <a:gd name="connsiteX2" fmla="*/ 1554480 w 3749040"/>
                <a:gd name="connsiteY2" fmla="*/ 594691 h 599237"/>
                <a:gd name="connsiteX3" fmla="*/ 2184083 w 3749040"/>
                <a:gd name="connsiteY3" fmla="*/ 26048 h 599237"/>
                <a:gd name="connsiteX4" fmla="*/ 2119312 w 3749040"/>
                <a:gd name="connsiteY4" fmla="*/ 520396 h 599237"/>
                <a:gd name="connsiteX5" fmla="*/ 2837498 w 3749040"/>
                <a:gd name="connsiteY5" fmla="*/ 205118 h 599237"/>
                <a:gd name="connsiteX6" fmla="*/ 3749040 w 3749040"/>
                <a:gd name="connsiteY6" fmla="*/ 486106 h 59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49040" h="599237">
                  <a:moveTo>
                    <a:pt x="0" y="437528"/>
                  </a:moveTo>
                  <a:cubicBezTo>
                    <a:pt x="436245" y="430861"/>
                    <a:pt x="388620" y="-27292"/>
                    <a:pt x="672465" y="1283"/>
                  </a:cubicBezTo>
                  <a:cubicBezTo>
                    <a:pt x="955358" y="29858"/>
                    <a:pt x="1240155" y="658508"/>
                    <a:pt x="1554480" y="594691"/>
                  </a:cubicBezTo>
                  <a:cubicBezTo>
                    <a:pt x="1868805" y="530873"/>
                    <a:pt x="1978343" y="-61582"/>
                    <a:pt x="2184083" y="26048"/>
                  </a:cubicBezTo>
                  <a:cubicBezTo>
                    <a:pt x="2389823" y="112726"/>
                    <a:pt x="1940243" y="534683"/>
                    <a:pt x="2119312" y="520396"/>
                  </a:cubicBezTo>
                  <a:cubicBezTo>
                    <a:pt x="2298383" y="506108"/>
                    <a:pt x="2558415" y="185116"/>
                    <a:pt x="2837498" y="205118"/>
                  </a:cubicBezTo>
                  <a:cubicBezTo>
                    <a:pt x="2958465" y="213691"/>
                    <a:pt x="3415665" y="662318"/>
                    <a:pt x="3749040" y="486106"/>
                  </a:cubicBezTo>
                </a:path>
              </a:pathLst>
            </a:custGeom>
            <a:noFill/>
            <a:ln w="4763" cap="flat">
              <a:solidFill>
                <a:schemeClr val="accent1">
                  <a:alpha val="2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460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68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FBA9C"/>
      </a:accent1>
      <a:accent2>
        <a:srgbClr val="0E1F2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Custom 28">
      <a:majorFont>
        <a:latin typeface="saira"/>
        <a:ea typeface=""/>
        <a:cs typeface=""/>
      </a:majorFont>
      <a:minorFont>
        <a:latin typeface="Ex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4354</TotalTime>
  <Words>778</Words>
  <Application>Microsoft Office PowerPoint</Application>
  <PresentationFormat>와이드스크린</PresentationFormat>
  <Paragraphs>113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Open Sans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10</dc:creator>
  <cp:lastModifiedBy>양주호</cp:lastModifiedBy>
  <cp:revision>142</cp:revision>
  <dcterms:created xsi:type="dcterms:W3CDTF">2023-01-02T01:16:19Z</dcterms:created>
  <dcterms:modified xsi:type="dcterms:W3CDTF">2026-07-09T08:36:31Z</dcterms:modified>
</cp:coreProperties>
</file>